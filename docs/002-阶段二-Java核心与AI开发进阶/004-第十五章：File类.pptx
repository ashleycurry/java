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3.xml" ContentType="application/vnd.openxmlformats-officedocument.theme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4.xml" ContentType="application/vnd.openxmlformats-officedocument.theme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71" r:id="rId2"/>
    <p:sldMasterId id="2147483660" r:id="rId3"/>
    <p:sldMasterId id="2147483672" r:id="rId4"/>
    <p:sldMasterId id="2147483679" r:id="rId5"/>
  </p:sldMasterIdLst>
  <p:notesMasterIdLst>
    <p:notesMasterId r:id="rId40"/>
  </p:notesMasterIdLst>
  <p:handoutMasterIdLst>
    <p:handoutMasterId r:id="rId41"/>
  </p:handoutMasterIdLst>
  <p:sldIdLst>
    <p:sldId id="280" r:id="rId6"/>
    <p:sldId id="2805" r:id="rId7"/>
    <p:sldId id="3384" r:id="rId8"/>
    <p:sldId id="2599" r:id="rId9"/>
    <p:sldId id="2600" r:id="rId10"/>
    <p:sldId id="2601" r:id="rId11"/>
    <p:sldId id="2604" r:id="rId12"/>
    <p:sldId id="2602" r:id="rId13"/>
    <p:sldId id="2853" r:id="rId14"/>
    <p:sldId id="3383" r:id="rId15"/>
    <p:sldId id="3388" r:id="rId16"/>
    <p:sldId id="2605" r:id="rId17"/>
    <p:sldId id="2606" r:id="rId18"/>
    <p:sldId id="3385" r:id="rId19"/>
    <p:sldId id="2607" r:id="rId20"/>
    <p:sldId id="2608" r:id="rId21"/>
    <p:sldId id="2610" r:id="rId22"/>
    <p:sldId id="3386" r:id="rId23"/>
    <p:sldId id="3387" r:id="rId24"/>
    <p:sldId id="3390" r:id="rId25"/>
    <p:sldId id="542" r:id="rId26"/>
    <p:sldId id="2002" r:id="rId27"/>
    <p:sldId id="2029" r:id="rId28"/>
    <p:sldId id="2003" r:id="rId29"/>
    <p:sldId id="2032" r:id="rId30"/>
    <p:sldId id="2033" r:id="rId31"/>
    <p:sldId id="3382" r:id="rId32"/>
    <p:sldId id="3389" r:id="rId33"/>
    <p:sldId id="3376" r:id="rId34"/>
    <p:sldId id="3391" r:id="rId35"/>
    <p:sldId id="2609" r:id="rId36"/>
    <p:sldId id="2612" r:id="rId37"/>
    <p:sldId id="2613" r:id="rId38"/>
    <p:sldId id="288" r:id="rId39"/>
  </p:sldIdLst>
  <p:sldSz cx="12192000" cy="6858000"/>
  <p:notesSz cx="6858000" cy="9144000"/>
  <p:custDataLst>
    <p:tags r:id="rId42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05B0C935-3A8C-4FC9-B6CD-4BB339AB9D93}">
          <p14:sldIdLst>
            <p14:sldId id="280"/>
            <p14:sldId id="2805"/>
            <p14:sldId id="3384"/>
            <p14:sldId id="2599"/>
            <p14:sldId id="2600"/>
            <p14:sldId id="2601"/>
            <p14:sldId id="2604"/>
            <p14:sldId id="2602"/>
            <p14:sldId id="2853"/>
            <p14:sldId id="3383"/>
            <p14:sldId id="3388"/>
            <p14:sldId id="2605"/>
            <p14:sldId id="2606"/>
            <p14:sldId id="3385"/>
            <p14:sldId id="2607"/>
            <p14:sldId id="2608"/>
            <p14:sldId id="2610"/>
            <p14:sldId id="3386"/>
            <p14:sldId id="3387"/>
            <p14:sldId id="3390"/>
            <p14:sldId id="542"/>
            <p14:sldId id="2002"/>
            <p14:sldId id="2029"/>
            <p14:sldId id="2003"/>
            <p14:sldId id="2032"/>
            <p14:sldId id="2033"/>
            <p14:sldId id="3382"/>
            <p14:sldId id="3389"/>
            <p14:sldId id="3376"/>
            <p14:sldId id="3391"/>
            <p14:sldId id="2609"/>
            <p14:sldId id="2612"/>
            <p14:sldId id="2613"/>
            <p14:sldId id="288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D2B26"/>
    <a:srgbClr val="DBD8D2"/>
    <a:srgbClr val="EC2025"/>
    <a:srgbClr val="F22126"/>
    <a:srgbClr val="E5E5E5"/>
    <a:srgbClr val="0067E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3297" autoAdjust="0"/>
    <p:restoredTop sz="94595" autoAdjust="0"/>
  </p:normalViewPr>
  <p:slideViewPr>
    <p:cSldViewPr snapToGrid="0" showGuides="1">
      <p:cViewPr varScale="1">
        <p:scale>
          <a:sx n="78" d="100"/>
          <a:sy n="78" d="100"/>
        </p:scale>
        <p:origin x="32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4" d="100"/>
          <a:sy n="84" d="100"/>
        </p:scale>
        <p:origin x="2184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openxmlformats.org/officeDocument/2006/relationships/slide" Target="slides/slide34.xml"/><Relationship Id="rId21" Type="http://schemas.openxmlformats.org/officeDocument/2006/relationships/slide" Target="slides/slide16.xml"/><Relationship Id="rId34" Type="http://schemas.openxmlformats.org/officeDocument/2006/relationships/slide" Target="slides/slide29.xml"/><Relationship Id="rId42" Type="http://schemas.openxmlformats.org/officeDocument/2006/relationships/tags" Target="tags/tag1.xml"/><Relationship Id="rId7" Type="http://schemas.openxmlformats.org/officeDocument/2006/relationships/slide" Target="slides/slide2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1.xml"/><Relationship Id="rId29" Type="http://schemas.openxmlformats.org/officeDocument/2006/relationships/slide" Target="slides/slide2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40" Type="http://schemas.openxmlformats.org/officeDocument/2006/relationships/notesMaster" Target="notesMasters/notesMaster1.xml"/><Relationship Id="rId45" Type="http://schemas.openxmlformats.org/officeDocument/2006/relationships/theme" Target="theme/theme1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slide" Target="slides/slide26.xml"/><Relationship Id="rId44" Type="http://schemas.openxmlformats.org/officeDocument/2006/relationships/viewProps" Target="viewProp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openxmlformats.org/officeDocument/2006/relationships/presProps" Target="presProps.xml"/><Relationship Id="rId8" Type="http://schemas.openxmlformats.org/officeDocument/2006/relationships/slide" Target="slides/slide3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46" Type="http://schemas.openxmlformats.org/officeDocument/2006/relationships/tableStyles" Target="tableStyles.xml"/><Relationship Id="rId20" Type="http://schemas.openxmlformats.org/officeDocument/2006/relationships/slide" Target="slides/slide15.xml"/><Relationship Id="rId41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2E23121D-534D-C18D-86F2-F8B084E7F1B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3724E421-5F99-33C1-6C60-3D67F5BBC34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11D20C-92F4-4D32-92CD-1278806BF344}" type="datetimeFigureOut">
              <a:rPr lang="zh-CN" altLang="en-US" smtClean="0"/>
              <a:t>2025/5/7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4CEAC0C-2766-8EA5-AFAC-04E2AE7E12A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B69A8BD-4CEA-8355-A923-3DE76C66945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4D7DA4C-D0A3-441A-A01E-F1F72C62FDE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307928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2A3D24-6083-4546-8C6D-DEE86BAAAE49}" type="datetimeFigureOut">
              <a:rPr lang="zh-CN" altLang="en-US" smtClean="0"/>
              <a:t>2025/5/7</a:t>
            </a:fld>
            <a:endParaRPr lang="zh-CN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ED8765-8EF3-408C-9341-152904E414E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985426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CF14A6-3C2E-46C9-90F4-D41FFA7A81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8795829-3F8A-F260-B557-7A8D89320D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2AFF8C0-DB9A-5616-AFF6-9EC6B05428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D71C233-701B-E36D-B12C-A352FA8D714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ED8765-8EF3-408C-9341-152904E414ED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55064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幻灯片图像占位符 1">
            <a:extLst>
              <a:ext uri="{FF2B5EF4-FFF2-40B4-BE49-F238E27FC236}">
                <a16:creationId xmlns:a16="http://schemas.microsoft.com/office/drawing/2014/main" id="{337A4058-E3B2-47D6-950B-A61F5D9550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7523" name="备注占位符 2">
            <a:extLst>
              <a:ext uri="{FF2B5EF4-FFF2-40B4-BE49-F238E27FC236}">
                <a16:creationId xmlns:a16="http://schemas.microsoft.com/office/drawing/2014/main" id="{FE498ED5-CEAA-4CB9-AB0A-42A040AD3AE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 dirty="0"/>
          </a:p>
        </p:txBody>
      </p:sp>
      <p:sp>
        <p:nvSpPr>
          <p:cNvPr id="107524" name="灯片编号占位符 3">
            <a:extLst>
              <a:ext uri="{FF2B5EF4-FFF2-40B4-BE49-F238E27FC236}">
                <a16:creationId xmlns:a16="http://schemas.microsoft.com/office/drawing/2014/main" id="{FAA42A4E-207D-4BBA-8DEC-6A6A0ECA3F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70FF8181-36FB-453D-BB7A-7CBA702883DF}" type="slidenum">
              <a:rPr lang="zh-CN" altLang="en-US"/>
              <a:pPr>
                <a:spcBef>
                  <a:spcPct val="0"/>
                </a:spcBef>
              </a:pPr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780068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幻灯片图像占位符 1">
            <a:extLst>
              <a:ext uri="{FF2B5EF4-FFF2-40B4-BE49-F238E27FC236}">
                <a16:creationId xmlns:a16="http://schemas.microsoft.com/office/drawing/2014/main" id="{337A4058-E3B2-47D6-950B-A61F5D9550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7523" name="备注占位符 2">
            <a:extLst>
              <a:ext uri="{FF2B5EF4-FFF2-40B4-BE49-F238E27FC236}">
                <a16:creationId xmlns:a16="http://schemas.microsoft.com/office/drawing/2014/main" id="{FE498ED5-CEAA-4CB9-AB0A-42A040AD3AE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 dirty="0"/>
          </a:p>
        </p:txBody>
      </p:sp>
      <p:sp>
        <p:nvSpPr>
          <p:cNvPr id="107524" name="灯片编号占位符 3">
            <a:extLst>
              <a:ext uri="{FF2B5EF4-FFF2-40B4-BE49-F238E27FC236}">
                <a16:creationId xmlns:a16="http://schemas.microsoft.com/office/drawing/2014/main" id="{FAA42A4E-207D-4BBA-8DEC-6A6A0ECA3F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70FF8181-36FB-453D-BB7A-7CBA702883DF}" type="slidenum">
              <a:rPr lang="zh-CN" altLang="en-US"/>
              <a:pPr>
                <a:spcBef>
                  <a:spcPct val="0"/>
                </a:spcBef>
              </a:pPr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3670618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幻灯片图像占位符 1">
            <a:extLst>
              <a:ext uri="{FF2B5EF4-FFF2-40B4-BE49-F238E27FC236}">
                <a16:creationId xmlns:a16="http://schemas.microsoft.com/office/drawing/2014/main" id="{337A4058-E3B2-47D6-950B-A61F5D9550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7523" name="备注占位符 2">
            <a:extLst>
              <a:ext uri="{FF2B5EF4-FFF2-40B4-BE49-F238E27FC236}">
                <a16:creationId xmlns:a16="http://schemas.microsoft.com/office/drawing/2014/main" id="{FE498ED5-CEAA-4CB9-AB0A-42A040AD3AE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 dirty="0"/>
          </a:p>
        </p:txBody>
      </p:sp>
      <p:sp>
        <p:nvSpPr>
          <p:cNvPr id="107524" name="灯片编号占位符 3">
            <a:extLst>
              <a:ext uri="{FF2B5EF4-FFF2-40B4-BE49-F238E27FC236}">
                <a16:creationId xmlns:a16="http://schemas.microsoft.com/office/drawing/2014/main" id="{FAA42A4E-207D-4BBA-8DEC-6A6A0ECA3F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70FF8181-36FB-453D-BB7A-7CBA702883DF}" type="slidenum">
              <a:rPr lang="zh-CN" altLang="en-US"/>
              <a:pPr>
                <a:spcBef>
                  <a:spcPct val="0"/>
                </a:spcBef>
              </a:pPr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3066839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幻灯片图像占位符 1">
            <a:extLst>
              <a:ext uri="{FF2B5EF4-FFF2-40B4-BE49-F238E27FC236}">
                <a16:creationId xmlns:a16="http://schemas.microsoft.com/office/drawing/2014/main" id="{337A4058-E3B2-47D6-950B-A61F5D9550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7523" name="备注占位符 2">
            <a:extLst>
              <a:ext uri="{FF2B5EF4-FFF2-40B4-BE49-F238E27FC236}">
                <a16:creationId xmlns:a16="http://schemas.microsoft.com/office/drawing/2014/main" id="{FE498ED5-CEAA-4CB9-AB0A-42A040AD3AE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 dirty="0"/>
          </a:p>
        </p:txBody>
      </p:sp>
      <p:sp>
        <p:nvSpPr>
          <p:cNvPr id="107524" name="灯片编号占位符 3">
            <a:extLst>
              <a:ext uri="{FF2B5EF4-FFF2-40B4-BE49-F238E27FC236}">
                <a16:creationId xmlns:a16="http://schemas.microsoft.com/office/drawing/2014/main" id="{FAA42A4E-207D-4BBA-8DEC-6A6A0ECA3F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70FF8181-36FB-453D-BB7A-7CBA702883DF}" type="slidenum">
              <a:rPr lang="zh-CN" altLang="en-US"/>
              <a:pPr>
                <a:spcBef>
                  <a:spcPct val="0"/>
                </a:spcBef>
              </a:pPr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8341444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幻灯片图像占位符 1">
            <a:extLst>
              <a:ext uri="{FF2B5EF4-FFF2-40B4-BE49-F238E27FC236}">
                <a16:creationId xmlns:a16="http://schemas.microsoft.com/office/drawing/2014/main" id="{337A4058-E3B2-47D6-950B-A61F5D9550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7523" name="备注占位符 2">
            <a:extLst>
              <a:ext uri="{FF2B5EF4-FFF2-40B4-BE49-F238E27FC236}">
                <a16:creationId xmlns:a16="http://schemas.microsoft.com/office/drawing/2014/main" id="{FE498ED5-CEAA-4CB9-AB0A-42A040AD3AE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 dirty="0"/>
          </a:p>
        </p:txBody>
      </p:sp>
      <p:sp>
        <p:nvSpPr>
          <p:cNvPr id="107524" name="灯片编号占位符 3">
            <a:extLst>
              <a:ext uri="{FF2B5EF4-FFF2-40B4-BE49-F238E27FC236}">
                <a16:creationId xmlns:a16="http://schemas.microsoft.com/office/drawing/2014/main" id="{FAA42A4E-207D-4BBA-8DEC-6A6A0ECA3F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70FF8181-36FB-453D-BB7A-7CBA702883DF}" type="slidenum">
              <a:rPr lang="zh-CN" altLang="en-US"/>
              <a:pPr>
                <a:spcBef>
                  <a:spcPct val="0"/>
                </a:spcBef>
              </a:pPr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6481746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1855E0-996E-CA8A-7B4D-CA610DE22C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幻灯片图像占位符 1">
            <a:extLst>
              <a:ext uri="{FF2B5EF4-FFF2-40B4-BE49-F238E27FC236}">
                <a16:creationId xmlns:a16="http://schemas.microsoft.com/office/drawing/2014/main" id="{F34CF75E-C7BB-82E1-CDDA-76D23BAFEF4F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8915" name="备注占位符 2">
            <a:extLst>
              <a:ext uri="{FF2B5EF4-FFF2-40B4-BE49-F238E27FC236}">
                <a16:creationId xmlns:a16="http://schemas.microsoft.com/office/drawing/2014/main" id="{982FA1CB-AD3B-4DB5-BDA6-9EE7979CAA9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 dirty="0"/>
          </a:p>
        </p:txBody>
      </p:sp>
      <p:sp>
        <p:nvSpPr>
          <p:cNvPr id="38916" name="灯片编号占位符 3">
            <a:extLst>
              <a:ext uri="{FF2B5EF4-FFF2-40B4-BE49-F238E27FC236}">
                <a16:creationId xmlns:a16="http://schemas.microsoft.com/office/drawing/2014/main" id="{EE879294-9006-7F9C-3281-A5220B02681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fld id="{9C7C7496-15B0-47F8-9A43-E73996555FA3}" type="slidenum">
              <a:rPr lang="zh-CN" altLang="en-US"/>
              <a:pPr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2110508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EDE504-9501-56FB-D964-1E9297ED75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6A5AC03-C2A9-3A2E-2B75-8C424F599B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0A1070C-8A0B-3CEC-6FB3-45049D7884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A182C49-6A68-76C2-322F-1A2C7F2F9EA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ED8765-8EF3-408C-9341-152904E414ED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7549982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幻灯片图像占位符 1">
            <a:extLst>
              <a:ext uri="{FF2B5EF4-FFF2-40B4-BE49-F238E27FC236}">
                <a16:creationId xmlns:a16="http://schemas.microsoft.com/office/drawing/2014/main" id="{337A4058-E3B2-47D6-950B-A61F5D9550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7523" name="备注占位符 2">
            <a:extLst>
              <a:ext uri="{FF2B5EF4-FFF2-40B4-BE49-F238E27FC236}">
                <a16:creationId xmlns:a16="http://schemas.microsoft.com/office/drawing/2014/main" id="{FE498ED5-CEAA-4CB9-AB0A-42A040AD3AE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 dirty="0"/>
          </a:p>
        </p:txBody>
      </p:sp>
      <p:sp>
        <p:nvSpPr>
          <p:cNvPr id="107524" name="灯片编号占位符 3">
            <a:extLst>
              <a:ext uri="{FF2B5EF4-FFF2-40B4-BE49-F238E27FC236}">
                <a16:creationId xmlns:a16="http://schemas.microsoft.com/office/drawing/2014/main" id="{FAA42A4E-207D-4BBA-8DEC-6A6A0ECA3F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70FF8181-36FB-453D-BB7A-7CBA702883DF}" type="slidenum">
              <a:rPr lang="zh-CN" altLang="en-US"/>
              <a:pPr>
                <a:spcBef>
                  <a:spcPct val="0"/>
                </a:spcBef>
              </a:pPr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2114075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幻灯片图像占位符 1">
            <a:extLst>
              <a:ext uri="{FF2B5EF4-FFF2-40B4-BE49-F238E27FC236}">
                <a16:creationId xmlns:a16="http://schemas.microsoft.com/office/drawing/2014/main" id="{337A4058-E3B2-47D6-950B-A61F5D9550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7523" name="备注占位符 2">
            <a:extLst>
              <a:ext uri="{FF2B5EF4-FFF2-40B4-BE49-F238E27FC236}">
                <a16:creationId xmlns:a16="http://schemas.microsoft.com/office/drawing/2014/main" id="{FE498ED5-CEAA-4CB9-AB0A-42A040AD3AE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 dirty="0"/>
          </a:p>
        </p:txBody>
      </p:sp>
      <p:sp>
        <p:nvSpPr>
          <p:cNvPr id="107524" name="灯片编号占位符 3">
            <a:extLst>
              <a:ext uri="{FF2B5EF4-FFF2-40B4-BE49-F238E27FC236}">
                <a16:creationId xmlns:a16="http://schemas.microsoft.com/office/drawing/2014/main" id="{FAA42A4E-207D-4BBA-8DEC-6A6A0ECA3F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70FF8181-36FB-453D-BB7A-7CBA702883DF}" type="slidenum">
              <a:rPr lang="zh-CN" altLang="en-US"/>
              <a:pPr>
                <a:spcBef>
                  <a:spcPct val="0"/>
                </a:spcBef>
              </a:pPr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6653270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D9D1C4-2C05-1926-5B2E-B9D2779B8D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幻灯片图像占位符 1">
            <a:extLst>
              <a:ext uri="{FF2B5EF4-FFF2-40B4-BE49-F238E27FC236}">
                <a16:creationId xmlns:a16="http://schemas.microsoft.com/office/drawing/2014/main" id="{16E4EF07-919B-B083-B0B9-4F37E020A346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7523" name="备注占位符 2">
            <a:extLst>
              <a:ext uri="{FF2B5EF4-FFF2-40B4-BE49-F238E27FC236}">
                <a16:creationId xmlns:a16="http://schemas.microsoft.com/office/drawing/2014/main" id="{11572CB5-8E39-2963-260C-60EBA4A4E6A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 dirty="0"/>
          </a:p>
        </p:txBody>
      </p:sp>
      <p:sp>
        <p:nvSpPr>
          <p:cNvPr id="107524" name="灯片编号占位符 3">
            <a:extLst>
              <a:ext uri="{FF2B5EF4-FFF2-40B4-BE49-F238E27FC236}">
                <a16:creationId xmlns:a16="http://schemas.microsoft.com/office/drawing/2014/main" id="{18D31AE0-7AD6-F8DD-6CBC-DC208569998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70FF8181-36FB-453D-BB7A-7CBA702883DF}" type="slidenum">
              <a:rPr lang="zh-CN" altLang="en-US"/>
              <a:pPr>
                <a:spcBef>
                  <a:spcPct val="0"/>
                </a:spcBef>
              </a:pPr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6125675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幻灯片图像占位符 1">
            <a:extLst>
              <a:ext uri="{FF2B5EF4-FFF2-40B4-BE49-F238E27FC236}">
                <a16:creationId xmlns:a16="http://schemas.microsoft.com/office/drawing/2014/main" id="{337A4058-E3B2-47D6-950B-A61F5D9550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7523" name="备注占位符 2">
            <a:extLst>
              <a:ext uri="{FF2B5EF4-FFF2-40B4-BE49-F238E27FC236}">
                <a16:creationId xmlns:a16="http://schemas.microsoft.com/office/drawing/2014/main" id="{FE498ED5-CEAA-4CB9-AB0A-42A040AD3AE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 dirty="0"/>
          </a:p>
        </p:txBody>
      </p:sp>
      <p:sp>
        <p:nvSpPr>
          <p:cNvPr id="107524" name="灯片编号占位符 3">
            <a:extLst>
              <a:ext uri="{FF2B5EF4-FFF2-40B4-BE49-F238E27FC236}">
                <a16:creationId xmlns:a16="http://schemas.microsoft.com/office/drawing/2014/main" id="{FAA42A4E-207D-4BBA-8DEC-6A6A0ECA3F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70FF8181-36FB-453D-BB7A-7CBA702883DF}" type="slidenum">
              <a:rPr lang="zh-CN" altLang="en-US"/>
              <a:pPr>
                <a:spcBef>
                  <a:spcPct val="0"/>
                </a:spcBef>
              </a:pPr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3700800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幻灯片图像占位符 1">
            <a:extLst>
              <a:ext uri="{FF2B5EF4-FFF2-40B4-BE49-F238E27FC236}">
                <a16:creationId xmlns:a16="http://schemas.microsoft.com/office/drawing/2014/main" id="{337A4058-E3B2-47D6-950B-A61F5D9550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7523" name="备注占位符 2">
            <a:extLst>
              <a:ext uri="{FF2B5EF4-FFF2-40B4-BE49-F238E27FC236}">
                <a16:creationId xmlns:a16="http://schemas.microsoft.com/office/drawing/2014/main" id="{FE498ED5-CEAA-4CB9-AB0A-42A040AD3AE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 dirty="0"/>
          </a:p>
        </p:txBody>
      </p:sp>
      <p:sp>
        <p:nvSpPr>
          <p:cNvPr id="107524" name="灯片编号占位符 3">
            <a:extLst>
              <a:ext uri="{FF2B5EF4-FFF2-40B4-BE49-F238E27FC236}">
                <a16:creationId xmlns:a16="http://schemas.microsoft.com/office/drawing/2014/main" id="{FAA42A4E-207D-4BBA-8DEC-6A6A0ECA3F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70FF8181-36FB-453D-BB7A-7CBA702883DF}" type="slidenum">
              <a:rPr lang="zh-CN" altLang="en-US"/>
              <a:pPr>
                <a:spcBef>
                  <a:spcPct val="0"/>
                </a:spcBef>
              </a:pPr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3430114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幻灯片图像占位符 1">
            <a:extLst>
              <a:ext uri="{FF2B5EF4-FFF2-40B4-BE49-F238E27FC236}">
                <a16:creationId xmlns:a16="http://schemas.microsoft.com/office/drawing/2014/main" id="{337A4058-E3B2-47D6-950B-A61F5D9550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7523" name="备注占位符 2">
            <a:extLst>
              <a:ext uri="{FF2B5EF4-FFF2-40B4-BE49-F238E27FC236}">
                <a16:creationId xmlns:a16="http://schemas.microsoft.com/office/drawing/2014/main" id="{FE498ED5-CEAA-4CB9-AB0A-42A040AD3AE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 dirty="0"/>
          </a:p>
        </p:txBody>
      </p:sp>
      <p:sp>
        <p:nvSpPr>
          <p:cNvPr id="107524" name="灯片编号占位符 3">
            <a:extLst>
              <a:ext uri="{FF2B5EF4-FFF2-40B4-BE49-F238E27FC236}">
                <a16:creationId xmlns:a16="http://schemas.microsoft.com/office/drawing/2014/main" id="{FAA42A4E-207D-4BBA-8DEC-6A6A0ECA3F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70FF8181-36FB-453D-BB7A-7CBA702883DF}" type="slidenum">
              <a:rPr lang="zh-CN" altLang="en-US"/>
              <a:pPr>
                <a:spcBef>
                  <a:spcPct val="0"/>
                </a:spcBef>
              </a:pPr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7638966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C8F0DC-AD10-EDED-D405-BCAA39E1D0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幻灯片图像占位符 1">
            <a:extLst>
              <a:ext uri="{FF2B5EF4-FFF2-40B4-BE49-F238E27FC236}">
                <a16:creationId xmlns:a16="http://schemas.microsoft.com/office/drawing/2014/main" id="{2370FE9D-CBF8-FDCA-BEE4-CBB6EA941892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7523" name="备注占位符 2">
            <a:extLst>
              <a:ext uri="{FF2B5EF4-FFF2-40B4-BE49-F238E27FC236}">
                <a16:creationId xmlns:a16="http://schemas.microsoft.com/office/drawing/2014/main" id="{6FC6ECD8-4BFF-9E58-236A-758833A307D8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 dirty="0"/>
          </a:p>
        </p:txBody>
      </p:sp>
      <p:sp>
        <p:nvSpPr>
          <p:cNvPr id="107524" name="灯片编号占位符 3">
            <a:extLst>
              <a:ext uri="{FF2B5EF4-FFF2-40B4-BE49-F238E27FC236}">
                <a16:creationId xmlns:a16="http://schemas.microsoft.com/office/drawing/2014/main" id="{C43DFFA6-E75E-9A0E-7517-2D133A3D80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70FF8181-36FB-453D-BB7A-7CBA702883DF}" type="slidenum">
              <a:rPr lang="zh-CN" altLang="en-US"/>
              <a:pPr>
                <a:spcBef>
                  <a:spcPct val="0"/>
                </a:spcBef>
              </a:pPr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6635968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E469C6-F93E-8502-3F98-0FC63C17BE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E61C176-E471-E2C9-17AD-E557D73CEC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618CF0A-3DE7-6322-DD1B-BD0441E794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F774E25-6877-119B-24C1-25AF89BEFEE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ED8765-8EF3-408C-9341-152904E414ED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7824866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幻灯片图像占位符 1">
            <a:extLst>
              <a:ext uri="{FF2B5EF4-FFF2-40B4-BE49-F238E27FC236}">
                <a16:creationId xmlns:a16="http://schemas.microsoft.com/office/drawing/2014/main" id="{286F2058-DA57-4033-A8E4-E68395E6A689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5059" name="备注占位符 2">
            <a:extLst>
              <a:ext uri="{FF2B5EF4-FFF2-40B4-BE49-F238E27FC236}">
                <a16:creationId xmlns:a16="http://schemas.microsoft.com/office/drawing/2014/main" id="{C2E32B0A-0710-4E15-8172-E1D23AADCBCF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zh-CN" dirty="0"/>
          </a:p>
        </p:txBody>
      </p:sp>
      <p:sp>
        <p:nvSpPr>
          <p:cNvPr id="45060" name="灯片编号占位符 3">
            <a:extLst>
              <a:ext uri="{FF2B5EF4-FFF2-40B4-BE49-F238E27FC236}">
                <a16:creationId xmlns:a16="http://schemas.microsoft.com/office/drawing/2014/main" id="{A40DC9CD-B425-43D9-B3CC-3413990A87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63610CC9-E201-469C-9E5F-220924721DB0}" type="slidenum">
              <a:rPr lang="zh-CN" altLang="en-US"/>
              <a:pPr>
                <a:spcBef>
                  <a:spcPct val="0"/>
                </a:spcBef>
              </a:pPr>
              <a:t>21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幻灯片图像占位符 1">
            <a:extLst>
              <a:ext uri="{FF2B5EF4-FFF2-40B4-BE49-F238E27FC236}">
                <a16:creationId xmlns:a16="http://schemas.microsoft.com/office/drawing/2014/main" id="{286F2058-DA57-4033-A8E4-E68395E6A689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5059" name="备注占位符 2">
            <a:extLst>
              <a:ext uri="{FF2B5EF4-FFF2-40B4-BE49-F238E27FC236}">
                <a16:creationId xmlns:a16="http://schemas.microsoft.com/office/drawing/2014/main" id="{C2E32B0A-0710-4E15-8172-E1D23AADCBCF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zh-CN" dirty="0"/>
          </a:p>
        </p:txBody>
      </p:sp>
      <p:sp>
        <p:nvSpPr>
          <p:cNvPr id="45060" name="灯片编号占位符 3">
            <a:extLst>
              <a:ext uri="{FF2B5EF4-FFF2-40B4-BE49-F238E27FC236}">
                <a16:creationId xmlns:a16="http://schemas.microsoft.com/office/drawing/2014/main" id="{A40DC9CD-B425-43D9-B3CC-3413990A87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63610CC9-E201-469C-9E5F-220924721DB0}" type="slidenum">
              <a:rPr lang="zh-CN" altLang="en-US"/>
              <a:pPr>
                <a:spcBef>
                  <a:spcPct val="0"/>
                </a:spcBef>
              </a:pPr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0950729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幻灯片图像占位符 1">
            <a:extLst>
              <a:ext uri="{FF2B5EF4-FFF2-40B4-BE49-F238E27FC236}">
                <a16:creationId xmlns:a16="http://schemas.microsoft.com/office/drawing/2014/main" id="{286F2058-DA57-4033-A8E4-E68395E6A689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5059" name="备注占位符 2">
            <a:extLst>
              <a:ext uri="{FF2B5EF4-FFF2-40B4-BE49-F238E27FC236}">
                <a16:creationId xmlns:a16="http://schemas.microsoft.com/office/drawing/2014/main" id="{C2E32B0A-0710-4E15-8172-E1D23AADCBCF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zh-CN" dirty="0"/>
          </a:p>
        </p:txBody>
      </p:sp>
      <p:sp>
        <p:nvSpPr>
          <p:cNvPr id="45060" name="灯片编号占位符 3">
            <a:extLst>
              <a:ext uri="{FF2B5EF4-FFF2-40B4-BE49-F238E27FC236}">
                <a16:creationId xmlns:a16="http://schemas.microsoft.com/office/drawing/2014/main" id="{A40DC9CD-B425-43D9-B3CC-3413990A87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63610CC9-E201-469C-9E5F-220924721DB0}" type="slidenum">
              <a:rPr lang="zh-CN" altLang="en-US"/>
              <a:pPr>
                <a:spcBef>
                  <a:spcPct val="0"/>
                </a:spcBef>
              </a:pPr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6370352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幻灯片图像占位符 1">
            <a:extLst>
              <a:ext uri="{FF2B5EF4-FFF2-40B4-BE49-F238E27FC236}">
                <a16:creationId xmlns:a16="http://schemas.microsoft.com/office/drawing/2014/main" id="{286F2058-DA57-4033-A8E4-E68395E6A689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5059" name="备注占位符 2">
            <a:extLst>
              <a:ext uri="{FF2B5EF4-FFF2-40B4-BE49-F238E27FC236}">
                <a16:creationId xmlns:a16="http://schemas.microsoft.com/office/drawing/2014/main" id="{C2E32B0A-0710-4E15-8172-E1D23AADCBCF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zh-CN" dirty="0"/>
          </a:p>
        </p:txBody>
      </p:sp>
      <p:sp>
        <p:nvSpPr>
          <p:cNvPr id="45060" name="灯片编号占位符 3">
            <a:extLst>
              <a:ext uri="{FF2B5EF4-FFF2-40B4-BE49-F238E27FC236}">
                <a16:creationId xmlns:a16="http://schemas.microsoft.com/office/drawing/2014/main" id="{A40DC9CD-B425-43D9-B3CC-3413990A87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63610CC9-E201-469C-9E5F-220924721DB0}" type="slidenum">
              <a:rPr lang="zh-CN" altLang="en-US"/>
              <a:pPr>
                <a:spcBef>
                  <a:spcPct val="0"/>
                </a:spcBef>
              </a:pPr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3539115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443F72-13EA-D032-471D-93E45B8F05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733D928-FD7F-C1F8-FC0D-9658584BF5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5AE6471-EEA3-F2C1-E66C-E4413AA8BF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88BF42C-3F68-29C2-1571-05D2BC8A7F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ED8765-8EF3-408C-9341-152904E414ED}" type="slidenum">
              <a:rPr lang="zh-CN" altLang="en-US" smtClean="0"/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7146392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74C475-7154-DB3B-DA8C-52353A4A96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幻灯片图像占位符 1">
            <a:extLst>
              <a:ext uri="{FF2B5EF4-FFF2-40B4-BE49-F238E27FC236}">
                <a16:creationId xmlns:a16="http://schemas.microsoft.com/office/drawing/2014/main" id="{56C92EB8-06F3-9588-9C18-5AB5BAFB77C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7523" name="备注占位符 2">
            <a:extLst>
              <a:ext uri="{FF2B5EF4-FFF2-40B4-BE49-F238E27FC236}">
                <a16:creationId xmlns:a16="http://schemas.microsoft.com/office/drawing/2014/main" id="{432159D1-D6E3-4515-0C40-02D2912773FC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 dirty="0"/>
          </a:p>
        </p:txBody>
      </p:sp>
      <p:sp>
        <p:nvSpPr>
          <p:cNvPr id="107524" name="灯片编号占位符 3">
            <a:extLst>
              <a:ext uri="{FF2B5EF4-FFF2-40B4-BE49-F238E27FC236}">
                <a16:creationId xmlns:a16="http://schemas.microsoft.com/office/drawing/2014/main" id="{E761CB7A-D7DB-CDDF-C95F-B9360FFE341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70FF8181-36FB-453D-BB7A-7CBA702883DF}" type="slidenum">
              <a:rPr lang="zh-CN" altLang="en-US"/>
              <a:pPr>
                <a:spcBef>
                  <a:spcPct val="0"/>
                </a:spcBef>
              </a:pPr>
              <a:t>30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6613786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幻灯片图像占位符 1">
            <a:extLst>
              <a:ext uri="{FF2B5EF4-FFF2-40B4-BE49-F238E27FC236}">
                <a16:creationId xmlns:a16="http://schemas.microsoft.com/office/drawing/2014/main" id="{337A4058-E3B2-47D6-950B-A61F5D9550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7523" name="备注占位符 2">
            <a:extLst>
              <a:ext uri="{FF2B5EF4-FFF2-40B4-BE49-F238E27FC236}">
                <a16:creationId xmlns:a16="http://schemas.microsoft.com/office/drawing/2014/main" id="{FE498ED5-CEAA-4CB9-AB0A-42A040AD3AE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 dirty="0"/>
          </a:p>
        </p:txBody>
      </p:sp>
      <p:sp>
        <p:nvSpPr>
          <p:cNvPr id="107524" name="灯片编号占位符 3">
            <a:extLst>
              <a:ext uri="{FF2B5EF4-FFF2-40B4-BE49-F238E27FC236}">
                <a16:creationId xmlns:a16="http://schemas.microsoft.com/office/drawing/2014/main" id="{FAA42A4E-207D-4BBA-8DEC-6A6A0ECA3F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70FF8181-36FB-453D-BB7A-7CBA702883DF}" type="slidenum">
              <a:rPr lang="zh-CN" altLang="en-US"/>
              <a:pPr>
                <a:spcBef>
                  <a:spcPct val="0"/>
                </a:spcBef>
              </a:pPr>
              <a:t>31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15363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幻灯片图像占位符 1">
            <a:extLst>
              <a:ext uri="{FF2B5EF4-FFF2-40B4-BE49-F238E27FC236}">
                <a16:creationId xmlns:a16="http://schemas.microsoft.com/office/drawing/2014/main" id="{337A4058-E3B2-47D6-950B-A61F5D9550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7523" name="备注占位符 2">
            <a:extLst>
              <a:ext uri="{FF2B5EF4-FFF2-40B4-BE49-F238E27FC236}">
                <a16:creationId xmlns:a16="http://schemas.microsoft.com/office/drawing/2014/main" id="{FE498ED5-CEAA-4CB9-AB0A-42A040AD3AE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 dirty="0"/>
          </a:p>
        </p:txBody>
      </p:sp>
      <p:sp>
        <p:nvSpPr>
          <p:cNvPr id="107524" name="灯片编号占位符 3">
            <a:extLst>
              <a:ext uri="{FF2B5EF4-FFF2-40B4-BE49-F238E27FC236}">
                <a16:creationId xmlns:a16="http://schemas.microsoft.com/office/drawing/2014/main" id="{FAA42A4E-207D-4BBA-8DEC-6A6A0ECA3F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70FF8181-36FB-453D-BB7A-7CBA702883DF}" type="slidenum">
              <a:rPr lang="zh-CN" altLang="en-US"/>
              <a:pPr>
                <a:spcBef>
                  <a:spcPct val="0"/>
                </a:spcBef>
              </a:pPr>
              <a:t>32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5699186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幻灯片图像占位符 1">
            <a:extLst>
              <a:ext uri="{FF2B5EF4-FFF2-40B4-BE49-F238E27FC236}">
                <a16:creationId xmlns:a16="http://schemas.microsoft.com/office/drawing/2014/main" id="{337A4058-E3B2-47D6-950B-A61F5D9550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7523" name="备注占位符 2">
            <a:extLst>
              <a:ext uri="{FF2B5EF4-FFF2-40B4-BE49-F238E27FC236}">
                <a16:creationId xmlns:a16="http://schemas.microsoft.com/office/drawing/2014/main" id="{FE498ED5-CEAA-4CB9-AB0A-42A040AD3AE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 dirty="0"/>
          </a:p>
        </p:txBody>
      </p:sp>
      <p:sp>
        <p:nvSpPr>
          <p:cNvPr id="107524" name="灯片编号占位符 3">
            <a:extLst>
              <a:ext uri="{FF2B5EF4-FFF2-40B4-BE49-F238E27FC236}">
                <a16:creationId xmlns:a16="http://schemas.microsoft.com/office/drawing/2014/main" id="{FAA42A4E-207D-4BBA-8DEC-6A6A0ECA3F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70FF8181-36FB-453D-BB7A-7CBA702883DF}" type="slidenum">
              <a:rPr lang="zh-CN" altLang="en-US"/>
              <a:pPr>
                <a:spcBef>
                  <a:spcPct val="0"/>
                </a:spcBef>
              </a:pPr>
              <a:t>33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407691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5.png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内容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CED916A-3E34-4B9E-8F9F-7A8921A30F9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76197" y="956241"/>
            <a:ext cx="11060481" cy="533182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/>
            </a:lvl1pPr>
          </a:lstStyle>
          <a:p>
            <a:pPr lvl="0"/>
            <a:r>
              <a:rPr lang="zh-CN" altLang="en-US"/>
              <a:t>单击此处编辑内容</a:t>
            </a:r>
            <a:endParaRPr lang="zh-CN" altLang="en-US" dirty="0"/>
          </a:p>
        </p:txBody>
      </p:sp>
      <p:sp>
        <p:nvSpPr>
          <p:cNvPr id="8" name="标题 7">
            <a:extLst>
              <a:ext uri="{FF2B5EF4-FFF2-40B4-BE49-F238E27FC236}">
                <a16:creationId xmlns:a16="http://schemas.microsoft.com/office/drawing/2014/main" id="{E0BD5DE7-58FF-A736-CEC2-C49FBA5469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196" y="336399"/>
            <a:ext cx="10747497" cy="474415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47" name="椭圆 46">
            <a:extLst>
              <a:ext uri="{FF2B5EF4-FFF2-40B4-BE49-F238E27FC236}">
                <a16:creationId xmlns:a16="http://schemas.microsoft.com/office/drawing/2014/main" id="{2828A69B-715F-4EF1-58FB-A763C01CE99E}"/>
              </a:ext>
            </a:extLst>
          </p:cNvPr>
          <p:cNvSpPr/>
          <p:nvPr userDrawn="1"/>
        </p:nvSpPr>
        <p:spPr>
          <a:xfrm>
            <a:off x="221806" y="190972"/>
            <a:ext cx="144104" cy="144104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" name="椭圆 47">
            <a:extLst>
              <a:ext uri="{FF2B5EF4-FFF2-40B4-BE49-F238E27FC236}">
                <a16:creationId xmlns:a16="http://schemas.microsoft.com/office/drawing/2014/main" id="{D09C51A0-F849-48A7-BC23-68B1480BCFBA}"/>
              </a:ext>
            </a:extLst>
          </p:cNvPr>
          <p:cNvSpPr/>
          <p:nvPr userDrawn="1"/>
        </p:nvSpPr>
        <p:spPr>
          <a:xfrm>
            <a:off x="293858" y="224694"/>
            <a:ext cx="220764" cy="22076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23742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7">
            <a:extLst>
              <a:ext uri="{FF2B5EF4-FFF2-40B4-BE49-F238E27FC236}">
                <a16:creationId xmlns:a16="http://schemas.microsoft.com/office/drawing/2014/main" id="{FCDA8ECA-5550-1579-68CA-CC29E9FAE4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626" y="335203"/>
            <a:ext cx="10737020" cy="47441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9" name="椭圆 38">
            <a:extLst>
              <a:ext uri="{FF2B5EF4-FFF2-40B4-BE49-F238E27FC236}">
                <a16:creationId xmlns:a16="http://schemas.microsoft.com/office/drawing/2014/main" id="{0F420230-886B-D4D3-2B3C-23A24A3C217F}"/>
              </a:ext>
            </a:extLst>
          </p:cNvPr>
          <p:cNvSpPr/>
          <p:nvPr userDrawn="1"/>
        </p:nvSpPr>
        <p:spPr>
          <a:xfrm>
            <a:off x="221806" y="190972"/>
            <a:ext cx="144104" cy="144104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椭圆 39">
            <a:extLst>
              <a:ext uri="{FF2B5EF4-FFF2-40B4-BE49-F238E27FC236}">
                <a16:creationId xmlns:a16="http://schemas.microsoft.com/office/drawing/2014/main" id="{0C47F643-5264-44DA-EC51-A1FD97EB2FDA}"/>
              </a:ext>
            </a:extLst>
          </p:cNvPr>
          <p:cNvSpPr/>
          <p:nvPr userDrawn="1"/>
        </p:nvSpPr>
        <p:spPr>
          <a:xfrm>
            <a:off x="293858" y="224694"/>
            <a:ext cx="220764" cy="22076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576422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无标题空白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537122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椭圆 26">
            <a:extLst>
              <a:ext uri="{FF2B5EF4-FFF2-40B4-BE49-F238E27FC236}">
                <a16:creationId xmlns:a16="http://schemas.microsoft.com/office/drawing/2014/main" id="{CE1A1E8E-5BFA-290B-CE2D-C63161DD862D}"/>
              </a:ext>
            </a:extLst>
          </p:cNvPr>
          <p:cNvSpPr/>
          <p:nvPr userDrawn="1"/>
        </p:nvSpPr>
        <p:spPr>
          <a:xfrm>
            <a:off x="410285" y="263623"/>
            <a:ext cx="201682" cy="201682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标题 7">
            <a:extLst>
              <a:ext uri="{FF2B5EF4-FFF2-40B4-BE49-F238E27FC236}">
                <a16:creationId xmlns:a16="http://schemas.microsoft.com/office/drawing/2014/main" id="{28157308-7332-F855-6CD5-8994EF9131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3098" y="316670"/>
            <a:ext cx="9735968" cy="47441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pic>
        <p:nvPicPr>
          <p:cNvPr id="14" name="图形 13">
            <a:extLst>
              <a:ext uri="{FF2B5EF4-FFF2-40B4-BE49-F238E27FC236}">
                <a16:creationId xmlns:a16="http://schemas.microsoft.com/office/drawing/2014/main" id="{7C282B3D-F354-6522-5657-ED6D2CE0D84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5779" y="423789"/>
            <a:ext cx="201682" cy="201682"/>
          </a:xfrm>
          <a:prstGeom prst="rect">
            <a:avLst/>
          </a:prstGeom>
        </p:spPr>
      </p:pic>
      <p:sp>
        <p:nvSpPr>
          <p:cNvPr id="18" name="文本占位符 17">
            <a:extLst>
              <a:ext uri="{FF2B5EF4-FFF2-40B4-BE49-F238E27FC236}">
                <a16:creationId xmlns:a16="http://schemas.microsoft.com/office/drawing/2014/main" id="{003B1F35-1C5E-4046-0266-04F81948A3E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753099" y="1024932"/>
            <a:ext cx="9570540" cy="478055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/>
            </a:lvl1pPr>
          </a:lstStyle>
          <a:p>
            <a:pPr lvl="0"/>
            <a:r>
              <a:rPr lang="zh-CN" altLang="en-US"/>
              <a:t>此处</a:t>
            </a:r>
            <a:r>
              <a:rPr lang="en-US" altLang="zh-CN"/>
              <a:t>weight</a:t>
            </a:r>
            <a:r>
              <a:rPr lang="zh-CN" altLang="en-US"/>
              <a:t>案例内容，字体不可改，阿里巴巴惠普体</a:t>
            </a:r>
            <a:r>
              <a:rPr lang="en-US" altLang="zh-CN"/>
              <a:t>16</a:t>
            </a:r>
            <a:r>
              <a:rPr lang="zh-CN" altLang="en-US"/>
              <a:t>号</a:t>
            </a:r>
          </a:p>
        </p:txBody>
      </p: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20A81A7A-9283-4012-AFC4-85E90FC61246}"/>
              </a:ext>
            </a:extLst>
          </p:cNvPr>
          <p:cNvGrpSpPr/>
          <p:nvPr userDrawn="1"/>
        </p:nvGrpSpPr>
        <p:grpSpPr>
          <a:xfrm>
            <a:off x="504134" y="308770"/>
            <a:ext cx="1212680" cy="453281"/>
            <a:chOff x="532462" y="1628775"/>
            <a:chExt cx="1212680" cy="453281"/>
          </a:xfrm>
        </p:grpSpPr>
        <p:sp>
          <p:nvSpPr>
            <p:cNvPr id="24" name="矩形: 圆角 23">
              <a:extLst>
                <a:ext uri="{FF2B5EF4-FFF2-40B4-BE49-F238E27FC236}">
                  <a16:creationId xmlns:a16="http://schemas.microsoft.com/office/drawing/2014/main" id="{54670D28-3CCE-924C-0936-90894593722C}"/>
                </a:ext>
              </a:extLst>
            </p:cNvPr>
            <p:cNvSpPr/>
            <p:nvPr userDrawn="1"/>
          </p:nvSpPr>
          <p:spPr>
            <a:xfrm>
              <a:off x="695616" y="1668659"/>
              <a:ext cx="1031831" cy="373512"/>
            </a:xfrm>
            <a:prstGeom prst="roundRect">
              <a:avLst>
                <a:gd name="adj" fmla="val 15027"/>
              </a:avLst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55B1B6FC-F79A-9918-E71A-665867D34C18}"/>
                </a:ext>
              </a:extLst>
            </p:cNvPr>
            <p:cNvSpPr/>
            <p:nvPr userDrawn="1"/>
          </p:nvSpPr>
          <p:spPr>
            <a:xfrm>
              <a:off x="532462" y="1628775"/>
              <a:ext cx="453281" cy="453281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23" name="图形 22">
              <a:extLst>
                <a:ext uri="{FF2B5EF4-FFF2-40B4-BE49-F238E27FC236}">
                  <a16:creationId xmlns:a16="http://schemas.microsoft.com/office/drawing/2014/main" id="{831BBACC-20D7-DBD1-9827-7405F380536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58261" y="1754574"/>
              <a:ext cx="201682" cy="201682"/>
            </a:xfrm>
            <a:prstGeom prst="rect">
              <a:avLst/>
            </a:prstGeom>
          </p:spPr>
        </p:pic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92206755-775B-95BA-7085-C3DF286396FF}"/>
                </a:ext>
              </a:extLst>
            </p:cNvPr>
            <p:cNvSpPr txBox="1"/>
            <p:nvPr userDrawn="1"/>
          </p:nvSpPr>
          <p:spPr>
            <a:xfrm>
              <a:off x="1000760" y="1655360"/>
              <a:ext cx="74438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2000" b="0">
                  <a:solidFill>
                    <a:schemeClr val="accent1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案例</a:t>
              </a:r>
              <a:endParaRPr lang="zh-CN" altLang="en-US" sz="2000" b="0"/>
            </a:p>
          </p:txBody>
        </p:sp>
      </p:grpSp>
    </p:spTree>
    <p:extLst>
      <p:ext uri="{BB962C8B-B14F-4D97-AF65-F5344CB8AC3E}">
        <p14:creationId xmlns:p14="http://schemas.microsoft.com/office/powerpoint/2010/main" val="36716357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步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椭圆 26">
            <a:extLst>
              <a:ext uri="{FF2B5EF4-FFF2-40B4-BE49-F238E27FC236}">
                <a16:creationId xmlns:a16="http://schemas.microsoft.com/office/drawing/2014/main" id="{CE1A1E8E-5BFA-290B-CE2D-C63161DD862D}"/>
              </a:ext>
            </a:extLst>
          </p:cNvPr>
          <p:cNvSpPr/>
          <p:nvPr userDrawn="1"/>
        </p:nvSpPr>
        <p:spPr>
          <a:xfrm>
            <a:off x="410285" y="263623"/>
            <a:ext cx="201682" cy="201682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标题 7">
            <a:extLst>
              <a:ext uri="{FF2B5EF4-FFF2-40B4-BE49-F238E27FC236}">
                <a16:creationId xmlns:a16="http://schemas.microsoft.com/office/drawing/2014/main" id="{28157308-7332-F855-6CD5-8994EF9131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3098" y="316670"/>
            <a:ext cx="9735968" cy="47441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pic>
        <p:nvPicPr>
          <p:cNvPr id="14" name="图形 13">
            <a:extLst>
              <a:ext uri="{FF2B5EF4-FFF2-40B4-BE49-F238E27FC236}">
                <a16:creationId xmlns:a16="http://schemas.microsoft.com/office/drawing/2014/main" id="{7C282B3D-F354-6522-5657-ED6D2CE0D84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5779" y="423789"/>
            <a:ext cx="201682" cy="201682"/>
          </a:xfrm>
          <a:prstGeom prst="rect">
            <a:avLst/>
          </a:prstGeom>
        </p:spPr>
      </p:pic>
      <p:sp>
        <p:nvSpPr>
          <p:cNvPr id="18" name="文本占位符 17">
            <a:extLst>
              <a:ext uri="{FF2B5EF4-FFF2-40B4-BE49-F238E27FC236}">
                <a16:creationId xmlns:a16="http://schemas.microsoft.com/office/drawing/2014/main" id="{003B1F35-1C5E-4046-0266-04F81948A3E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753099" y="1024932"/>
            <a:ext cx="9570540" cy="478055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/>
            </a:lvl1pPr>
          </a:lstStyle>
          <a:p>
            <a:pPr lvl="0"/>
            <a:r>
              <a:rPr lang="zh-CN" altLang="en-US"/>
              <a:t>此处</a:t>
            </a:r>
            <a:r>
              <a:rPr lang="en-US" altLang="zh-CN"/>
              <a:t>weight</a:t>
            </a:r>
            <a:r>
              <a:rPr lang="zh-CN" altLang="en-US"/>
              <a:t>案例内容，字体不可改，阿里巴巴惠普体</a:t>
            </a:r>
            <a:r>
              <a:rPr lang="en-US" altLang="zh-CN"/>
              <a:t>16</a:t>
            </a:r>
            <a:r>
              <a:rPr lang="zh-CN" altLang="en-US"/>
              <a:t>号</a:t>
            </a:r>
          </a:p>
        </p:txBody>
      </p: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20A81A7A-9283-4012-AFC4-85E90FC61246}"/>
              </a:ext>
            </a:extLst>
          </p:cNvPr>
          <p:cNvGrpSpPr/>
          <p:nvPr userDrawn="1"/>
        </p:nvGrpSpPr>
        <p:grpSpPr>
          <a:xfrm>
            <a:off x="504134" y="308770"/>
            <a:ext cx="1212680" cy="453281"/>
            <a:chOff x="532462" y="1628775"/>
            <a:chExt cx="1212680" cy="453281"/>
          </a:xfrm>
        </p:grpSpPr>
        <p:sp>
          <p:nvSpPr>
            <p:cNvPr id="24" name="矩形: 圆角 23">
              <a:extLst>
                <a:ext uri="{FF2B5EF4-FFF2-40B4-BE49-F238E27FC236}">
                  <a16:creationId xmlns:a16="http://schemas.microsoft.com/office/drawing/2014/main" id="{54670D28-3CCE-924C-0936-90894593722C}"/>
                </a:ext>
              </a:extLst>
            </p:cNvPr>
            <p:cNvSpPr/>
            <p:nvPr userDrawn="1"/>
          </p:nvSpPr>
          <p:spPr>
            <a:xfrm>
              <a:off x="695616" y="1668659"/>
              <a:ext cx="1031831" cy="373512"/>
            </a:xfrm>
            <a:prstGeom prst="roundRect">
              <a:avLst>
                <a:gd name="adj" fmla="val 15027"/>
              </a:avLst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55B1B6FC-F79A-9918-E71A-665867D34C18}"/>
                </a:ext>
              </a:extLst>
            </p:cNvPr>
            <p:cNvSpPr/>
            <p:nvPr userDrawn="1"/>
          </p:nvSpPr>
          <p:spPr>
            <a:xfrm>
              <a:off x="532462" y="1628775"/>
              <a:ext cx="453281" cy="453281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23" name="图形 22">
              <a:extLst>
                <a:ext uri="{FF2B5EF4-FFF2-40B4-BE49-F238E27FC236}">
                  <a16:creationId xmlns:a16="http://schemas.microsoft.com/office/drawing/2014/main" id="{831BBACC-20D7-DBD1-9827-7405F380536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58261" y="1754574"/>
              <a:ext cx="201682" cy="201682"/>
            </a:xfrm>
            <a:prstGeom prst="rect">
              <a:avLst/>
            </a:prstGeom>
          </p:spPr>
        </p:pic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92206755-775B-95BA-7085-C3DF286396FF}"/>
                </a:ext>
              </a:extLst>
            </p:cNvPr>
            <p:cNvSpPr txBox="1"/>
            <p:nvPr userDrawn="1"/>
          </p:nvSpPr>
          <p:spPr>
            <a:xfrm>
              <a:off x="1000760" y="1655360"/>
              <a:ext cx="74438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2000" b="0">
                  <a:solidFill>
                    <a:schemeClr val="accent1"/>
                  </a:solidFill>
                  <a:ea typeface="Alibaba PuHuiTi B" pitchFamily="18" charset="-122"/>
                </a:rPr>
                <a:t>步骤</a:t>
              </a:r>
              <a:endParaRPr lang="zh-CN" altLang="en-US" sz="2000" b="0"/>
            </a:p>
          </p:txBody>
        </p:sp>
      </p:grpSp>
    </p:spTree>
    <p:extLst>
      <p:ext uri="{BB962C8B-B14F-4D97-AF65-F5344CB8AC3E}">
        <p14:creationId xmlns:p14="http://schemas.microsoft.com/office/powerpoint/2010/main" val="18015503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椭圆 26">
            <a:extLst>
              <a:ext uri="{FF2B5EF4-FFF2-40B4-BE49-F238E27FC236}">
                <a16:creationId xmlns:a16="http://schemas.microsoft.com/office/drawing/2014/main" id="{CE1A1E8E-5BFA-290B-CE2D-C63161DD862D}"/>
              </a:ext>
            </a:extLst>
          </p:cNvPr>
          <p:cNvSpPr/>
          <p:nvPr userDrawn="1"/>
        </p:nvSpPr>
        <p:spPr>
          <a:xfrm>
            <a:off x="410285" y="263623"/>
            <a:ext cx="201682" cy="201682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标题 7">
            <a:extLst>
              <a:ext uri="{FF2B5EF4-FFF2-40B4-BE49-F238E27FC236}">
                <a16:creationId xmlns:a16="http://schemas.microsoft.com/office/drawing/2014/main" id="{28157308-7332-F855-6CD5-8994EF9131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3098" y="316670"/>
            <a:ext cx="9735968" cy="47441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pic>
        <p:nvPicPr>
          <p:cNvPr id="14" name="图形 13">
            <a:extLst>
              <a:ext uri="{FF2B5EF4-FFF2-40B4-BE49-F238E27FC236}">
                <a16:creationId xmlns:a16="http://schemas.microsoft.com/office/drawing/2014/main" id="{7C282B3D-F354-6522-5657-ED6D2CE0D84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5779" y="423789"/>
            <a:ext cx="201682" cy="201682"/>
          </a:xfrm>
          <a:prstGeom prst="rect">
            <a:avLst/>
          </a:prstGeom>
        </p:spPr>
      </p:pic>
      <p:sp>
        <p:nvSpPr>
          <p:cNvPr id="18" name="文本占位符 17">
            <a:extLst>
              <a:ext uri="{FF2B5EF4-FFF2-40B4-BE49-F238E27FC236}">
                <a16:creationId xmlns:a16="http://schemas.microsoft.com/office/drawing/2014/main" id="{003B1F35-1C5E-4046-0266-04F81948A3E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753099" y="1024932"/>
            <a:ext cx="9570540" cy="478055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/>
            </a:lvl1pPr>
          </a:lstStyle>
          <a:p>
            <a:pPr lvl="0"/>
            <a:r>
              <a:rPr lang="zh-CN" altLang="en-US"/>
              <a:t>此处</a:t>
            </a:r>
            <a:r>
              <a:rPr lang="en-US" altLang="zh-CN"/>
              <a:t>weight</a:t>
            </a:r>
            <a:r>
              <a:rPr lang="zh-CN" altLang="en-US"/>
              <a:t>案例内容，字体不可改，阿里巴巴惠普体</a:t>
            </a:r>
            <a:r>
              <a:rPr lang="en-US" altLang="zh-CN"/>
              <a:t>16</a:t>
            </a:r>
            <a:r>
              <a:rPr lang="zh-CN" altLang="en-US"/>
              <a:t>号</a:t>
            </a:r>
          </a:p>
        </p:txBody>
      </p: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20A81A7A-9283-4012-AFC4-85E90FC61246}"/>
              </a:ext>
            </a:extLst>
          </p:cNvPr>
          <p:cNvGrpSpPr/>
          <p:nvPr userDrawn="1"/>
        </p:nvGrpSpPr>
        <p:grpSpPr>
          <a:xfrm>
            <a:off x="504134" y="308770"/>
            <a:ext cx="1212680" cy="453281"/>
            <a:chOff x="532462" y="1628775"/>
            <a:chExt cx="1212680" cy="453281"/>
          </a:xfrm>
        </p:grpSpPr>
        <p:sp>
          <p:nvSpPr>
            <p:cNvPr id="24" name="矩形: 圆角 23">
              <a:extLst>
                <a:ext uri="{FF2B5EF4-FFF2-40B4-BE49-F238E27FC236}">
                  <a16:creationId xmlns:a16="http://schemas.microsoft.com/office/drawing/2014/main" id="{54670D28-3CCE-924C-0936-90894593722C}"/>
                </a:ext>
              </a:extLst>
            </p:cNvPr>
            <p:cNvSpPr/>
            <p:nvPr userDrawn="1"/>
          </p:nvSpPr>
          <p:spPr>
            <a:xfrm>
              <a:off x="695616" y="1668659"/>
              <a:ext cx="1031831" cy="373512"/>
            </a:xfrm>
            <a:prstGeom prst="roundRect">
              <a:avLst>
                <a:gd name="adj" fmla="val 15027"/>
              </a:avLst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55B1B6FC-F79A-9918-E71A-665867D34C18}"/>
                </a:ext>
              </a:extLst>
            </p:cNvPr>
            <p:cNvSpPr/>
            <p:nvPr userDrawn="1"/>
          </p:nvSpPr>
          <p:spPr>
            <a:xfrm>
              <a:off x="532462" y="1628775"/>
              <a:ext cx="453281" cy="453281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23" name="图形 22">
              <a:extLst>
                <a:ext uri="{FF2B5EF4-FFF2-40B4-BE49-F238E27FC236}">
                  <a16:creationId xmlns:a16="http://schemas.microsoft.com/office/drawing/2014/main" id="{831BBACC-20D7-DBD1-9827-7405F380536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58261" y="1754574"/>
              <a:ext cx="201682" cy="201682"/>
            </a:xfrm>
            <a:prstGeom prst="rect">
              <a:avLst/>
            </a:prstGeom>
          </p:spPr>
        </p:pic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92206755-775B-95BA-7085-C3DF286396FF}"/>
                </a:ext>
              </a:extLst>
            </p:cNvPr>
            <p:cNvSpPr txBox="1"/>
            <p:nvPr userDrawn="1"/>
          </p:nvSpPr>
          <p:spPr>
            <a:xfrm>
              <a:off x="1000760" y="1655360"/>
              <a:ext cx="74438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2000" b="0">
                  <a:solidFill>
                    <a:schemeClr val="accent1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练习</a:t>
              </a:r>
              <a:endParaRPr lang="zh-CN" altLang="en-US" sz="2000" b="0"/>
            </a:p>
          </p:txBody>
        </p:sp>
      </p:grpSp>
    </p:spTree>
    <p:extLst>
      <p:ext uri="{BB962C8B-B14F-4D97-AF65-F5344CB8AC3E}">
        <p14:creationId xmlns:p14="http://schemas.microsoft.com/office/powerpoint/2010/main" val="33981005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EE2BBC2-772E-7EE4-D242-D42D4DA45A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8684462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小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13">
            <a:extLst>
              <a:ext uri="{FF2B5EF4-FFF2-40B4-BE49-F238E27FC236}">
                <a16:creationId xmlns:a16="http://schemas.microsoft.com/office/drawing/2014/main" id="{B8ADD725-DDC3-9843-C6D4-70BC53E95D5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13735" y="1359878"/>
            <a:ext cx="7170081" cy="3962399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50000"/>
              </a:lnSpc>
              <a:buNone/>
              <a:defRPr sz="1600"/>
            </a:lvl1pPr>
          </a:lstStyle>
          <a:p>
            <a:pPr lvl="0"/>
            <a:r>
              <a:rPr lang="zh-CN" altLang="en-US"/>
              <a:t>点击输入小结内容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90828623-64C3-3CF5-C1AD-7CC5E8CC7C5A}"/>
              </a:ext>
            </a:extLst>
          </p:cNvPr>
          <p:cNvSpPr txBox="1"/>
          <p:nvPr userDrawn="1"/>
        </p:nvSpPr>
        <p:spPr>
          <a:xfrm>
            <a:off x="534625" y="2905780"/>
            <a:ext cx="21675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800" b="1" i="0">
                <a:gradFill>
                  <a:gsLst>
                    <a:gs pos="100000">
                      <a:schemeClr val="bg1">
                        <a:alpha val="30000"/>
                      </a:schemeClr>
                    </a:gs>
                    <a:gs pos="0">
                      <a:schemeClr val="bg1">
                        <a:alpha val="0"/>
                      </a:schemeClr>
                    </a:gs>
                  </a:gsLst>
                  <a:lin ang="16200000" scaled="1"/>
                </a:gradFill>
                <a:effectLst/>
                <a:latin typeface="Calisto MT" panose="02040603050505030304" pitchFamily="18" charset="0"/>
              </a:rPr>
              <a:t>BRIEF</a:t>
            </a:r>
          </a:p>
        </p:txBody>
      </p:sp>
      <p:sp>
        <p:nvSpPr>
          <p:cNvPr id="4" name="íşľíďe">
            <a:extLst>
              <a:ext uri="{FF2B5EF4-FFF2-40B4-BE49-F238E27FC236}">
                <a16:creationId xmlns:a16="http://schemas.microsoft.com/office/drawing/2014/main" id="{0D071958-1775-F474-3CD5-C9E1DEDF630A}"/>
              </a:ext>
            </a:extLst>
          </p:cNvPr>
          <p:cNvSpPr txBox="1"/>
          <p:nvPr userDrawn="1"/>
        </p:nvSpPr>
        <p:spPr>
          <a:xfrm flipH="1">
            <a:off x="1017939" y="3075057"/>
            <a:ext cx="120097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b="1">
                <a:solidFill>
                  <a:schemeClr val="bg1"/>
                </a:solidFill>
                <a:latin typeface="阿里巴巴普惠体 Heavy" panose="00020600040101010101" pitchFamily="18" charset="-122"/>
                <a:ea typeface="阿里巴巴普惠体 Heavy" panose="00020600040101010101" pitchFamily="18" charset="-122"/>
                <a:cs typeface="阿里巴巴普惠体 Heavy" panose="00020600040101010101" pitchFamily="18" charset="-122"/>
              </a:rPr>
              <a:t>小结</a:t>
            </a:r>
            <a:endParaRPr lang="zh-CN" altLang="en-US" sz="4000" b="1" dirty="0">
              <a:solidFill>
                <a:schemeClr val="bg1"/>
              </a:solidFill>
              <a:latin typeface="阿里巴巴普惠体 Heavy" panose="00020600040101010101" pitchFamily="18" charset="-122"/>
              <a:ea typeface="阿里巴巴普惠体 Heavy" panose="00020600040101010101" pitchFamily="18" charset="-122"/>
              <a:cs typeface="阿里巴巴普惠体 Heavy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979694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3"/>
            <a:ext cx="10748057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18707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231360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744805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</p:spTree>
    <p:extLst>
      <p:ext uri="{BB962C8B-B14F-4D97-AF65-F5344CB8AC3E}">
        <p14:creationId xmlns:p14="http://schemas.microsoft.com/office/powerpoint/2010/main" val="27188863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总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4950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</p:spTree>
    <p:extLst>
      <p:ext uri="{BB962C8B-B14F-4D97-AF65-F5344CB8AC3E}">
        <p14:creationId xmlns:p14="http://schemas.microsoft.com/office/powerpoint/2010/main" val="139768121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E6C2551-88ED-4239-96A2-7F3C49A205F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>
            <a:extLst>
              <a:ext uri="{FF2B5EF4-FFF2-40B4-BE49-F238E27FC236}">
                <a16:creationId xmlns:a16="http://schemas.microsoft.com/office/drawing/2014/main" id="{0F12D90F-BB49-421D-A9D1-C25C2A378E5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24204"/>
            <a:ext cx="10698800" cy="386122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</p:spTree>
    <p:extLst>
      <p:ext uri="{BB962C8B-B14F-4D97-AF65-F5344CB8AC3E}">
        <p14:creationId xmlns:p14="http://schemas.microsoft.com/office/powerpoint/2010/main" val="161095828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>
            <a:extLst>
              <a:ext uri="{FF2B5EF4-FFF2-40B4-BE49-F238E27FC236}">
                <a16:creationId xmlns:a16="http://schemas.microsoft.com/office/drawing/2014/main" id="{EDBCAEF0-27E1-194C-B5F4-08826E264FF7}"/>
              </a:ext>
            </a:extLst>
          </p:cNvPr>
          <p:cNvGrpSpPr/>
          <p:nvPr userDrawn="1"/>
        </p:nvGrpSpPr>
        <p:grpSpPr>
          <a:xfrm>
            <a:off x="806306" y="1054782"/>
            <a:ext cx="1228476" cy="528956"/>
            <a:chOff x="852891" y="1026849"/>
            <a:chExt cx="1228476" cy="528956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7F233A09-E322-CB4D-81FE-B2170A097F20}"/>
                </a:ext>
              </a:extLst>
            </p:cNvPr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>
              <a:extLst>
                <a:ext uri="{FF2B5EF4-FFF2-40B4-BE49-F238E27FC236}">
                  <a16:creationId xmlns:a16="http://schemas.microsoft.com/office/drawing/2014/main" id="{58F0AF60-824F-A447-B933-34D6D8A0DBD6}"/>
                </a:ext>
              </a:extLst>
            </p:cNvPr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" name="TextBox 2">
              <a:extLst>
                <a:ext uri="{FF2B5EF4-FFF2-40B4-BE49-F238E27FC236}">
                  <a16:creationId xmlns:a16="http://schemas.microsoft.com/office/drawing/2014/main" id="{A22AFB91-263F-054D-81BE-7D38A372C09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练习</a:t>
              </a:r>
            </a:p>
          </p:txBody>
        </p:sp>
      </p:grpSp>
      <p:sp>
        <p:nvSpPr>
          <p:cNvPr id="11" name="文本占位符 9">
            <a:extLst>
              <a:ext uri="{FF2B5EF4-FFF2-40B4-BE49-F238E27FC236}">
                <a16:creationId xmlns:a16="http://schemas.microsoft.com/office/drawing/2014/main" id="{D44EE2D5-15F6-2E42-8B3D-F0F3139D0AA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101968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marL="0" lvl="0" indent="0">
              <a:spcBef>
                <a:spcPct val="0"/>
              </a:spcBef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>
            <a:extLst>
              <a:ext uri="{FF2B5EF4-FFF2-40B4-BE49-F238E27FC236}">
                <a16:creationId xmlns:a16="http://schemas.microsoft.com/office/drawing/2014/main" id="{F5EA2F1C-E1D5-B44C-AB78-F1D96E0D74B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741808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  <p:pic>
        <p:nvPicPr>
          <p:cNvPr id="13" name="图形 12">
            <a:extLst>
              <a:ext uri="{FF2B5EF4-FFF2-40B4-BE49-F238E27FC236}">
                <a16:creationId xmlns:a16="http://schemas.microsoft.com/office/drawing/2014/main" id="{1FD7787D-704C-E74D-B53E-A392EAB4805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9623" y="1245476"/>
            <a:ext cx="201682" cy="201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302954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>
            <a:extLst>
              <a:ext uri="{FF2B5EF4-FFF2-40B4-BE49-F238E27FC236}">
                <a16:creationId xmlns:a16="http://schemas.microsoft.com/office/drawing/2014/main" id="{EDBCAEF0-27E1-194C-B5F4-08826E264FF7}"/>
              </a:ext>
            </a:extLst>
          </p:cNvPr>
          <p:cNvGrpSpPr/>
          <p:nvPr userDrawn="1"/>
        </p:nvGrpSpPr>
        <p:grpSpPr>
          <a:xfrm>
            <a:off x="806306" y="1056254"/>
            <a:ext cx="1228476" cy="528956"/>
            <a:chOff x="852891" y="1026849"/>
            <a:chExt cx="1228476" cy="528956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7F233A09-E322-CB4D-81FE-B2170A097F20}"/>
                </a:ext>
              </a:extLst>
            </p:cNvPr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>
              <a:extLst>
                <a:ext uri="{FF2B5EF4-FFF2-40B4-BE49-F238E27FC236}">
                  <a16:creationId xmlns:a16="http://schemas.microsoft.com/office/drawing/2014/main" id="{58F0AF60-824F-A447-B933-34D6D8A0DBD6}"/>
                </a:ext>
              </a:extLst>
            </p:cNvPr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" name="TextBox 2">
              <a:extLst>
                <a:ext uri="{FF2B5EF4-FFF2-40B4-BE49-F238E27FC236}">
                  <a16:creationId xmlns:a16="http://schemas.microsoft.com/office/drawing/2014/main" id="{A22AFB91-263F-054D-81BE-7D38A372C09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案例</a:t>
              </a:r>
            </a:p>
          </p:txBody>
        </p:sp>
      </p:grpSp>
      <p:sp>
        <p:nvSpPr>
          <p:cNvPr id="11" name="文本占位符 9">
            <a:extLst>
              <a:ext uri="{FF2B5EF4-FFF2-40B4-BE49-F238E27FC236}">
                <a16:creationId xmlns:a16="http://schemas.microsoft.com/office/drawing/2014/main" id="{D44EE2D5-15F6-2E42-8B3D-F0F3139D0AA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10344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>
              <a:spcBef>
                <a:spcPct val="0"/>
              </a:spcBef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>
            <a:extLst>
              <a:ext uri="{FF2B5EF4-FFF2-40B4-BE49-F238E27FC236}">
                <a16:creationId xmlns:a16="http://schemas.microsoft.com/office/drawing/2014/main" id="{F5EA2F1C-E1D5-B44C-AB78-F1D96E0D74B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743280"/>
            <a:ext cx="9214230" cy="376237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  <p:pic>
        <p:nvPicPr>
          <p:cNvPr id="13" name="图形 12">
            <a:extLst>
              <a:ext uri="{FF2B5EF4-FFF2-40B4-BE49-F238E27FC236}">
                <a16:creationId xmlns:a16="http://schemas.microsoft.com/office/drawing/2014/main" id="{455DD043-453D-F04F-965C-A5E686829A6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9623" y="1246948"/>
            <a:ext cx="201682" cy="201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912491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9020C514-817B-504E-A325-60842B59AB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EDBCAEF0-27E1-194C-B5F4-08826E264FF7}"/>
              </a:ext>
            </a:extLst>
          </p:cNvPr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7F233A09-E322-CB4D-81FE-B2170A097F20}"/>
                </a:ext>
              </a:extLst>
            </p:cNvPr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>
              <a:extLst>
                <a:ext uri="{FF2B5EF4-FFF2-40B4-BE49-F238E27FC236}">
                  <a16:creationId xmlns:a16="http://schemas.microsoft.com/office/drawing/2014/main" id="{58F0AF60-824F-A447-B933-34D6D8A0DBD6}"/>
                </a:ext>
              </a:extLst>
            </p:cNvPr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>
              <a:extLst>
                <a:ext uri="{FF2B5EF4-FFF2-40B4-BE49-F238E27FC236}">
                  <a16:creationId xmlns:a16="http://schemas.microsoft.com/office/drawing/2014/main" id="{C4064CF0-C79B-2F4A-839D-A269386675F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>
              <a:extLst>
                <a:ext uri="{FF2B5EF4-FFF2-40B4-BE49-F238E27FC236}">
                  <a16:creationId xmlns:a16="http://schemas.microsoft.com/office/drawing/2014/main" id="{A22AFB91-263F-054D-81BE-7D38A372C09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练习</a:t>
              </a:r>
            </a:p>
          </p:txBody>
        </p:sp>
      </p:grpSp>
      <p:sp>
        <p:nvSpPr>
          <p:cNvPr id="11" name="文本占位符 9">
            <a:extLst>
              <a:ext uri="{FF2B5EF4-FFF2-40B4-BE49-F238E27FC236}">
                <a16:creationId xmlns:a16="http://schemas.microsoft.com/office/drawing/2014/main" id="{D44EE2D5-15F6-2E42-8B3D-F0F3139D0AA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>
            <a:extLst>
              <a:ext uri="{FF2B5EF4-FFF2-40B4-BE49-F238E27FC236}">
                <a16:creationId xmlns:a16="http://schemas.microsoft.com/office/drawing/2014/main" id="{F5EA2F1C-E1D5-B44C-AB78-F1D96E0D74B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</p:spTree>
    <p:extLst>
      <p:ext uri="{BB962C8B-B14F-4D97-AF65-F5344CB8AC3E}">
        <p14:creationId xmlns:p14="http://schemas.microsoft.com/office/powerpoint/2010/main" val="332965305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20204" pitchFamily="34" charset="0"/>
              <a:buChar char="•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</a:p>
        </p:txBody>
      </p:sp>
    </p:spTree>
    <p:extLst>
      <p:ext uri="{BB962C8B-B14F-4D97-AF65-F5344CB8AC3E}">
        <p14:creationId xmlns:p14="http://schemas.microsoft.com/office/powerpoint/2010/main" val="1670380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9020C514-817B-504E-A325-60842B59AB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EDBCAEF0-27E1-194C-B5F4-08826E264FF7}"/>
              </a:ext>
            </a:extLst>
          </p:cNvPr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7F233A09-E322-CB4D-81FE-B2170A097F20}"/>
                </a:ext>
              </a:extLst>
            </p:cNvPr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>
              <a:extLst>
                <a:ext uri="{FF2B5EF4-FFF2-40B4-BE49-F238E27FC236}">
                  <a16:creationId xmlns:a16="http://schemas.microsoft.com/office/drawing/2014/main" id="{58F0AF60-824F-A447-B933-34D6D8A0DBD6}"/>
                </a:ext>
              </a:extLst>
            </p:cNvPr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>
              <a:extLst>
                <a:ext uri="{FF2B5EF4-FFF2-40B4-BE49-F238E27FC236}">
                  <a16:creationId xmlns:a16="http://schemas.microsoft.com/office/drawing/2014/main" id="{C4064CF0-C79B-2F4A-839D-A269386675F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>
              <a:extLst>
                <a:ext uri="{FF2B5EF4-FFF2-40B4-BE49-F238E27FC236}">
                  <a16:creationId xmlns:a16="http://schemas.microsoft.com/office/drawing/2014/main" id="{A22AFB91-263F-054D-81BE-7D38A372C09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案例</a:t>
              </a:r>
            </a:p>
          </p:txBody>
        </p:sp>
      </p:grpSp>
      <p:sp>
        <p:nvSpPr>
          <p:cNvPr id="11" name="文本占位符 9">
            <a:extLst>
              <a:ext uri="{FF2B5EF4-FFF2-40B4-BE49-F238E27FC236}">
                <a16:creationId xmlns:a16="http://schemas.microsoft.com/office/drawing/2014/main" id="{D44EE2D5-15F6-2E42-8B3D-F0F3139D0AA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>
            <a:extLst>
              <a:ext uri="{FF2B5EF4-FFF2-40B4-BE49-F238E27FC236}">
                <a16:creationId xmlns:a16="http://schemas.microsoft.com/office/drawing/2014/main" id="{F5EA2F1C-E1D5-B44C-AB78-F1D96E0D74B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</p:spTree>
    <p:extLst>
      <p:ext uri="{BB962C8B-B14F-4D97-AF65-F5344CB8AC3E}">
        <p14:creationId xmlns:p14="http://schemas.microsoft.com/office/powerpoint/2010/main" val="282255577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思考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>
            <a:extLst>
              <a:ext uri="{FF2B5EF4-FFF2-40B4-BE49-F238E27FC236}">
                <a16:creationId xmlns:a16="http://schemas.microsoft.com/office/drawing/2014/main" id="{380B9059-6AA7-9E4F-BC56-F30289A262EA}"/>
              </a:ext>
            </a:extLst>
          </p:cNvPr>
          <p:cNvSpPr/>
          <p:nvPr userDrawn="1"/>
        </p:nvSpPr>
        <p:spPr>
          <a:xfrm rot="5400000">
            <a:off x="941355" y="35069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3" name="六边形 22">
            <a:extLst>
              <a:ext uri="{FF2B5EF4-FFF2-40B4-BE49-F238E27FC236}">
                <a16:creationId xmlns:a16="http://schemas.microsoft.com/office/drawing/2014/main" id="{D71D36F9-1B1C-094A-A062-19A46A7AB388}"/>
              </a:ext>
            </a:extLst>
          </p:cNvPr>
          <p:cNvSpPr/>
          <p:nvPr userDrawn="1"/>
        </p:nvSpPr>
        <p:spPr>
          <a:xfrm rot="5400000">
            <a:off x="1484022" y="25274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文本占位符 3">
            <a:extLst>
              <a:ext uri="{FF2B5EF4-FFF2-40B4-BE49-F238E27FC236}">
                <a16:creationId xmlns:a16="http://schemas.microsoft.com/office/drawing/2014/main" id="{34600FE5-8DCA-46AA-AB57-2E40352BF07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585" indent="0">
              <a:buNone/>
              <a:defRPr/>
            </a:lvl2pPr>
            <a:lvl3pPr marL="1219170" indent="0">
              <a:buNone/>
              <a:defRPr/>
            </a:lvl3pPr>
            <a:lvl4pPr marL="1828755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>
            <a:extLst>
              <a:ext uri="{FF2B5EF4-FFF2-40B4-BE49-F238E27FC236}">
                <a16:creationId xmlns:a16="http://schemas.microsoft.com/office/drawing/2014/main" id="{EBBF2F2F-D96E-4638-A53F-CD7237FF5C1E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695420" y="28826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</a:p>
        </p:txBody>
      </p:sp>
      <p:sp>
        <p:nvSpPr>
          <p:cNvPr id="24" name="六边形 23">
            <a:extLst>
              <a:ext uri="{FF2B5EF4-FFF2-40B4-BE49-F238E27FC236}">
                <a16:creationId xmlns:a16="http://schemas.microsoft.com/office/drawing/2014/main" id="{745B08E3-3066-3844-87E9-46D7426765C6}"/>
              </a:ext>
            </a:extLst>
          </p:cNvPr>
          <p:cNvSpPr/>
          <p:nvPr userDrawn="1"/>
        </p:nvSpPr>
        <p:spPr>
          <a:xfrm rot="5400000">
            <a:off x="3294074" y="2149103"/>
            <a:ext cx="566610" cy="488457"/>
          </a:xfrm>
          <a:prstGeom prst="hexagon">
            <a:avLst/>
          </a:prstGeom>
          <a:solidFill>
            <a:srgbClr val="AD2B26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六边形 24">
            <a:extLst>
              <a:ext uri="{FF2B5EF4-FFF2-40B4-BE49-F238E27FC236}">
                <a16:creationId xmlns:a16="http://schemas.microsoft.com/office/drawing/2014/main" id="{B7A42CA5-7885-7642-B20D-B92B35099CBC}"/>
              </a:ext>
            </a:extLst>
          </p:cNvPr>
          <p:cNvSpPr/>
          <p:nvPr userDrawn="1"/>
        </p:nvSpPr>
        <p:spPr>
          <a:xfrm rot="5400000">
            <a:off x="1198356" y="4126436"/>
            <a:ext cx="298934" cy="257702"/>
          </a:xfrm>
          <a:prstGeom prst="hexagon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6" name="六边形 25">
            <a:extLst>
              <a:ext uri="{FF2B5EF4-FFF2-40B4-BE49-F238E27FC236}">
                <a16:creationId xmlns:a16="http://schemas.microsoft.com/office/drawing/2014/main" id="{DE7B2235-1C6B-6B44-BC4F-1EC9BD8B9D8D}"/>
              </a:ext>
            </a:extLst>
          </p:cNvPr>
          <p:cNvSpPr/>
          <p:nvPr userDrawn="1"/>
        </p:nvSpPr>
        <p:spPr>
          <a:xfrm rot="5400000">
            <a:off x="3642476" y="4385265"/>
            <a:ext cx="566612" cy="488459"/>
          </a:xfrm>
          <a:prstGeom prst="hexagon">
            <a:avLst/>
          </a:prstGeom>
          <a:noFill/>
          <a:ln w="1905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0" name="六边形 29">
            <a:extLst>
              <a:ext uri="{FF2B5EF4-FFF2-40B4-BE49-F238E27FC236}">
                <a16:creationId xmlns:a16="http://schemas.microsoft.com/office/drawing/2014/main" id="{5BF818FD-51C6-E54A-9D53-783E1313F19E}"/>
              </a:ext>
            </a:extLst>
          </p:cNvPr>
          <p:cNvSpPr/>
          <p:nvPr userDrawn="1"/>
        </p:nvSpPr>
        <p:spPr>
          <a:xfrm rot="5400000">
            <a:off x="1190641" y="17150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2599938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9195032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总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>
            <a:extLst>
              <a:ext uri="{FF2B5EF4-FFF2-40B4-BE49-F238E27FC236}">
                <a16:creationId xmlns:a16="http://schemas.microsoft.com/office/drawing/2014/main" id="{34600FE5-8DCA-46AA-AB57-2E40352BF07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585" indent="0">
              <a:buNone/>
              <a:defRPr/>
            </a:lvl2pPr>
            <a:lvl3pPr marL="1219170" indent="0">
              <a:buNone/>
              <a:defRPr/>
            </a:lvl3pPr>
            <a:lvl4pPr marL="1828755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>
            <a:extLst>
              <a:ext uri="{FF2B5EF4-FFF2-40B4-BE49-F238E27FC236}">
                <a16:creationId xmlns:a16="http://schemas.microsoft.com/office/drawing/2014/main" id="{EBBF2F2F-D96E-4638-A53F-CD7237FF5C1E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81309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4950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标题占位符 1">
              <a:extLst>
                <a:ext uri="{FF2B5EF4-FFF2-40B4-BE49-F238E27FC236}">
                  <a16:creationId xmlns:a16="http://schemas.microsoft.com/office/drawing/2014/main" id="{EBBF2F2F-D96E-4638-A53F-CD7237FF5C1E}"/>
                </a:ext>
              </a:extLst>
            </p:cNvPr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73162495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椭圆 20">
            <a:extLst>
              <a:ext uri="{FF2B5EF4-FFF2-40B4-BE49-F238E27FC236}">
                <a16:creationId xmlns:a16="http://schemas.microsoft.com/office/drawing/2014/main" id="{A2C6D317-56F4-9711-5A26-95000236D36F}"/>
              </a:ext>
            </a:extLst>
          </p:cNvPr>
          <p:cNvSpPr/>
          <p:nvPr userDrawn="1"/>
        </p:nvSpPr>
        <p:spPr>
          <a:xfrm>
            <a:off x="375011" y="1961115"/>
            <a:ext cx="220344" cy="220344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椭圆 17">
            <a:extLst>
              <a:ext uri="{FF2B5EF4-FFF2-40B4-BE49-F238E27FC236}">
                <a16:creationId xmlns:a16="http://schemas.microsoft.com/office/drawing/2014/main" id="{9B200C4C-3F9D-867C-E497-ADCB7E43A5BB}"/>
              </a:ext>
            </a:extLst>
          </p:cNvPr>
          <p:cNvSpPr/>
          <p:nvPr userDrawn="1"/>
        </p:nvSpPr>
        <p:spPr>
          <a:xfrm>
            <a:off x="2838084" y="-2028162"/>
            <a:ext cx="9285508" cy="9285508"/>
          </a:xfrm>
          <a:prstGeom prst="ellipse">
            <a:avLst/>
          </a:prstGeom>
          <a:solidFill>
            <a:schemeClr val="accent1">
              <a:lumMod val="40000"/>
              <a:lumOff val="60000"/>
              <a:alpha val="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4824A05E-CCAC-E012-444F-D8238FD3ABEF}"/>
              </a:ext>
            </a:extLst>
          </p:cNvPr>
          <p:cNvSpPr/>
          <p:nvPr userDrawn="1"/>
        </p:nvSpPr>
        <p:spPr>
          <a:xfrm>
            <a:off x="4568596" y="-297650"/>
            <a:ext cx="5824484" cy="5824484"/>
          </a:xfrm>
          <a:prstGeom prst="ellipse">
            <a:avLst/>
          </a:prstGeom>
          <a:solidFill>
            <a:schemeClr val="accent1">
              <a:lumMod val="40000"/>
              <a:lumOff val="60000"/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AC93AF0E-4B39-C67D-D03D-00737E937EE7}"/>
              </a:ext>
            </a:extLst>
          </p:cNvPr>
          <p:cNvSpPr/>
          <p:nvPr userDrawn="1"/>
        </p:nvSpPr>
        <p:spPr>
          <a:xfrm>
            <a:off x="6170528" y="1304282"/>
            <a:ext cx="2620620" cy="2620620"/>
          </a:xfrm>
          <a:prstGeom prst="ellipse">
            <a:avLst/>
          </a:prstGeom>
          <a:solidFill>
            <a:schemeClr val="accent1">
              <a:lumMod val="40000"/>
              <a:lumOff val="60000"/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E545B57F-7D9D-4AD8-9FE4-E5267D65BB8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60400" y="2220686"/>
            <a:ext cx="10858500" cy="86902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defRPr lang="zh-CN" altLang="en-US" sz="4800" b="1" dirty="0">
                <a:solidFill>
                  <a:schemeClr val="accent1"/>
                </a:solidFill>
              </a:defRPr>
            </a:lvl1pPr>
          </a:lstStyle>
          <a:p>
            <a:pPr lvl="0" defTabSz="914354"/>
            <a:r>
              <a:rPr lang="zh-CN" altLang="en-US"/>
              <a:t>点击输入一级标题</a:t>
            </a:r>
            <a:endParaRPr lang="zh-CN" altLang="en-US" dirty="0"/>
          </a:p>
        </p:txBody>
      </p:sp>
      <p:sp>
        <p:nvSpPr>
          <p:cNvPr id="11" name="圆心2">
            <a:extLst>
              <a:ext uri="{FF2B5EF4-FFF2-40B4-BE49-F238E27FC236}">
                <a16:creationId xmlns:a16="http://schemas.microsoft.com/office/drawing/2014/main" id="{6F73DB22-8BD9-67FD-6EBE-B56D6BF83FC2}"/>
              </a:ext>
            </a:extLst>
          </p:cNvPr>
          <p:cNvSpPr/>
          <p:nvPr/>
        </p:nvSpPr>
        <p:spPr>
          <a:xfrm>
            <a:off x="7262969" y="2396723"/>
            <a:ext cx="435738" cy="435738"/>
          </a:xfrm>
          <a:prstGeom prst="ellipse">
            <a:avLst/>
          </a:prstGeom>
          <a:solidFill>
            <a:schemeClr val="accent1">
              <a:alpha val="3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圆心">
            <a:extLst>
              <a:ext uri="{FF2B5EF4-FFF2-40B4-BE49-F238E27FC236}">
                <a16:creationId xmlns:a16="http://schemas.microsoft.com/office/drawing/2014/main" id="{82339D60-0D0F-E0A8-9FEF-57B1B018D0C7}"/>
              </a:ext>
            </a:extLst>
          </p:cNvPr>
          <p:cNvSpPr/>
          <p:nvPr userDrawn="1"/>
        </p:nvSpPr>
        <p:spPr>
          <a:xfrm>
            <a:off x="7414470" y="2547358"/>
            <a:ext cx="132735" cy="13273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占位符 7">
            <a:extLst>
              <a:ext uri="{FF2B5EF4-FFF2-40B4-BE49-F238E27FC236}">
                <a16:creationId xmlns:a16="http://schemas.microsoft.com/office/drawing/2014/main" id="{FC241F82-E1B0-0249-A9D6-2656A3C64CB7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660400" y="3586894"/>
            <a:ext cx="4486275" cy="5635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</a:lstStyle>
          <a:p>
            <a:pPr lvl="0"/>
            <a:r>
              <a:rPr lang="zh-CN" altLang="en-US"/>
              <a:t>点击输入副标题</a:t>
            </a:r>
          </a:p>
        </p:txBody>
      </p:sp>
      <p:sp>
        <p:nvSpPr>
          <p:cNvPr id="20" name="椭圆 19">
            <a:extLst>
              <a:ext uri="{FF2B5EF4-FFF2-40B4-BE49-F238E27FC236}">
                <a16:creationId xmlns:a16="http://schemas.microsoft.com/office/drawing/2014/main" id="{EF4E1EF7-DD7F-C77D-A571-C682C80AC047}"/>
              </a:ext>
            </a:extLst>
          </p:cNvPr>
          <p:cNvSpPr/>
          <p:nvPr userDrawn="1"/>
        </p:nvSpPr>
        <p:spPr>
          <a:xfrm>
            <a:off x="485183" y="1962438"/>
            <a:ext cx="350434" cy="35043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B3C9B1B7-3BA3-1D3F-637E-1B77EAD927E4}"/>
              </a:ext>
            </a:extLst>
          </p:cNvPr>
          <p:cNvSpPr txBox="1"/>
          <p:nvPr userDrawn="1"/>
        </p:nvSpPr>
        <p:spPr>
          <a:xfrm>
            <a:off x="660399" y="6111671"/>
            <a:ext cx="806570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00" i="0">
                <a:solidFill>
                  <a:schemeClr val="bg1">
                    <a:lumMod val="5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多一句没有，少一句不行，用更短的时间，教会更实用的技术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976DEFC5-AB31-715D-5481-255694BCA629}"/>
              </a:ext>
            </a:extLst>
          </p:cNvPr>
          <p:cNvSpPr/>
          <p:nvPr userDrawn="1"/>
        </p:nvSpPr>
        <p:spPr>
          <a:xfrm>
            <a:off x="720618" y="5942536"/>
            <a:ext cx="2001676" cy="63628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50000">
                <a:schemeClr val="accent1"/>
              </a:gs>
              <a:gs pos="100000">
                <a:schemeClr val="accent1">
                  <a:shade val="100000"/>
                  <a:satMod val="115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3" name="长直线">
            <a:extLst>
              <a:ext uri="{FF2B5EF4-FFF2-40B4-BE49-F238E27FC236}">
                <a16:creationId xmlns:a16="http://schemas.microsoft.com/office/drawing/2014/main" id="{29F34751-B9FF-378D-D7A3-B7B27A91478D}"/>
              </a:ext>
            </a:extLst>
          </p:cNvPr>
          <p:cNvCxnSpPr>
            <a:cxnSpLocks/>
          </p:cNvCxnSpPr>
          <p:nvPr userDrawn="1"/>
        </p:nvCxnSpPr>
        <p:spPr>
          <a:xfrm>
            <a:off x="7858832" y="2124884"/>
            <a:ext cx="129159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短直线">
            <a:extLst>
              <a:ext uri="{FF2B5EF4-FFF2-40B4-BE49-F238E27FC236}">
                <a16:creationId xmlns:a16="http://schemas.microsoft.com/office/drawing/2014/main" id="{E9D012F5-DFB7-A078-3B1C-F9FE02E47E91}"/>
              </a:ext>
            </a:extLst>
          </p:cNvPr>
          <p:cNvCxnSpPr/>
          <p:nvPr userDrawn="1"/>
        </p:nvCxnSpPr>
        <p:spPr>
          <a:xfrm flipV="1">
            <a:off x="7550306" y="2124884"/>
            <a:ext cx="308526" cy="266314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图形 8">
            <a:extLst>
              <a:ext uri="{FF2B5EF4-FFF2-40B4-BE49-F238E27FC236}">
                <a16:creationId xmlns:a16="http://schemas.microsoft.com/office/drawing/2014/main" id="{EA3F6F4D-08CF-9E00-D954-69D3520E644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8081" t="21237" r="10346" b="18121"/>
          <a:stretch/>
        </p:blipFill>
        <p:spPr>
          <a:xfrm>
            <a:off x="9956716" y="152244"/>
            <a:ext cx="1848051" cy="605113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61E490B8-2AEA-ACCD-9526-01BED78DEB57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564276" flipH="1" flipV="1">
            <a:off x="3592764" y="481454"/>
            <a:ext cx="9317253" cy="6210881"/>
          </a:xfrm>
          <a:prstGeom prst="rect">
            <a:avLst/>
          </a:prstGeom>
        </p:spPr>
      </p:pic>
      <p:sp>
        <p:nvSpPr>
          <p:cNvPr id="14" name="文本框">
            <a:extLst>
              <a:ext uri="{FF2B5EF4-FFF2-40B4-BE49-F238E27FC236}">
                <a16:creationId xmlns:a16="http://schemas.microsoft.com/office/drawing/2014/main" id="{C37184BC-D315-706A-20DF-529BAFF1993E}"/>
              </a:ext>
            </a:extLst>
          </p:cNvPr>
          <p:cNvSpPr txBox="1"/>
          <p:nvPr userDrawn="1"/>
        </p:nvSpPr>
        <p:spPr>
          <a:xfrm>
            <a:off x="8399534" y="1847885"/>
            <a:ext cx="136608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b="1">
                <a:solidFill>
                  <a:schemeClr val="accent1"/>
                </a:solidFill>
              </a:rPr>
              <a:t>AI Copilot </a:t>
            </a:r>
            <a:endParaRPr lang="zh-CN" altLang="en-US" sz="1400" b="1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185414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8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8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to="0" calcmode="lin" valueType="num">
                                      <p:cBhvr>
                                        <p:cTn id="39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7" grpId="0" animBg="1"/>
      <p:bldP spid="16" grpId="0" animBg="1"/>
      <p:bldP spid="11" grpId="0" animBg="1"/>
      <p:bldP spid="12" grpId="0" animBg="1"/>
      <p:bldP spid="14" grpId="0"/>
    </p:bldLst>
  </p:timing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完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椭圆 35">
            <a:extLst>
              <a:ext uri="{FF2B5EF4-FFF2-40B4-BE49-F238E27FC236}">
                <a16:creationId xmlns:a16="http://schemas.microsoft.com/office/drawing/2014/main" id="{9C7E64E7-1F0A-79D2-A263-3605467F0B51}"/>
              </a:ext>
            </a:extLst>
          </p:cNvPr>
          <p:cNvSpPr/>
          <p:nvPr userDrawn="1"/>
        </p:nvSpPr>
        <p:spPr>
          <a:xfrm>
            <a:off x="1367628" y="-1213754"/>
            <a:ext cx="9285508" cy="9285508"/>
          </a:xfrm>
          <a:prstGeom prst="ellipse">
            <a:avLst/>
          </a:prstGeom>
          <a:solidFill>
            <a:schemeClr val="accent1">
              <a:lumMod val="40000"/>
              <a:lumOff val="60000"/>
              <a:alpha val="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椭圆 36">
            <a:extLst>
              <a:ext uri="{FF2B5EF4-FFF2-40B4-BE49-F238E27FC236}">
                <a16:creationId xmlns:a16="http://schemas.microsoft.com/office/drawing/2014/main" id="{C8A0D84D-155A-2194-ED3A-5A7CB9A4B72A}"/>
              </a:ext>
            </a:extLst>
          </p:cNvPr>
          <p:cNvSpPr/>
          <p:nvPr userDrawn="1"/>
        </p:nvSpPr>
        <p:spPr>
          <a:xfrm>
            <a:off x="3098140" y="516758"/>
            <a:ext cx="5824484" cy="5824484"/>
          </a:xfrm>
          <a:prstGeom prst="ellipse">
            <a:avLst/>
          </a:prstGeom>
          <a:solidFill>
            <a:schemeClr val="accent1">
              <a:lumMod val="40000"/>
              <a:lumOff val="60000"/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椭圆 37">
            <a:extLst>
              <a:ext uri="{FF2B5EF4-FFF2-40B4-BE49-F238E27FC236}">
                <a16:creationId xmlns:a16="http://schemas.microsoft.com/office/drawing/2014/main" id="{0F7740DA-4F67-1648-9FE7-BA25A7F2910D}"/>
              </a:ext>
            </a:extLst>
          </p:cNvPr>
          <p:cNvSpPr/>
          <p:nvPr userDrawn="1"/>
        </p:nvSpPr>
        <p:spPr>
          <a:xfrm>
            <a:off x="4700072" y="2118690"/>
            <a:ext cx="2620620" cy="2620620"/>
          </a:xfrm>
          <a:prstGeom prst="ellipse">
            <a:avLst/>
          </a:prstGeom>
          <a:solidFill>
            <a:schemeClr val="accent1">
              <a:lumMod val="40000"/>
              <a:lumOff val="60000"/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iṩ1iḍé">
            <a:extLst>
              <a:ext uri="{FF2B5EF4-FFF2-40B4-BE49-F238E27FC236}">
                <a16:creationId xmlns:a16="http://schemas.microsoft.com/office/drawing/2014/main" id="{7F87E56D-6D24-DF28-4A8B-DD94A5588CCD}"/>
              </a:ext>
            </a:extLst>
          </p:cNvPr>
          <p:cNvSpPr/>
          <p:nvPr userDrawn="1"/>
        </p:nvSpPr>
        <p:spPr>
          <a:xfrm>
            <a:off x="0" y="2689964"/>
            <a:ext cx="12192000" cy="1478071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90000">
                <a:schemeClr val="accent1"/>
              </a:gs>
            </a:gsLst>
            <a:lin ang="0" scaled="1"/>
            <a:tileRect/>
          </a:gradFill>
          <a:ln>
            <a:noFill/>
          </a:ln>
          <a:effectLst>
            <a:outerShdw blurRad="139700" dist="76200" dir="4560000" algn="t" rotWithShape="0">
              <a:prstClr val="black">
                <a:alpha val="2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57CD92EE-FE45-4CC1-22A5-2D2AFAEDCC3F}"/>
              </a:ext>
            </a:extLst>
          </p:cNvPr>
          <p:cNvGrpSpPr/>
          <p:nvPr userDrawn="1"/>
        </p:nvGrpSpPr>
        <p:grpSpPr>
          <a:xfrm>
            <a:off x="3131925" y="2916806"/>
            <a:ext cx="4953838" cy="853924"/>
            <a:chOff x="3131925" y="2844887"/>
            <a:chExt cx="4953838" cy="853924"/>
          </a:xfrm>
        </p:grpSpPr>
        <p:pic>
          <p:nvPicPr>
            <p:cNvPr id="33" name="图片 1">
              <a:extLst>
                <a:ext uri="{FF2B5EF4-FFF2-40B4-BE49-F238E27FC236}">
                  <a16:creationId xmlns:a16="http://schemas.microsoft.com/office/drawing/2014/main" id="{C64F9D38-0ED4-99F8-903A-45555ADF802B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29627"/>
            <a:stretch/>
          </p:blipFill>
          <p:spPr bwMode="auto">
            <a:xfrm>
              <a:off x="3131925" y="2844887"/>
              <a:ext cx="2948463" cy="8539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cxnSp>
          <p:nvCxnSpPr>
            <p:cNvPr id="34" name="直接连接符 33">
              <a:extLst>
                <a:ext uri="{FF2B5EF4-FFF2-40B4-BE49-F238E27FC236}">
                  <a16:creationId xmlns:a16="http://schemas.microsoft.com/office/drawing/2014/main" id="{C2C68E28-2375-6922-E133-284E7821B447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010382" y="3154751"/>
              <a:ext cx="0" cy="380144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文本框 34">
              <a:extLst>
                <a:ext uri="{FF2B5EF4-FFF2-40B4-BE49-F238E27FC236}">
                  <a16:creationId xmlns:a16="http://schemas.microsoft.com/office/drawing/2014/main" id="{AC7DE38E-8849-1998-75E8-89E432D90EBE}"/>
                </a:ext>
              </a:extLst>
            </p:cNvPr>
            <p:cNvSpPr txBox="1"/>
            <p:nvPr userDrawn="1"/>
          </p:nvSpPr>
          <p:spPr>
            <a:xfrm>
              <a:off x="6096001" y="3021658"/>
              <a:ext cx="198976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>
                  <a:solidFill>
                    <a:schemeClr val="bg1"/>
                  </a:solidFill>
                  <a:latin typeface="阿里巴巴普惠体 Medium" panose="00020600040101010101" pitchFamily="18" charset="-122"/>
                  <a:ea typeface="阿里巴巴普惠体 Medium" panose="00020600040101010101" pitchFamily="18" charset="-122"/>
                  <a:cs typeface="阿里巴巴普惠体 Medium" panose="00020600040101010101" pitchFamily="18" charset="-122"/>
                </a:rPr>
                <a:t>传智教育旗下</a:t>
              </a:r>
              <a:endParaRPr lang="en-US" altLang="zh-CN">
                <a:solidFill>
                  <a:schemeClr val="bg1"/>
                </a:solidFill>
                <a:latin typeface="阿里巴巴普惠体 Medium" panose="00020600040101010101" pitchFamily="18" charset="-122"/>
                <a:ea typeface="阿里巴巴普惠体 Medium" panose="00020600040101010101" pitchFamily="18" charset="-122"/>
                <a:cs typeface="阿里巴巴普惠体 Medium" panose="00020600040101010101" pitchFamily="18" charset="-122"/>
              </a:endParaRPr>
            </a:p>
            <a:p>
              <a:r>
                <a:rPr lang="zh-CN" altLang="en-US">
                  <a:solidFill>
                    <a:schemeClr val="bg1"/>
                  </a:solidFill>
                  <a:latin typeface="阿里巴巴普惠体 Medium" panose="00020600040101010101" pitchFamily="18" charset="-122"/>
                  <a:ea typeface="阿里巴巴普惠体 Medium" panose="00020600040101010101" pitchFamily="18" charset="-122"/>
                  <a:cs typeface="阿里巴巴普惠体 Medium" panose="00020600040101010101" pitchFamily="18" charset="-122"/>
                </a:rPr>
                <a:t>高端</a:t>
              </a:r>
              <a:r>
                <a:rPr lang="en-US" altLang="zh-CN">
                  <a:solidFill>
                    <a:schemeClr val="bg1"/>
                  </a:solidFill>
                  <a:latin typeface="阿里巴巴普惠体 Medium" panose="00020600040101010101" pitchFamily="18" charset="-122"/>
                  <a:ea typeface="阿里巴巴普惠体 Medium" panose="00020600040101010101" pitchFamily="18" charset="-122"/>
                  <a:cs typeface="阿里巴巴普惠体 Medium" panose="00020600040101010101" pitchFamily="18" charset="-122"/>
                </a:rPr>
                <a:t>IT</a:t>
              </a:r>
              <a:r>
                <a:rPr lang="zh-CN" altLang="en-US">
                  <a:solidFill>
                    <a:schemeClr val="bg1"/>
                  </a:solidFill>
                  <a:latin typeface="阿里巴巴普惠体 Medium" panose="00020600040101010101" pitchFamily="18" charset="-122"/>
                  <a:ea typeface="阿里巴巴普惠体 Medium" panose="00020600040101010101" pitchFamily="18" charset="-122"/>
                  <a:cs typeface="阿里巴巴普惠体 Medium" panose="00020600040101010101" pitchFamily="18" charset="-122"/>
                </a:rPr>
                <a:t>教育品牌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49700387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椭圆 7">
            <a:extLst>
              <a:ext uri="{FF2B5EF4-FFF2-40B4-BE49-F238E27FC236}">
                <a16:creationId xmlns:a16="http://schemas.microsoft.com/office/drawing/2014/main" id="{34FB0A6B-66AE-D2A8-FCAE-415D3251A19B}"/>
              </a:ext>
            </a:extLst>
          </p:cNvPr>
          <p:cNvSpPr/>
          <p:nvPr userDrawn="1"/>
        </p:nvSpPr>
        <p:spPr>
          <a:xfrm>
            <a:off x="367090" y="-1714814"/>
            <a:ext cx="9285508" cy="9285508"/>
          </a:xfrm>
          <a:prstGeom prst="ellipse">
            <a:avLst/>
          </a:prstGeom>
          <a:solidFill>
            <a:schemeClr val="accent1">
              <a:lumMod val="40000"/>
              <a:lumOff val="60000"/>
              <a:alpha val="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38539A05-556B-81A4-0795-3B191CB53943}"/>
              </a:ext>
            </a:extLst>
          </p:cNvPr>
          <p:cNvSpPr/>
          <p:nvPr userDrawn="1"/>
        </p:nvSpPr>
        <p:spPr>
          <a:xfrm>
            <a:off x="1832990" y="-2841"/>
            <a:ext cx="5824484" cy="5824484"/>
          </a:xfrm>
          <a:prstGeom prst="ellipse">
            <a:avLst/>
          </a:prstGeom>
          <a:solidFill>
            <a:schemeClr val="accent1">
              <a:lumMod val="40000"/>
              <a:lumOff val="60000"/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10CECE50-264B-8294-A89A-D0F8A1907A78}"/>
              </a:ext>
            </a:extLst>
          </p:cNvPr>
          <p:cNvSpPr/>
          <p:nvPr userDrawn="1"/>
        </p:nvSpPr>
        <p:spPr>
          <a:xfrm>
            <a:off x="3434922" y="1599091"/>
            <a:ext cx="2620620" cy="2620620"/>
          </a:xfrm>
          <a:prstGeom prst="ellipse">
            <a:avLst/>
          </a:prstGeom>
          <a:solidFill>
            <a:schemeClr val="accent1">
              <a:lumMod val="40000"/>
              <a:lumOff val="60000"/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287C0C2E-27D7-4123-B01F-3144FCE1EF2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741" r="31458"/>
          <a:stretch/>
        </p:blipFill>
        <p:spPr>
          <a:xfrm rot="568416">
            <a:off x="90962" y="381112"/>
            <a:ext cx="4016078" cy="5720226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8F041D8F-DCC0-35B8-2AA2-F0A7BAB253C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741" r="31458"/>
          <a:stretch/>
        </p:blipFill>
        <p:spPr>
          <a:xfrm rot="20629034">
            <a:off x="-3526421" y="-821074"/>
            <a:ext cx="4016077" cy="5720225"/>
          </a:xfrm>
          <a:prstGeom prst="rect">
            <a:avLst/>
          </a:prstGeom>
        </p:spPr>
      </p:pic>
      <p:sp>
        <p:nvSpPr>
          <p:cNvPr id="19" name="椭圆 18">
            <a:extLst>
              <a:ext uri="{FF2B5EF4-FFF2-40B4-BE49-F238E27FC236}">
                <a16:creationId xmlns:a16="http://schemas.microsoft.com/office/drawing/2014/main" id="{C3296A99-F5C4-3E6A-FF6E-4852C12DEE94}"/>
              </a:ext>
            </a:extLst>
          </p:cNvPr>
          <p:cNvSpPr/>
          <p:nvPr userDrawn="1"/>
        </p:nvSpPr>
        <p:spPr>
          <a:xfrm>
            <a:off x="4631217" y="3066159"/>
            <a:ext cx="409736" cy="40973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圆心">
            <a:extLst>
              <a:ext uri="{FF2B5EF4-FFF2-40B4-BE49-F238E27FC236}">
                <a16:creationId xmlns:a16="http://schemas.microsoft.com/office/drawing/2014/main" id="{2B661CB4-3CBD-5C2B-5102-A013FB7A719E}"/>
              </a:ext>
            </a:extLst>
          </p:cNvPr>
          <p:cNvSpPr/>
          <p:nvPr/>
        </p:nvSpPr>
        <p:spPr>
          <a:xfrm>
            <a:off x="4184938" y="2356361"/>
            <a:ext cx="1119534" cy="111953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600">
              <a:latin typeface="+mj-ea"/>
              <a:ea typeface="+mj-ea"/>
            </a:endParaRP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EC6ED1A-7B72-CBE7-8DC0-8CA41549B76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834081" y="2465278"/>
            <a:ext cx="3397250" cy="901700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sz="3600">
                <a:latin typeface="+mj-ea"/>
                <a:ea typeface="+mj-ea"/>
              </a:defRPr>
            </a:lvl1pPr>
          </a:lstStyle>
          <a:p>
            <a:pPr lvl="0"/>
            <a:r>
              <a:rPr lang="zh-CN" altLang="en-US"/>
              <a:t>章节标题</a:t>
            </a:r>
          </a:p>
        </p:txBody>
      </p:sp>
      <p:sp>
        <p:nvSpPr>
          <p:cNvPr id="7" name="文本占位符 6">
            <a:extLst>
              <a:ext uri="{FF2B5EF4-FFF2-40B4-BE49-F238E27FC236}">
                <a16:creationId xmlns:a16="http://schemas.microsoft.com/office/drawing/2014/main" id="{AF3EC600-D80B-73CA-E06E-8768FDEAA47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302239" y="2675622"/>
            <a:ext cx="884931" cy="481012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3600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en-US" altLang="zh-CN"/>
              <a:t>1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30298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decel="6043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ntr" presetSubtype="0" decel="6043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63" presetClass="path" presetSubtype="0" decel="6043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296701 0.175297 E" pathEditMode="relative" ptsTypes="">
                                      <p:cBhvr>
                                        <p:cTn id="12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63" presetClass="path" presetSubtype="0" decel="6043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296701 -0.175297 L 0 0 E" pathEditMode="relative" ptsTypes="">
                                      <p:cBhvr>
                                        <p:cTn id="14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6" presetClass="emph" presetSubtype="0" decel="6043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6" dur="750" fill="hold"/>
                                        <p:tgtEl>
                                          <p:spTgt spid="6"/>
                                        </p:tgtEl>
                                      </p:cBhvr>
                                      <p:by x="150000" y="150000"/>
                                      <p:from x="100000" y="10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7" presetID="6" presetClass="emph" presetSubtype="0" decel="6043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8" dur="750" fill="hold"/>
                                        <p:tgtEl>
                                          <p:spTgt spid="2"/>
                                        </p:tgtEl>
                                      </p:cBhvr>
                                      <p:by x="150000" y="150000"/>
                                      <p:from x="100000" y="10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9" presetID="8" presetClass="emph" presetSubtype="0" decel="6043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 from="0" to="1539382">
                                      <p:cBhvr>
                                        <p:cTn id="20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1" presetID="8" presetClass="emph" presetSubtype="0" decel="6043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 from="-1539382" to="0">
                                      <p:cBhvr>
                                        <p:cTn id="22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3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53" presetClass="entr" presetSubtype="16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53" presetClass="entr" presetSubtype="16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53" presetClass="entr" presetSubtype="16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53" presetClass="entr" presetSubtype="16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42" presetClass="path" presetSubtype="0" accel="50000" decel="50000" fill="hold" grpId="1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-4.58333E-6 -1.85185E-6 L 0.0168 0.02986 " pathEditMode="relative" rAng="0" ptsTypes="AA">
                                      <p:cBhvr>
                                        <p:cTn id="5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33" y="1481"/>
                                    </p:animMotion>
                                  </p:childTnLst>
                                </p:cTn>
                              </p:par>
                              <p:par>
                                <p:cTn id="53" presetID="10" presetClass="entr" presetSubtype="0" decel="10000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to="0" calcmode="lin" valueType="num">
                                      <p:cBhvr>
                                        <p:cTn id="5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3" grpId="0" animBg="1"/>
      <p:bldP spid="5" grpId="0" animBg="1"/>
      <p:bldP spid="19" grpId="0" animBg="1"/>
      <p:bldP spid="19" grpId="1" animBg="1"/>
      <p:bldP spid="17" grpId="0" animBg="1"/>
      <p:bldP spid="4" grpId="0">
        <p:tmplLst>
          <p:tmpl>
            <p:tnLst>
              <p:par>
                <p:cTn presetID="10" presetClass="entr" presetSubtype="0" decel="100000" fill="hold" nodeType="withEffect">
                  <p:stCondLst>
                    <p:cond delay="7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>
                          <p:stCondLst>
                            <p:cond delay="0"/>
                          </p:stCondLst>
                        </p:cTn>
                        <p:tgtEl>
                          <p:spTgt spid="4"/>
                        </p:tgtEl>
                      </p:cBhvr>
                    </p:animEffect>
                    <p:anim to="0" calcmode="lin" valueType="num">
                      <p:cBhvr>
                        <p:cTn dur="500" fill="hold">
                          <p:stCondLst>
                            <p:cond delay="0"/>
                          </p:stCondLst>
                        </p:cTn>
                        <p:tgtEl>
                          <p:spTgt spid="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-.05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7" grpId="0" build="p">
        <p:tmplLst>
          <p:tmpl lvl="1">
            <p:tnLst>
              <p:par>
                <p:cTn presetID="53" presetClass="entr" presetSubtype="16" fill="hold" nodeType="withEffect">
                  <p:stCondLst>
                    <p:cond delay="6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7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7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带目录章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椭圆 15">
            <a:extLst>
              <a:ext uri="{FF2B5EF4-FFF2-40B4-BE49-F238E27FC236}">
                <a16:creationId xmlns:a16="http://schemas.microsoft.com/office/drawing/2014/main" id="{B46198AC-367B-0D53-9173-FC8CA63C085D}"/>
              </a:ext>
            </a:extLst>
          </p:cNvPr>
          <p:cNvSpPr/>
          <p:nvPr userDrawn="1"/>
        </p:nvSpPr>
        <p:spPr>
          <a:xfrm>
            <a:off x="367090" y="-1714814"/>
            <a:ext cx="9285508" cy="9285508"/>
          </a:xfrm>
          <a:prstGeom prst="ellipse">
            <a:avLst/>
          </a:prstGeom>
          <a:solidFill>
            <a:schemeClr val="accent1">
              <a:lumMod val="40000"/>
              <a:lumOff val="60000"/>
              <a:alpha val="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5EB1B61C-49CF-BE5E-D897-0E6165887E9C}"/>
              </a:ext>
            </a:extLst>
          </p:cNvPr>
          <p:cNvSpPr/>
          <p:nvPr userDrawn="1"/>
        </p:nvSpPr>
        <p:spPr>
          <a:xfrm>
            <a:off x="1832990" y="-2841"/>
            <a:ext cx="5824484" cy="5824484"/>
          </a:xfrm>
          <a:prstGeom prst="ellipse">
            <a:avLst/>
          </a:prstGeom>
          <a:solidFill>
            <a:schemeClr val="accent1">
              <a:lumMod val="40000"/>
              <a:lumOff val="60000"/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62399A25-BD86-E6C4-1B6C-5E720BE7951F}"/>
              </a:ext>
            </a:extLst>
          </p:cNvPr>
          <p:cNvSpPr/>
          <p:nvPr userDrawn="1"/>
        </p:nvSpPr>
        <p:spPr>
          <a:xfrm>
            <a:off x="3434922" y="1599091"/>
            <a:ext cx="2620620" cy="2620620"/>
          </a:xfrm>
          <a:prstGeom prst="ellipse">
            <a:avLst/>
          </a:prstGeom>
          <a:solidFill>
            <a:schemeClr val="accent1">
              <a:lumMod val="40000"/>
              <a:lumOff val="60000"/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75BB57A5-2F78-87EC-D302-EA186869EBC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741" r="31458"/>
          <a:stretch/>
        </p:blipFill>
        <p:spPr>
          <a:xfrm rot="568416">
            <a:off x="90962" y="381112"/>
            <a:ext cx="4016078" cy="5720226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956F742F-78A8-9974-FA4F-56396F38C25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741" r="31458"/>
          <a:stretch/>
        </p:blipFill>
        <p:spPr>
          <a:xfrm rot="20629034">
            <a:off x="-3526421" y="-821074"/>
            <a:ext cx="4016077" cy="5720225"/>
          </a:xfrm>
          <a:prstGeom prst="rect">
            <a:avLst/>
          </a:prstGeom>
        </p:spPr>
      </p:pic>
      <p:sp>
        <p:nvSpPr>
          <p:cNvPr id="5" name="文本占位符 3">
            <a:extLst>
              <a:ext uri="{FF2B5EF4-FFF2-40B4-BE49-F238E27FC236}">
                <a16:creationId xmlns:a16="http://schemas.microsoft.com/office/drawing/2014/main" id="{3AF24492-4E99-231B-3CC0-5126876878A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37223" y="2203928"/>
            <a:ext cx="3484714" cy="668338"/>
          </a:xfrm>
          <a:prstGeom prst="rect">
            <a:avLst/>
          </a:prstGeom>
          <a:ln>
            <a:noFill/>
          </a:ln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3600">
                <a:solidFill>
                  <a:schemeClr val="tx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zh-CN" altLang="en-US"/>
              <a:t>章节标题</a:t>
            </a:r>
          </a:p>
        </p:txBody>
      </p:sp>
      <p:sp>
        <p:nvSpPr>
          <p:cNvPr id="2" name="文本占位符 25">
            <a:extLst>
              <a:ext uri="{FF2B5EF4-FFF2-40B4-BE49-F238E27FC236}">
                <a16:creationId xmlns:a16="http://schemas.microsoft.com/office/drawing/2014/main" id="{16A7C205-45D1-F79D-939F-C8FE0D7B4EF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73412" y="2924828"/>
            <a:ext cx="3692525" cy="2206679"/>
          </a:xfrm>
          <a:prstGeom prst="rect">
            <a:avLst/>
          </a:prstGeom>
        </p:spPr>
        <p:txBody>
          <a:bodyPr anchor="t"/>
          <a:lstStyle>
            <a:lvl1pPr marL="342900" indent="-342900" algn="l">
              <a:lnSpc>
                <a:spcPct val="150000"/>
              </a:lnSpc>
              <a:buFont typeface="Wingdings" panose="05000000000000000000" pitchFamily="2" charset="2"/>
              <a:buChar char="u"/>
              <a:defRPr sz="1800">
                <a:solidFill>
                  <a:schemeClr val="tx1"/>
                </a:solidFill>
                <a:latin typeface="+mn-ea"/>
                <a:ea typeface="+mn-ea"/>
                <a:cs typeface="阿里巴巴普惠体 Medium" panose="00020600040101010101" pitchFamily="18" charset="-122"/>
              </a:defRPr>
            </a:lvl1pPr>
          </a:lstStyle>
          <a:p>
            <a:pPr lvl="0"/>
            <a:r>
              <a:rPr lang="zh-CN" altLang="en-US"/>
              <a:t>目录样式</a:t>
            </a:r>
            <a:endParaRPr lang="en-US" altLang="zh-CN"/>
          </a:p>
          <a:p>
            <a:pPr lvl="0"/>
            <a:r>
              <a:rPr lang="zh-CN" altLang="en-US"/>
              <a:t>目录样式</a:t>
            </a:r>
            <a:endParaRPr lang="en-US" altLang="zh-CN"/>
          </a:p>
          <a:p>
            <a:pPr lvl="0"/>
            <a:r>
              <a:rPr lang="zh-CN" altLang="en-US"/>
              <a:t>目录样式</a:t>
            </a:r>
            <a:endParaRPr lang="en-US" altLang="zh-CN"/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2249AA4E-BDC6-696B-EF7C-D82E9F67C155}"/>
              </a:ext>
            </a:extLst>
          </p:cNvPr>
          <p:cNvSpPr/>
          <p:nvPr userDrawn="1"/>
        </p:nvSpPr>
        <p:spPr>
          <a:xfrm>
            <a:off x="4633274" y="3069963"/>
            <a:ext cx="409736" cy="40973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圆心">
            <a:extLst>
              <a:ext uri="{FF2B5EF4-FFF2-40B4-BE49-F238E27FC236}">
                <a16:creationId xmlns:a16="http://schemas.microsoft.com/office/drawing/2014/main" id="{187CDF87-71AD-62FA-465E-4563734A654E}"/>
              </a:ext>
            </a:extLst>
          </p:cNvPr>
          <p:cNvSpPr/>
          <p:nvPr userDrawn="1"/>
        </p:nvSpPr>
        <p:spPr>
          <a:xfrm>
            <a:off x="4186995" y="2360165"/>
            <a:ext cx="1119534" cy="111953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600">
              <a:latin typeface="+mj-ea"/>
              <a:ea typeface="+mj-ea"/>
            </a:endParaRPr>
          </a:p>
        </p:txBody>
      </p:sp>
      <p:sp>
        <p:nvSpPr>
          <p:cNvPr id="7" name="文本占位符 6">
            <a:extLst>
              <a:ext uri="{FF2B5EF4-FFF2-40B4-BE49-F238E27FC236}">
                <a16:creationId xmlns:a16="http://schemas.microsoft.com/office/drawing/2014/main" id="{0FA4BC60-2E49-93DC-4C3E-CA7B70C33EA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304296" y="2679426"/>
            <a:ext cx="884931" cy="481012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3600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en-US" altLang="zh-CN"/>
              <a:t>1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78867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decel="6043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7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ntr" presetSubtype="0" decel="6043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63" presetClass="path" presetSubtype="0" decel="6043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296701 0.175297 E" pathEditMode="relative" ptsTypes="">
                                      <p:cBhvr>
                                        <p:cTn id="12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63" presetClass="path" presetSubtype="0" decel="6043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296701 -0.175297 L 0 0 E" pathEditMode="relative" ptsTypes="">
                                      <p:cBhvr>
                                        <p:cTn id="14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6" presetClass="emph" presetSubtype="0" decel="6043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6" dur="750" fill="hold"/>
                                        <p:tgtEl>
                                          <p:spTgt spid="14"/>
                                        </p:tgtEl>
                                      </p:cBhvr>
                                      <p:by x="150000" y="150000"/>
                                      <p:from x="100000" y="10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7" presetID="6" presetClass="emph" presetSubtype="0" decel="6043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8" dur="750" fill="hold"/>
                                        <p:tgtEl>
                                          <p:spTgt spid="12"/>
                                        </p:tgtEl>
                                      </p:cBhvr>
                                      <p:by x="150000" y="150000"/>
                                      <p:from x="100000" y="10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9" presetID="8" presetClass="emph" presetSubtype="0" decel="6043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 from="0" to="1539382">
                                      <p:cBhvr>
                                        <p:cTn id="20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1" presetID="8" presetClass="emph" presetSubtype="0" decel="6043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 from="-1539382" to="0">
                                      <p:cBhvr>
                                        <p:cTn id="22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3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53" presetClass="entr" presetSubtype="16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53" presetClass="entr" presetSubtype="16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53" presetClass="entr" presetSubtype="16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53" presetClass="entr" presetSubtype="16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42" presetClass="path" presetSubtype="0" accel="50000" decel="50000" fill="hold" grpId="1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5E-6 3.7037E-6 L 0.0168 0.02986 " pathEditMode="relative" rAng="0" ptsTypes="AA">
                                      <p:cBhvr>
                                        <p:cTn id="5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33" y="1481"/>
                                    </p:animMotion>
                                  </p:childTnLst>
                                </p:cTn>
                              </p:par>
                              <p:par>
                                <p:cTn id="53" presetID="10" presetClass="entr" presetSubtype="0" decel="10000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to="0" calcmode="lin" valueType="num">
                                      <p:cBhvr>
                                        <p:cTn id="5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10" presetClass="entr" presetSubtype="0" decel="100000" fill="hold" grpId="0" nodeType="withEffect">
                                  <p:stCondLst>
                                    <p:cond delay="750"/>
                                  </p:stCondLst>
                                  <p:iterate type="wd">
                                    <p:tmPct val="8000"/>
                                  </p:iterate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to="0" calcmode="lin" valueType="num">
                                      <p:cBhvr>
                                        <p:cTn id="60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0" grpId="0" animBg="1"/>
      <p:bldP spid="11" grpId="0" animBg="1"/>
      <p:bldP spid="5" grpId="0">
        <p:tmplLst>
          <p:tmpl>
            <p:tnLst>
              <p:par>
                <p:cTn presetID="10" presetClass="entr" presetSubtype="0" decel="100000" fill="hold" nodeType="withEffect">
                  <p:stCondLst>
                    <p:cond delay="7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>
                          <p:stCondLst>
                            <p:cond delay="0"/>
                          </p:stCondLst>
                        </p:cTn>
                        <p:tgtEl>
                          <p:spTgt spid="5"/>
                        </p:tgtEl>
                      </p:cBhvr>
                    </p:animEffect>
                    <p:anim to="0" calcmode="lin" valueType="num">
                      <p:cBhvr>
                        <p:cTn dur="500" fill="hold">
                          <p:stCondLst>
                            <p:cond delay="0"/>
                          </p:stCondLst>
                        </p:cTn>
                        <p:tgtEl>
                          <p:spTgt spid="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-.05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" grpId="0">
        <p:tmplLst>
          <p:tmpl>
            <p:tnLst>
              <p:par>
                <p:cTn presetID="10" presetClass="entr" presetSubtype="0" decel="100000" fill="hold" nodeType="withEffect">
                  <p:stCondLst>
                    <p:cond delay="750"/>
                  </p:stCondLst>
                  <p:iterate type="wd">
                    <p:tmPct val="8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>
                          <p:stCondLst>
                            <p:cond delay="0"/>
                          </p:stCondLst>
                        </p:cTn>
                        <p:tgtEl>
                          <p:spTgt spid="2"/>
                        </p:tgtEl>
                      </p:cBhvr>
                    </p:animEffect>
                    <p:anim to="0" calcmode="lin" valueType="num">
                      <p:cBhvr>
                        <p:cTn dur="500" fill="hold">
                          <p:stCondLst>
                            <p:cond delay="0"/>
                          </p:stCondLst>
                        </p:cTn>
                        <p:tgtEl>
                          <p:spTgt spid="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-.05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" grpId="0" animBg="1"/>
      <p:bldP spid="4" grpId="1" animBg="1"/>
      <p:bldP spid="6" grpId="0" animBg="1"/>
      <p:bldP spid="7" grpId="0" build="p">
        <p:tmplLst>
          <p:tmpl lvl="1">
            <p:tnLst>
              <p:par>
                <p:cTn presetID="53" presetClass="entr" presetSubtype="16" fill="hold" nodeType="withEffect">
                  <p:stCondLst>
                    <p:cond delay="6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7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7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椭圆 11">
            <a:extLst>
              <a:ext uri="{FF2B5EF4-FFF2-40B4-BE49-F238E27FC236}">
                <a16:creationId xmlns:a16="http://schemas.microsoft.com/office/drawing/2014/main" id="{E9A4C940-17A0-EAF5-1288-423099172492}"/>
              </a:ext>
            </a:extLst>
          </p:cNvPr>
          <p:cNvSpPr/>
          <p:nvPr userDrawn="1"/>
        </p:nvSpPr>
        <p:spPr>
          <a:xfrm>
            <a:off x="367090" y="-1714814"/>
            <a:ext cx="9285508" cy="9285508"/>
          </a:xfrm>
          <a:prstGeom prst="ellipse">
            <a:avLst/>
          </a:prstGeom>
          <a:solidFill>
            <a:schemeClr val="accent1">
              <a:lumMod val="40000"/>
              <a:lumOff val="60000"/>
              <a:alpha val="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0B0CBC4C-0370-FC83-EFE2-A4655072B969}"/>
              </a:ext>
            </a:extLst>
          </p:cNvPr>
          <p:cNvSpPr/>
          <p:nvPr userDrawn="1"/>
        </p:nvSpPr>
        <p:spPr>
          <a:xfrm>
            <a:off x="1832990" y="-2841"/>
            <a:ext cx="5824484" cy="5824484"/>
          </a:xfrm>
          <a:prstGeom prst="ellipse">
            <a:avLst/>
          </a:prstGeom>
          <a:solidFill>
            <a:schemeClr val="accent1">
              <a:lumMod val="40000"/>
              <a:lumOff val="60000"/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448C111F-EC00-73CD-D78D-B90FCF65990B}"/>
              </a:ext>
            </a:extLst>
          </p:cNvPr>
          <p:cNvSpPr/>
          <p:nvPr userDrawn="1"/>
        </p:nvSpPr>
        <p:spPr>
          <a:xfrm>
            <a:off x="3434922" y="1599091"/>
            <a:ext cx="2620620" cy="2620620"/>
          </a:xfrm>
          <a:prstGeom prst="ellipse">
            <a:avLst/>
          </a:prstGeom>
          <a:solidFill>
            <a:schemeClr val="accent1">
              <a:lumMod val="40000"/>
              <a:lumOff val="60000"/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5EF8D094-C09B-FA07-5E8E-6D0A34E8E25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741" r="31458"/>
          <a:stretch/>
        </p:blipFill>
        <p:spPr>
          <a:xfrm rot="568416">
            <a:off x="90962" y="381112"/>
            <a:ext cx="4016078" cy="5720226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E50503D8-4014-AE09-8F7D-F2C94ED6022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741" r="31458"/>
          <a:stretch/>
        </p:blipFill>
        <p:spPr>
          <a:xfrm rot="20629034">
            <a:off x="-3526421" y="-821074"/>
            <a:ext cx="4016077" cy="5720225"/>
          </a:xfrm>
          <a:prstGeom prst="rect">
            <a:avLst/>
          </a:prstGeom>
        </p:spPr>
      </p:pic>
      <p:sp>
        <p:nvSpPr>
          <p:cNvPr id="29" name="文本框 28">
            <a:extLst>
              <a:ext uri="{FF2B5EF4-FFF2-40B4-BE49-F238E27FC236}">
                <a16:creationId xmlns:a16="http://schemas.microsoft.com/office/drawing/2014/main" id="{06715BF8-0A12-5796-1551-488CA6BA7E8B}"/>
              </a:ext>
            </a:extLst>
          </p:cNvPr>
          <p:cNvSpPr txBox="1"/>
          <p:nvPr userDrawn="1"/>
        </p:nvSpPr>
        <p:spPr>
          <a:xfrm>
            <a:off x="3768481" y="2334719"/>
            <a:ext cx="21675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CN" sz="2800" b="1" i="0">
                <a:gradFill>
                  <a:gsLst>
                    <a:gs pos="100000">
                      <a:schemeClr val="accent1">
                        <a:alpha val="15000"/>
                      </a:schemeClr>
                    </a:gs>
                    <a:gs pos="0">
                      <a:schemeClr val="accent1">
                        <a:alpha val="0"/>
                      </a:schemeClr>
                    </a:gs>
                  </a:gsLst>
                  <a:lin ang="16200000" scaled="1"/>
                </a:gradFill>
                <a:effectLst/>
                <a:latin typeface="Calisto MT" panose="02040603050505030304" pitchFamily="18" charset="0"/>
              </a:rPr>
              <a:t>CONTENT</a:t>
            </a:r>
          </a:p>
        </p:txBody>
      </p:sp>
      <p:sp>
        <p:nvSpPr>
          <p:cNvPr id="26" name="文本占位符 25">
            <a:extLst>
              <a:ext uri="{FF2B5EF4-FFF2-40B4-BE49-F238E27FC236}">
                <a16:creationId xmlns:a16="http://schemas.microsoft.com/office/drawing/2014/main" id="{6B50EE85-71F0-6A4A-F2C6-2ACBA4D8468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258201" y="1662411"/>
            <a:ext cx="3692525" cy="2631150"/>
          </a:xfrm>
          <a:prstGeom prst="rect">
            <a:avLst/>
          </a:prstGeom>
        </p:spPr>
        <p:txBody>
          <a:bodyPr anchor="ctr"/>
          <a:lstStyle>
            <a:lvl1pPr marL="342900" indent="-342900" algn="l">
              <a:lnSpc>
                <a:spcPct val="150000"/>
              </a:lnSpc>
              <a:buFont typeface="Wingdings" panose="05000000000000000000" pitchFamily="2" charset="2"/>
              <a:buChar char="u"/>
              <a:defRPr sz="1800">
                <a:solidFill>
                  <a:schemeClr val="tx1"/>
                </a:solidFill>
                <a:latin typeface="+mn-ea"/>
                <a:ea typeface="+mn-ea"/>
                <a:cs typeface="阿里巴巴普惠体 Medium" panose="00020600040101010101" pitchFamily="18" charset="-122"/>
              </a:defRPr>
            </a:lvl1pPr>
          </a:lstStyle>
          <a:p>
            <a:pPr lvl="0"/>
            <a:r>
              <a:rPr lang="zh-CN" altLang="en-US"/>
              <a:t>目录样式</a:t>
            </a:r>
            <a:endParaRPr lang="en-US" altLang="zh-CN"/>
          </a:p>
          <a:p>
            <a:pPr lvl="0"/>
            <a:r>
              <a:rPr lang="zh-CN" altLang="en-US"/>
              <a:t>目录样式</a:t>
            </a:r>
            <a:endParaRPr lang="en-US" altLang="zh-CN"/>
          </a:p>
          <a:p>
            <a:pPr lvl="0"/>
            <a:r>
              <a:rPr lang="zh-CN" altLang="en-US"/>
              <a:t>目录样式</a:t>
            </a:r>
            <a:endParaRPr lang="en-US" altLang="zh-CN"/>
          </a:p>
        </p:txBody>
      </p:sp>
      <p:sp>
        <p:nvSpPr>
          <p:cNvPr id="27" name="标题文本">
            <a:extLst>
              <a:ext uri="{FF2B5EF4-FFF2-40B4-BE49-F238E27FC236}">
                <a16:creationId xmlns:a16="http://schemas.microsoft.com/office/drawing/2014/main" id="{32B4F824-6998-DCF1-0043-E682C565BE4E}"/>
              </a:ext>
            </a:extLst>
          </p:cNvPr>
          <p:cNvSpPr txBox="1"/>
          <p:nvPr userDrawn="1"/>
        </p:nvSpPr>
        <p:spPr>
          <a:xfrm flipH="1">
            <a:off x="4207329" y="2704247"/>
            <a:ext cx="109837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600">
                <a:solidFill>
                  <a:schemeClr val="accent1"/>
                </a:solidFill>
                <a:latin typeface="+mj-ea"/>
                <a:ea typeface="+mj-ea"/>
              </a:rPr>
              <a:t>目录</a:t>
            </a:r>
            <a:endParaRPr lang="zh-CN" altLang="en-US" sz="3600" dirty="0">
              <a:solidFill>
                <a:schemeClr val="accent1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6412207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decel="6043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ntr" presetSubtype="0" decel="6043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63" presetClass="path" presetSubtype="0" decel="6043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296701 0.175297 E" pathEditMode="relative" ptsTypes="">
                                      <p:cBhvr>
                                        <p:cTn id="12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63" presetClass="path" presetSubtype="0" decel="6043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296701 -0.175297 L 0 0 E" pathEditMode="relative" ptsTypes="">
                                      <p:cBhvr>
                                        <p:cTn id="14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6" presetClass="emph" presetSubtype="0" decel="6043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6" dur="750" fill="hold"/>
                                        <p:tgtEl>
                                          <p:spTgt spid="11"/>
                                        </p:tgtEl>
                                      </p:cBhvr>
                                      <p:by x="150000" y="150000"/>
                                      <p:from x="100000" y="10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7" presetID="6" presetClass="emph" presetSubtype="0" decel="6043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8" dur="750" fill="hold"/>
                                        <p:tgtEl>
                                          <p:spTgt spid="10"/>
                                        </p:tgtEl>
                                      </p:cBhvr>
                                      <p:by x="150000" y="150000"/>
                                      <p:from x="100000" y="10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9" presetID="8" presetClass="emph" presetSubtype="0" decel="6043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 from="0" to="1539382">
                                      <p:cBhvr>
                                        <p:cTn id="20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1" presetID="8" presetClass="emph" presetSubtype="0" decel="6043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 from="-1539382" to="0">
                                      <p:cBhvr>
                                        <p:cTn id="22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3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decel="100000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to="0" calcmode="lin" valueType="num">
                                      <p:cBhvr>
                                        <p:cTn id="3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53" presetClass="entr" presetSubtype="16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53" presetClass="entr" presetSubtype="16" fill="hold" grpId="0" nodeType="with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decel="100000" fill="hold" grpId="0" nodeType="withEffect">
                                  <p:stCondLst>
                                    <p:cond delay="85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to="0" calcmode="lin" valueType="num">
                                      <p:cBhvr>
                                        <p:cTn id="45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53" presetClass="entr" presetSubtype="16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6" grpId="0" animBg="1"/>
      <p:bldP spid="7" grpId="0" animBg="1"/>
      <p:bldP spid="29" grpId="0"/>
      <p:bldP spid="26" grpId="0">
        <p:tmplLst>
          <p:tmpl>
            <p:tnLst>
              <p:par>
                <p:cTn presetID="10" presetClass="entr" presetSubtype="0" decel="100000" fill="hold" nodeType="withEffect">
                  <p:stCondLst>
                    <p:cond delay="85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>
                          <p:stCondLst>
                            <p:cond delay="0"/>
                          </p:stCondLst>
                        </p:cTn>
                        <p:tgtEl>
                          <p:spTgt spid="26"/>
                        </p:tgtEl>
                      </p:cBhvr>
                    </p:animEffect>
                    <p:anim to="0" calcmode="lin" valueType="num">
                      <p:cBhvr>
                        <p:cTn dur="500" fill="hold">
                          <p:stCondLst>
                            <p:cond delay="0"/>
                          </p:stCondLst>
                        </p:cTn>
                        <p:tgtEl>
                          <p:spTgt spid="2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-.05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7" grpId="0"/>
    </p:bldLst>
  </p:timing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>
            <a:extLst>
              <a:ext uri="{FF2B5EF4-FFF2-40B4-BE49-F238E27FC236}">
                <a16:creationId xmlns:a16="http://schemas.microsoft.com/office/drawing/2014/main" id="{052D8D2A-DC76-4246-B7A3-897EC598042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00" indent="-360000">
              <a:lnSpc>
                <a:spcPct val="150000"/>
              </a:lnSpc>
              <a:buClr>
                <a:srgbClr val="404040"/>
              </a:buClr>
              <a:buSzPct val="85000"/>
              <a:buFont typeface="Wingdings" pitchFamily="2" charset="2"/>
              <a:buChar char="l"/>
              <a:tabLst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138" indent="-358775">
              <a:lnSpc>
                <a:spcPct val="150000"/>
              </a:lnSpc>
              <a:buFont typeface="Wingdings" pitchFamily="2" charset="2"/>
              <a:buChar char="l"/>
              <a:tabLst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20204" pitchFamily="34" charset="0"/>
              <a:buChar char="•"/>
              <a:tabLst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>
            <a:extLst>
              <a:ext uri="{FF2B5EF4-FFF2-40B4-BE49-F238E27FC236}">
                <a16:creationId xmlns:a16="http://schemas.microsoft.com/office/drawing/2014/main" id="{49FCFB1A-E1EE-3245-9778-ABB7ACB14F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  <p:sp>
        <p:nvSpPr>
          <p:cNvPr id="6" name="文本占位符 9">
            <a:extLst>
              <a:ext uri="{FF2B5EF4-FFF2-40B4-BE49-F238E27FC236}">
                <a16:creationId xmlns:a16="http://schemas.microsoft.com/office/drawing/2014/main" id="{2DD40269-A2A6-814E-991D-1DBB1287380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</a:p>
        </p:txBody>
      </p:sp>
    </p:spTree>
    <p:extLst>
      <p:ext uri="{BB962C8B-B14F-4D97-AF65-F5344CB8AC3E}">
        <p14:creationId xmlns:p14="http://schemas.microsoft.com/office/powerpoint/2010/main" val="429349604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3380985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E6C2551-88ED-4239-96A2-7F3C49A205F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>
            <a:extLst>
              <a:ext uri="{FF2B5EF4-FFF2-40B4-BE49-F238E27FC236}">
                <a16:creationId xmlns:a16="http://schemas.microsoft.com/office/drawing/2014/main" id="{0F12D90F-BB49-421D-A9D1-C25C2A378E5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24204"/>
            <a:ext cx="10698800" cy="386122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</p:spTree>
    <p:extLst>
      <p:ext uri="{BB962C8B-B14F-4D97-AF65-F5344CB8AC3E}">
        <p14:creationId xmlns:p14="http://schemas.microsoft.com/office/powerpoint/2010/main" val="356956776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13">
            <a:extLst>
              <a:ext uri="{FF2B5EF4-FFF2-40B4-BE49-F238E27FC236}">
                <a16:creationId xmlns:a16="http://schemas.microsoft.com/office/drawing/2014/main" id="{B8ADD725-DDC3-9843-C6D4-70BC53E95D5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60556" y="1720312"/>
            <a:ext cx="7114116" cy="3378631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200000"/>
              </a:lnSpc>
              <a:buNone/>
              <a:defRPr sz="2400"/>
            </a:lvl1pPr>
          </a:lstStyle>
          <a:p>
            <a:pPr lvl="0"/>
            <a:r>
              <a:rPr lang="zh-CN" altLang="en-US"/>
              <a:t>点击输入问题标题，问题描述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382D0547-D899-4028-C68F-1B7E5E17FCC5}"/>
              </a:ext>
            </a:extLst>
          </p:cNvPr>
          <p:cNvSpPr txBox="1"/>
          <p:nvPr userDrawn="1"/>
        </p:nvSpPr>
        <p:spPr>
          <a:xfrm>
            <a:off x="720983" y="2862323"/>
            <a:ext cx="21675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defRPr sz="2800" b="1" i="0">
                <a:gradFill flip="none" rotWithShape="1">
                  <a:gsLst>
                    <a:gs pos="100000">
                      <a:schemeClr val="bg1">
                        <a:alpha val="15000"/>
                      </a:schemeClr>
                    </a:gs>
                    <a:gs pos="0">
                      <a:schemeClr val="bg1">
                        <a:alpha val="0"/>
                      </a:schemeClr>
                    </a:gs>
                  </a:gsLst>
                  <a:lin ang="16200000" scaled="1"/>
                  <a:tileRect/>
                </a:gradFill>
                <a:effectLst/>
                <a:latin typeface="Calisto MT" panose="02040603050505030304" pitchFamily="18" charset="0"/>
              </a:defRPr>
            </a:lvl1pPr>
          </a:lstStyle>
          <a:p>
            <a:pPr lvl="0"/>
            <a:r>
              <a:rPr lang="en-US" altLang="zh-CN"/>
              <a:t>QUESTION</a:t>
            </a:r>
          </a:p>
        </p:txBody>
      </p:sp>
      <p:sp>
        <p:nvSpPr>
          <p:cNvPr id="12" name="íşľíďe">
            <a:extLst>
              <a:ext uri="{FF2B5EF4-FFF2-40B4-BE49-F238E27FC236}">
                <a16:creationId xmlns:a16="http://schemas.microsoft.com/office/drawing/2014/main" id="{66992E28-34C1-82B0-BBD1-9DB821AEB09B}"/>
              </a:ext>
            </a:extLst>
          </p:cNvPr>
          <p:cNvSpPr txBox="1"/>
          <p:nvPr userDrawn="1"/>
        </p:nvSpPr>
        <p:spPr>
          <a:xfrm flipH="1">
            <a:off x="1204297" y="3113661"/>
            <a:ext cx="120097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4000" b="1">
                <a:solidFill>
                  <a:schemeClr val="bg1"/>
                </a:solidFill>
                <a:latin typeface="阿里巴巴普惠体 Heavy" panose="00020600040101010101" pitchFamily="18" charset="-122"/>
                <a:ea typeface="阿里巴巴普惠体 Heavy" panose="00020600040101010101" pitchFamily="18" charset="-122"/>
                <a:cs typeface="阿里巴巴普惠体 Heavy" panose="00020600040101010101" pitchFamily="18" charset="-122"/>
              </a:rPr>
              <a:t>思考</a:t>
            </a:r>
            <a:endParaRPr lang="zh-CN" altLang="en-US" sz="4000" b="1" dirty="0">
              <a:solidFill>
                <a:schemeClr val="bg1"/>
              </a:solidFill>
              <a:latin typeface="阿里巴巴普惠体 Heavy" panose="00020600040101010101" pitchFamily="18" charset="-122"/>
              <a:ea typeface="阿里巴巴普惠体 Heavy" panose="00020600040101010101" pitchFamily="18" charset="-122"/>
              <a:cs typeface="阿里巴巴普惠体 Heavy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1630381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小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13">
            <a:extLst>
              <a:ext uri="{FF2B5EF4-FFF2-40B4-BE49-F238E27FC236}">
                <a16:creationId xmlns:a16="http://schemas.microsoft.com/office/drawing/2014/main" id="{B8ADD725-DDC3-9843-C6D4-70BC53E95D5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936569" y="1483864"/>
            <a:ext cx="7402227" cy="3962399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50000"/>
              </a:lnSpc>
              <a:buNone/>
              <a:defRPr sz="1600"/>
            </a:lvl1pPr>
          </a:lstStyle>
          <a:p>
            <a:pPr lvl="0"/>
            <a:r>
              <a:rPr lang="zh-CN" altLang="en-US"/>
              <a:t>点击输入小结内容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2B1B9D1-DEFE-AB9B-7D57-D4044AED1257}"/>
              </a:ext>
            </a:extLst>
          </p:cNvPr>
          <p:cNvSpPr txBox="1"/>
          <p:nvPr userDrawn="1"/>
        </p:nvSpPr>
        <p:spPr>
          <a:xfrm>
            <a:off x="720983" y="2862323"/>
            <a:ext cx="21675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defRPr sz="2800" b="1" i="0">
                <a:gradFill flip="none" rotWithShape="1">
                  <a:gsLst>
                    <a:gs pos="100000">
                      <a:schemeClr val="bg1">
                        <a:alpha val="15000"/>
                      </a:schemeClr>
                    </a:gs>
                    <a:gs pos="0">
                      <a:schemeClr val="bg1">
                        <a:alpha val="0"/>
                      </a:schemeClr>
                    </a:gs>
                  </a:gsLst>
                  <a:lin ang="16200000" scaled="1"/>
                  <a:tileRect/>
                </a:gradFill>
                <a:effectLst/>
                <a:latin typeface="Calisto MT" panose="02040603050505030304" pitchFamily="18" charset="0"/>
              </a:defRPr>
            </a:lvl1pPr>
          </a:lstStyle>
          <a:p>
            <a:pPr lvl="0"/>
            <a:r>
              <a:rPr lang="en-US" altLang="zh-CN"/>
              <a:t>BRIEF</a:t>
            </a:r>
          </a:p>
        </p:txBody>
      </p:sp>
      <p:sp>
        <p:nvSpPr>
          <p:cNvPr id="8" name="íşľíďe">
            <a:extLst>
              <a:ext uri="{FF2B5EF4-FFF2-40B4-BE49-F238E27FC236}">
                <a16:creationId xmlns:a16="http://schemas.microsoft.com/office/drawing/2014/main" id="{0A58CF2E-C9AD-567D-B72D-E69212797F03}"/>
              </a:ext>
            </a:extLst>
          </p:cNvPr>
          <p:cNvSpPr txBox="1"/>
          <p:nvPr userDrawn="1"/>
        </p:nvSpPr>
        <p:spPr>
          <a:xfrm flipH="1">
            <a:off x="1204297" y="3113661"/>
            <a:ext cx="120097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4000" b="1">
                <a:solidFill>
                  <a:schemeClr val="bg1"/>
                </a:solidFill>
                <a:latin typeface="阿里巴巴普惠体 Heavy" panose="00020600040101010101" pitchFamily="18" charset="-122"/>
                <a:ea typeface="阿里巴巴普惠体 Heavy" panose="00020600040101010101" pitchFamily="18" charset="-122"/>
                <a:cs typeface="阿里巴巴普惠体 Heavy" panose="00020600040101010101" pitchFamily="18" charset="-122"/>
              </a:rPr>
              <a:t>小结</a:t>
            </a:r>
            <a:endParaRPr lang="zh-CN" altLang="en-US" sz="4000" b="1" dirty="0">
              <a:solidFill>
                <a:schemeClr val="bg1"/>
              </a:solidFill>
              <a:latin typeface="阿里巴巴普惠体 Heavy" panose="00020600040101010101" pitchFamily="18" charset="-122"/>
              <a:ea typeface="阿里巴巴普惠体 Heavy" panose="00020600040101010101" pitchFamily="18" charset="-122"/>
              <a:cs typeface="阿里巴巴普惠体 Heavy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0448728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13">
            <a:extLst>
              <a:ext uri="{FF2B5EF4-FFF2-40B4-BE49-F238E27FC236}">
                <a16:creationId xmlns:a16="http://schemas.microsoft.com/office/drawing/2014/main" id="{B8ADD725-DDC3-9843-C6D4-70BC53E95D5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60229" y="1359878"/>
            <a:ext cx="7170081" cy="3962399"/>
          </a:xfrm>
          <a:prstGeom prst="rect">
            <a:avLst/>
          </a:prstGeom>
        </p:spPr>
        <p:txBody>
          <a:bodyPr anchor="ctr"/>
          <a:lstStyle>
            <a:lvl1pPr marL="285750" indent="-285750">
              <a:lnSpc>
                <a:spcPct val="150000"/>
              </a:lnSpc>
              <a:buFont typeface="Wingdings" panose="05000000000000000000" pitchFamily="2" charset="2"/>
              <a:buChar char="l"/>
              <a:defRPr sz="1800" b="1"/>
            </a:lvl1pPr>
          </a:lstStyle>
          <a:p>
            <a:pPr lvl="0"/>
            <a:r>
              <a:rPr lang="zh-CN" altLang="en-US"/>
              <a:t>点击输入学习目标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3F17914-8286-2740-0111-F53CC3BDDD9A}"/>
              </a:ext>
            </a:extLst>
          </p:cNvPr>
          <p:cNvSpPr txBox="1"/>
          <p:nvPr userDrawn="1"/>
        </p:nvSpPr>
        <p:spPr>
          <a:xfrm>
            <a:off x="698224" y="2861141"/>
            <a:ext cx="21675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defRPr sz="2800" b="1" i="0">
                <a:gradFill flip="none" rotWithShape="1">
                  <a:gsLst>
                    <a:gs pos="100000">
                      <a:schemeClr val="bg1">
                        <a:alpha val="15000"/>
                      </a:schemeClr>
                    </a:gs>
                    <a:gs pos="0">
                      <a:schemeClr val="bg1">
                        <a:alpha val="0"/>
                      </a:schemeClr>
                    </a:gs>
                  </a:gsLst>
                  <a:lin ang="16200000" scaled="1"/>
                  <a:tileRect/>
                </a:gradFill>
                <a:effectLst/>
                <a:latin typeface="Calisto MT" panose="02040603050505030304" pitchFamily="18" charset="0"/>
              </a:defRPr>
            </a:lvl1pPr>
          </a:lstStyle>
          <a:p>
            <a:pPr lvl="0"/>
            <a:r>
              <a:rPr lang="en-US" altLang="zh-CN"/>
              <a:t>TARGET</a:t>
            </a:r>
          </a:p>
        </p:txBody>
      </p:sp>
      <p:sp>
        <p:nvSpPr>
          <p:cNvPr id="8" name="íşľíďe">
            <a:extLst>
              <a:ext uri="{FF2B5EF4-FFF2-40B4-BE49-F238E27FC236}">
                <a16:creationId xmlns:a16="http://schemas.microsoft.com/office/drawing/2014/main" id="{FB3F6AA9-BBC1-E326-ABE9-AC067A990D01}"/>
              </a:ext>
            </a:extLst>
          </p:cNvPr>
          <p:cNvSpPr txBox="1"/>
          <p:nvPr userDrawn="1"/>
        </p:nvSpPr>
        <p:spPr>
          <a:xfrm flipH="1">
            <a:off x="1181538" y="3112479"/>
            <a:ext cx="120097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4000" b="1">
                <a:solidFill>
                  <a:schemeClr val="bg1"/>
                </a:solidFill>
                <a:latin typeface="阿里巴巴普惠体 Heavy" panose="00020600040101010101" pitchFamily="18" charset="-122"/>
                <a:ea typeface="阿里巴巴普惠体 Heavy" panose="00020600040101010101" pitchFamily="18" charset="-122"/>
                <a:cs typeface="阿里巴巴普惠体 Heavy" panose="00020600040101010101" pitchFamily="18" charset="-122"/>
              </a:rPr>
              <a:t>目标</a:t>
            </a:r>
            <a:endParaRPr lang="zh-CN" altLang="en-US" sz="4000" b="1" dirty="0">
              <a:solidFill>
                <a:schemeClr val="bg1"/>
              </a:solidFill>
              <a:latin typeface="阿里巴巴普惠体 Heavy" panose="00020600040101010101" pitchFamily="18" charset="-122"/>
              <a:ea typeface="阿里巴巴普惠体 Heavy" panose="00020600040101010101" pitchFamily="18" charset="-122"/>
              <a:cs typeface="阿里巴巴普惠体 Heavy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5651339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20204" pitchFamily="34" charset="0"/>
              <a:buChar char="•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</a:p>
        </p:txBody>
      </p:sp>
    </p:spTree>
    <p:extLst>
      <p:ext uri="{BB962C8B-B14F-4D97-AF65-F5344CB8AC3E}">
        <p14:creationId xmlns:p14="http://schemas.microsoft.com/office/powerpoint/2010/main" val="4184282089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7">
            <a:extLst>
              <a:ext uri="{FF2B5EF4-FFF2-40B4-BE49-F238E27FC236}">
                <a16:creationId xmlns:a16="http://schemas.microsoft.com/office/drawing/2014/main" id="{FCDA8ECA-5550-1579-68CA-CC29E9FAE4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626" y="335203"/>
            <a:ext cx="10737020" cy="47441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9" name="椭圆 38">
            <a:extLst>
              <a:ext uri="{FF2B5EF4-FFF2-40B4-BE49-F238E27FC236}">
                <a16:creationId xmlns:a16="http://schemas.microsoft.com/office/drawing/2014/main" id="{0F420230-886B-D4D3-2B3C-23A24A3C217F}"/>
              </a:ext>
            </a:extLst>
          </p:cNvPr>
          <p:cNvSpPr/>
          <p:nvPr userDrawn="1"/>
        </p:nvSpPr>
        <p:spPr>
          <a:xfrm>
            <a:off x="221806" y="190972"/>
            <a:ext cx="144104" cy="144104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椭圆 39">
            <a:extLst>
              <a:ext uri="{FF2B5EF4-FFF2-40B4-BE49-F238E27FC236}">
                <a16:creationId xmlns:a16="http://schemas.microsoft.com/office/drawing/2014/main" id="{0C47F643-5264-44DA-EC51-A1FD97EB2FDA}"/>
              </a:ext>
            </a:extLst>
          </p:cNvPr>
          <p:cNvSpPr/>
          <p:nvPr userDrawn="1"/>
        </p:nvSpPr>
        <p:spPr>
          <a:xfrm>
            <a:off x="293858" y="224694"/>
            <a:ext cx="220764" cy="22076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8809408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总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>
            <a:extLst>
              <a:ext uri="{FF2B5EF4-FFF2-40B4-BE49-F238E27FC236}">
                <a16:creationId xmlns:a16="http://schemas.microsoft.com/office/drawing/2014/main" id="{34600FE5-8DCA-46AA-AB57-2E40352BF07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585" indent="0">
              <a:buNone/>
              <a:defRPr/>
            </a:lvl2pPr>
            <a:lvl3pPr marL="1219170" indent="0">
              <a:buNone/>
              <a:defRPr/>
            </a:lvl3pPr>
            <a:lvl4pPr marL="1828755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>
            <a:extLst>
              <a:ext uri="{FF2B5EF4-FFF2-40B4-BE49-F238E27FC236}">
                <a16:creationId xmlns:a16="http://schemas.microsoft.com/office/drawing/2014/main" id="{EBBF2F2F-D96E-4638-A53F-CD7237FF5C1E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81309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4950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标题占位符 1">
              <a:extLst>
                <a:ext uri="{FF2B5EF4-FFF2-40B4-BE49-F238E27FC236}">
                  <a16:creationId xmlns:a16="http://schemas.microsoft.com/office/drawing/2014/main" id="{EBBF2F2F-D96E-4638-A53F-CD7237FF5C1E}"/>
                </a:ext>
              </a:extLst>
            </p:cNvPr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80264297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>
            <a:extLst>
              <a:ext uri="{FF2B5EF4-FFF2-40B4-BE49-F238E27FC236}">
                <a16:creationId xmlns:a16="http://schemas.microsoft.com/office/drawing/2014/main" id="{EDBCAEF0-27E1-194C-B5F4-08826E264FF7}"/>
              </a:ext>
            </a:extLst>
          </p:cNvPr>
          <p:cNvGrpSpPr/>
          <p:nvPr userDrawn="1"/>
        </p:nvGrpSpPr>
        <p:grpSpPr>
          <a:xfrm>
            <a:off x="806306" y="1056254"/>
            <a:ext cx="1228476" cy="528956"/>
            <a:chOff x="852891" y="1026849"/>
            <a:chExt cx="1228476" cy="528956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7F233A09-E322-CB4D-81FE-B2170A097F20}"/>
                </a:ext>
              </a:extLst>
            </p:cNvPr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>
              <a:extLst>
                <a:ext uri="{FF2B5EF4-FFF2-40B4-BE49-F238E27FC236}">
                  <a16:creationId xmlns:a16="http://schemas.microsoft.com/office/drawing/2014/main" id="{58F0AF60-824F-A447-B933-34D6D8A0DBD6}"/>
                </a:ext>
              </a:extLst>
            </p:cNvPr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" name="TextBox 2">
              <a:extLst>
                <a:ext uri="{FF2B5EF4-FFF2-40B4-BE49-F238E27FC236}">
                  <a16:creationId xmlns:a16="http://schemas.microsoft.com/office/drawing/2014/main" id="{A22AFB91-263F-054D-81BE-7D38A372C09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案例</a:t>
              </a:r>
            </a:p>
          </p:txBody>
        </p:sp>
      </p:grpSp>
      <p:sp>
        <p:nvSpPr>
          <p:cNvPr id="11" name="文本占位符 9">
            <a:extLst>
              <a:ext uri="{FF2B5EF4-FFF2-40B4-BE49-F238E27FC236}">
                <a16:creationId xmlns:a16="http://schemas.microsoft.com/office/drawing/2014/main" id="{D44EE2D5-15F6-2E42-8B3D-F0F3139D0AA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10344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>
              <a:spcBef>
                <a:spcPct val="0"/>
              </a:spcBef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>
            <a:extLst>
              <a:ext uri="{FF2B5EF4-FFF2-40B4-BE49-F238E27FC236}">
                <a16:creationId xmlns:a16="http://schemas.microsoft.com/office/drawing/2014/main" id="{F5EA2F1C-E1D5-B44C-AB78-F1D96E0D74B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743280"/>
            <a:ext cx="9214230" cy="376237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  <p:pic>
        <p:nvPicPr>
          <p:cNvPr id="13" name="图形 12">
            <a:extLst>
              <a:ext uri="{FF2B5EF4-FFF2-40B4-BE49-F238E27FC236}">
                <a16:creationId xmlns:a16="http://schemas.microsoft.com/office/drawing/2014/main" id="{455DD043-453D-F04F-965C-A5E686829A6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9623" y="1246948"/>
            <a:ext cx="201682" cy="201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007701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CFE1FF55-183C-B00F-0654-486C51EE46F8}"/>
              </a:ext>
            </a:extLst>
          </p:cNvPr>
          <p:cNvSpPr txBox="1"/>
          <p:nvPr userDrawn="1"/>
        </p:nvSpPr>
        <p:spPr>
          <a:xfrm>
            <a:off x="788316" y="2901905"/>
            <a:ext cx="21675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CN" sz="2800" b="1" i="0">
                <a:gradFill>
                  <a:gsLst>
                    <a:gs pos="100000">
                      <a:schemeClr val="tx1">
                        <a:lumMod val="20000"/>
                        <a:lumOff val="80000"/>
                      </a:schemeClr>
                    </a:gs>
                    <a:gs pos="0">
                      <a:schemeClr val="tx1">
                        <a:lumMod val="20000"/>
                        <a:lumOff val="80000"/>
                        <a:alpha val="0"/>
                      </a:schemeClr>
                    </a:gs>
                  </a:gsLst>
                  <a:lin ang="16200000" scaled="1"/>
                </a:gradFill>
                <a:effectLst/>
                <a:latin typeface="Calisto MT" panose="02040603050505030304" pitchFamily="18" charset="0"/>
              </a:rPr>
              <a:t>QUESTION</a:t>
            </a:r>
          </a:p>
        </p:txBody>
      </p:sp>
      <p:sp>
        <p:nvSpPr>
          <p:cNvPr id="5" name="íşľíďe">
            <a:extLst>
              <a:ext uri="{FF2B5EF4-FFF2-40B4-BE49-F238E27FC236}">
                <a16:creationId xmlns:a16="http://schemas.microsoft.com/office/drawing/2014/main" id="{15262CD2-DC49-591E-1FDE-EF5326FA20FD}"/>
              </a:ext>
            </a:extLst>
          </p:cNvPr>
          <p:cNvSpPr txBox="1"/>
          <p:nvPr userDrawn="1"/>
        </p:nvSpPr>
        <p:spPr>
          <a:xfrm flipH="1">
            <a:off x="1271630" y="3071182"/>
            <a:ext cx="120097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4000" b="1">
                <a:solidFill>
                  <a:schemeClr val="tx1"/>
                </a:solidFill>
                <a:latin typeface="阿里巴巴普惠体 Heavy" panose="00020600040101010101" pitchFamily="18" charset="-122"/>
                <a:ea typeface="阿里巴巴普惠体 Heavy" panose="00020600040101010101" pitchFamily="18" charset="-122"/>
                <a:cs typeface="阿里巴巴普惠体 Heavy" panose="00020600040101010101" pitchFamily="18" charset="-122"/>
              </a:rPr>
              <a:t>思考</a:t>
            </a:r>
            <a:endParaRPr lang="zh-CN" altLang="en-US" sz="4000" b="1" dirty="0">
              <a:solidFill>
                <a:schemeClr val="tx1"/>
              </a:solidFill>
              <a:latin typeface="阿里巴巴普惠体 Heavy" panose="00020600040101010101" pitchFamily="18" charset="-122"/>
              <a:ea typeface="阿里巴巴普惠体 Heavy" panose="00020600040101010101" pitchFamily="18" charset="-122"/>
              <a:cs typeface="阿里巴巴普惠体 Heavy" panose="00020600040101010101" pitchFamily="18" charset="-122"/>
            </a:endParaRPr>
          </a:p>
        </p:txBody>
      </p:sp>
      <p:sp>
        <p:nvSpPr>
          <p:cNvPr id="7" name="文本占位符 13">
            <a:extLst>
              <a:ext uri="{FF2B5EF4-FFF2-40B4-BE49-F238E27FC236}">
                <a16:creationId xmlns:a16="http://schemas.microsoft.com/office/drawing/2014/main" id="{B8ADD725-DDC3-9843-C6D4-70BC53E95D5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52236" y="1735810"/>
            <a:ext cx="6967456" cy="3378631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200000"/>
              </a:lnSpc>
              <a:buNone/>
              <a:defRPr sz="2400"/>
            </a:lvl1pPr>
          </a:lstStyle>
          <a:p>
            <a:pPr lvl="0"/>
            <a:r>
              <a:rPr lang="zh-CN" altLang="en-US"/>
              <a:t>点击输入问题标题，问题描述</a:t>
            </a:r>
          </a:p>
        </p:txBody>
      </p:sp>
    </p:spTree>
    <p:extLst>
      <p:ext uri="{BB962C8B-B14F-4D97-AF65-F5344CB8AC3E}">
        <p14:creationId xmlns:p14="http://schemas.microsoft.com/office/powerpoint/2010/main" val="3208342129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小结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CFE1FF55-183C-B00F-0654-486C51EE46F8}"/>
              </a:ext>
            </a:extLst>
          </p:cNvPr>
          <p:cNvSpPr txBox="1"/>
          <p:nvPr userDrawn="1"/>
        </p:nvSpPr>
        <p:spPr>
          <a:xfrm>
            <a:off x="788316" y="2901905"/>
            <a:ext cx="21675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800" b="1" i="0">
                <a:gradFill>
                  <a:gsLst>
                    <a:gs pos="100000">
                      <a:schemeClr val="tx1">
                        <a:lumMod val="20000"/>
                        <a:lumOff val="80000"/>
                      </a:schemeClr>
                    </a:gs>
                    <a:gs pos="0">
                      <a:schemeClr val="tx1">
                        <a:lumMod val="20000"/>
                        <a:lumOff val="80000"/>
                        <a:alpha val="0"/>
                      </a:schemeClr>
                    </a:gs>
                  </a:gsLst>
                  <a:lin ang="16200000" scaled="1"/>
                </a:gradFill>
                <a:effectLst/>
                <a:latin typeface="Calisto MT" panose="02040603050505030304" pitchFamily="18" charset="0"/>
              </a:rPr>
              <a:t>BRIEF</a:t>
            </a:r>
          </a:p>
        </p:txBody>
      </p:sp>
      <p:sp>
        <p:nvSpPr>
          <p:cNvPr id="5" name="íşľíďe">
            <a:extLst>
              <a:ext uri="{FF2B5EF4-FFF2-40B4-BE49-F238E27FC236}">
                <a16:creationId xmlns:a16="http://schemas.microsoft.com/office/drawing/2014/main" id="{15262CD2-DC49-591E-1FDE-EF5326FA20FD}"/>
              </a:ext>
            </a:extLst>
          </p:cNvPr>
          <p:cNvSpPr txBox="1"/>
          <p:nvPr userDrawn="1"/>
        </p:nvSpPr>
        <p:spPr>
          <a:xfrm flipH="1">
            <a:off x="1271630" y="3071182"/>
            <a:ext cx="120097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4000" b="1">
                <a:solidFill>
                  <a:schemeClr val="tx1"/>
                </a:solidFill>
                <a:latin typeface="阿里巴巴普惠体 Heavy" panose="00020600040101010101" pitchFamily="18" charset="-122"/>
                <a:ea typeface="阿里巴巴普惠体 Heavy" panose="00020600040101010101" pitchFamily="18" charset="-122"/>
                <a:cs typeface="阿里巴巴普惠体 Heavy" panose="00020600040101010101" pitchFamily="18" charset="-122"/>
              </a:rPr>
              <a:t>小结</a:t>
            </a:r>
            <a:endParaRPr lang="zh-CN" altLang="en-US" sz="4000" b="1" dirty="0">
              <a:solidFill>
                <a:schemeClr val="tx1"/>
              </a:solidFill>
              <a:latin typeface="阿里巴巴普惠体 Heavy" panose="00020600040101010101" pitchFamily="18" charset="-122"/>
              <a:ea typeface="阿里巴巴普惠体 Heavy" panose="00020600040101010101" pitchFamily="18" charset="-122"/>
              <a:cs typeface="阿里巴巴普惠体 Heavy" panose="00020600040101010101" pitchFamily="18" charset="-122"/>
            </a:endParaRPr>
          </a:p>
        </p:txBody>
      </p:sp>
      <p:sp>
        <p:nvSpPr>
          <p:cNvPr id="7" name="文本占位符 13">
            <a:extLst>
              <a:ext uri="{FF2B5EF4-FFF2-40B4-BE49-F238E27FC236}">
                <a16:creationId xmlns:a16="http://schemas.microsoft.com/office/drawing/2014/main" id="{B8ADD725-DDC3-9843-C6D4-70BC53E95D5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52236" y="1735810"/>
            <a:ext cx="6967456" cy="3378631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200000"/>
              </a:lnSpc>
              <a:buNone/>
              <a:defRPr sz="2400"/>
            </a:lvl1pPr>
          </a:lstStyle>
          <a:p>
            <a:pPr lvl="0"/>
            <a:r>
              <a:rPr lang="zh-CN" altLang="en-US"/>
              <a:t>点击输入问题标题，问题描述</a:t>
            </a:r>
          </a:p>
        </p:txBody>
      </p:sp>
    </p:spTree>
    <p:extLst>
      <p:ext uri="{BB962C8B-B14F-4D97-AF65-F5344CB8AC3E}">
        <p14:creationId xmlns:p14="http://schemas.microsoft.com/office/powerpoint/2010/main" val="2370671372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标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CFE1FF55-183C-B00F-0654-486C51EE46F8}"/>
              </a:ext>
            </a:extLst>
          </p:cNvPr>
          <p:cNvSpPr txBox="1"/>
          <p:nvPr userDrawn="1"/>
        </p:nvSpPr>
        <p:spPr>
          <a:xfrm>
            <a:off x="788316" y="2901905"/>
            <a:ext cx="21675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800" b="1" i="0">
                <a:gradFill>
                  <a:gsLst>
                    <a:gs pos="100000">
                      <a:schemeClr val="tx1">
                        <a:lumMod val="20000"/>
                        <a:lumOff val="80000"/>
                      </a:schemeClr>
                    </a:gs>
                    <a:gs pos="0">
                      <a:schemeClr val="tx1">
                        <a:lumMod val="20000"/>
                        <a:lumOff val="80000"/>
                        <a:alpha val="0"/>
                      </a:schemeClr>
                    </a:gs>
                  </a:gsLst>
                  <a:lin ang="16200000" scaled="1"/>
                </a:gradFill>
                <a:effectLst/>
                <a:latin typeface="Calisto MT" panose="02040603050505030304" pitchFamily="18" charset="0"/>
              </a:rPr>
              <a:t>TARGET</a:t>
            </a:r>
          </a:p>
        </p:txBody>
      </p:sp>
      <p:sp>
        <p:nvSpPr>
          <p:cNvPr id="5" name="íşľíďe">
            <a:extLst>
              <a:ext uri="{FF2B5EF4-FFF2-40B4-BE49-F238E27FC236}">
                <a16:creationId xmlns:a16="http://schemas.microsoft.com/office/drawing/2014/main" id="{15262CD2-DC49-591E-1FDE-EF5326FA20FD}"/>
              </a:ext>
            </a:extLst>
          </p:cNvPr>
          <p:cNvSpPr txBox="1"/>
          <p:nvPr userDrawn="1"/>
        </p:nvSpPr>
        <p:spPr>
          <a:xfrm flipH="1">
            <a:off x="1271630" y="3071182"/>
            <a:ext cx="120097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4000" b="1">
                <a:solidFill>
                  <a:schemeClr val="tx1"/>
                </a:solidFill>
                <a:latin typeface="阿里巴巴普惠体 Heavy" panose="00020600040101010101" pitchFamily="18" charset="-122"/>
                <a:ea typeface="阿里巴巴普惠体 Heavy" panose="00020600040101010101" pitchFamily="18" charset="-122"/>
                <a:cs typeface="阿里巴巴普惠体 Heavy" panose="00020600040101010101" pitchFamily="18" charset="-122"/>
              </a:rPr>
              <a:t>目标</a:t>
            </a:r>
            <a:endParaRPr lang="zh-CN" altLang="en-US" sz="4000" b="1" dirty="0">
              <a:solidFill>
                <a:schemeClr val="tx1"/>
              </a:solidFill>
              <a:latin typeface="阿里巴巴普惠体 Heavy" panose="00020600040101010101" pitchFamily="18" charset="-122"/>
              <a:ea typeface="阿里巴巴普惠体 Heavy" panose="00020600040101010101" pitchFamily="18" charset="-122"/>
              <a:cs typeface="阿里巴巴普惠体 Heavy" panose="00020600040101010101" pitchFamily="18" charset="-122"/>
            </a:endParaRPr>
          </a:p>
        </p:txBody>
      </p:sp>
      <p:sp>
        <p:nvSpPr>
          <p:cNvPr id="7" name="文本占位符 13">
            <a:extLst>
              <a:ext uri="{FF2B5EF4-FFF2-40B4-BE49-F238E27FC236}">
                <a16:creationId xmlns:a16="http://schemas.microsoft.com/office/drawing/2014/main" id="{B8ADD725-DDC3-9843-C6D4-70BC53E95D5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52236" y="1735810"/>
            <a:ext cx="6967456" cy="3378631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200000"/>
              </a:lnSpc>
              <a:buNone/>
              <a:defRPr sz="2400"/>
            </a:lvl1pPr>
          </a:lstStyle>
          <a:p>
            <a:pPr lvl="0"/>
            <a:r>
              <a:rPr lang="zh-CN" altLang="en-US"/>
              <a:t>点击输入问题标题，问题描述</a:t>
            </a:r>
          </a:p>
        </p:txBody>
      </p:sp>
    </p:spTree>
    <p:extLst>
      <p:ext uri="{BB962C8B-B14F-4D97-AF65-F5344CB8AC3E}">
        <p14:creationId xmlns:p14="http://schemas.microsoft.com/office/powerpoint/2010/main" val="28057232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2.sv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22.xml"/><Relationship Id="rId1" Type="http://schemas.openxmlformats.org/officeDocument/2006/relationships/slideLayout" Target="../slideLayouts/slideLayout2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25.xml"/><Relationship Id="rId7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6.xml"/><Relationship Id="rId9" Type="http://schemas.openxmlformats.org/officeDocument/2006/relationships/image" Target="../media/image2.svg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theme" Target="../theme/theme4.xml"/><Relationship Id="rId3" Type="http://schemas.openxmlformats.org/officeDocument/2006/relationships/slideLayout" Target="../slideLayouts/slideLayout31.xml"/><Relationship Id="rId7" Type="http://schemas.openxmlformats.org/officeDocument/2006/relationships/slideLayout" Target="../slideLayouts/slideLayout35.xml"/><Relationship Id="rId2" Type="http://schemas.openxmlformats.org/officeDocument/2006/relationships/slideLayout" Target="../slideLayouts/slideLayout30.xml"/><Relationship Id="rId1" Type="http://schemas.openxmlformats.org/officeDocument/2006/relationships/slideLayout" Target="../slideLayouts/slideLayout29.xml"/><Relationship Id="rId6" Type="http://schemas.openxmlformats.org/officeDocument/2006/relationships/slideLayout" Target="../slideLayouts/slideLayout34.xml"/><Relationship Id="rId5" Type="http://schemas.openxmlformats.org/officeDocument/2006/relationships/slideLayout" Target="../slideLayouts/slideLayout33.xml"/><Relationship Id="rId10" Type="http://schemas.openxmlformats.org/officeDocument/2006/relationships/image" Target="../media/image2.svg"/><Relationship Id="rId4" Type="http://schemas.openxmlformats.org/officeDocument/2006/relationships/slideLayout" Target="../slideLayouts/slideLayout32.xml"/><Relationship Id="rId9" Type="http://schemas.openxmlformats.org/officeDocument/2006/relationships/image" Target="../media/image1.png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8.xml"/><Relationship Id="rId2" Type="http://schemas.openxmlformats.org/officeDocument/2006/relationships/slideLayout" Target="../slideLayouts/slideLayout37.xml"/><Relationship Id="rId1" Type="http://schemas.openxmlformats.org/officeDocument/2006/relationships/slideLayout" Target="../slideLayouts/slideLayout36.xml"/><Relationship Id="rId4" Type="http://schemas.openxmlformats.org/officeDocument/2006/relationships/theme" Target="../theme/theme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形 1">
            <a:extLst>
              <a:ext uri="{FF2B5EF4-FFF2-40B4-BE49-F238E27FC236}">
                <a16:creationId xmlns:a16="http://schemas.microsoft.com/office/drawing/2014/main" id="{2AF40A4C-1FC6-C591-0585-7320B21E306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3"/>
              </a:ext>
            </a:extLst>
          </a:blip>
          <a:srcRect l="8081" t="21237" r="10346" b="18121"/>
          <a:stretch/>
        </p:blipFill>
        <p:spPr>
          <a:xfrm>
            <a:off x="9956716" y="152244"/>
            <a:ext cx="1848051" cy="605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79159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4" r:id="rId2"/>
    <p:sldLayoutId id="2147483659" r:id="rId3"/>
    <p:sldLayoutId id="2147483666" r:id="rId4"/>
    <p:sldLayoutId id="2147483677" r:id="rId5"/>
    <p:sldLayoutId id="2147483678" r:id="rId6"/>
    <p:sldLayoutId id="2147483686" r:id="rId7"/>
    <p:sldLayoutId id="2147483687" r:id="rId8"/>
    <p:sldLayoutId id="2147483690" r:id="rId9"/>
    <p:sldLayoutId id="2147483691" r:id="rId10"/>
    <p:sldLayoutId id="2147483692" r:id="rId11"/>
    <p:sldLayoutId id="2147483693" r:id="rId12"/>
    <p:sldLayoutId id="2147483694" r:id="rId13"/>
    <p:sldLayoutId id="2147483696" r:id="rId14"/>
    <p:sldLayoutId id="2147483699" r:id="rId15"/>
    <p:sldLayoutId id="2147483700" r:id="rId16"/>
    <p:sldLayoutId id="2147483702" r:id="rId17"/>
    <p:sldLayoutId id="2147483706" r:id="rId18"/>
    <p:sldLayoutId id="2147483707" r:id="rId19"/>
    <p:sldLayoutId id="2147483708" r:id="rId20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zh-CN" altLang="en-US"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16" userDrawn="1">
          <p15:clr>
            <a:srgbClr val="F26B43"/>
          </p15:clr>
        </p15:guide>
        <p15:guide id="2" pos="7256" userDrawn="1">
          <p15:clr>
            <a:srgbClr val="F26B43"/>
          </p15:clr>
        </p15:guide>
        <p15:guide id="3" orient="horz" pos="648" userDrawn="1">
          <p15:clr>
            <a:srgbClr val="F26B43"/>
          </p15:clr>
        </p15:guide>
        <p15:guide id="4" orient="horz" pos="712" userDrawn="1">
          <p15:clr>
            <a:srgbClr val="F26B43"/>
          </p15:clr>
        </p15:guide>
        <p15:guide id="5" orient="horz" pos="3928" userDrawn="1">
          <p15:clr>
            <a:srgbClr val="F26B43"/>
          </p15:clr>
        </p15:guide>
        <p15:guide id="6" orient="horz" pos="3864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479502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9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形 7">
            <a:extLst>
              <a:ext uri="{FF2B5EF4-FFF2-40B4-BE49-F238E27FC236}">
                <a16:creationId xmlns:a16="http://schemas.microsoft.com/office/drawing/2014/main" id="{D5FC8854-8C90-CD00-F013-8034EF541B8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 l="8081" t="21237" r="10346" b="18121"/>
          <a:stretch/>
        </p:blipFill>
        <p:spPr>
          <a:xfrm>
            <a:off x="9956716" y="152244"/>
            <a:ext cx="1848051" cy="605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83077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70" r:id="rId2"/>
    <p:sldLayoutId id="2147483651" r:id="rId3"/>
    <p:sldLayoutId id="2147483704" r:id="rId4"/>
    <p:sldLayoutId id="2147483709" r:id="rId5"/>
    <p:sldLayoutId id="2147483711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形 8">
            <a:extLst>
              <a:ext uri="{FF2B5EF4-FFF2-40B4-BE49-F238E27FC236}">
                <a16:creationId xmlns:a16="http://schemas.microsoft.com/office/drawing/2014/main" id="{BCFD639D-1352-0D42-CD8B-50233028549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rcRect l="8081" t="21237" r="10346" b="18121"/>
          <a:stretch/>
        </p:blipFill>
        <p:spPr>
          <a:xfrm>
            <a:off x="9956716" y="152244"/>
            <a:ext cx="1848051" cy="605113"/>
          </a:xfrm>
          <a:prstGeom prst="rect">
            <a:avLst/>
          </a:prstGeom>
        </p:spPr>
      </p:pic>
      <p:sp>
        <p:nvSpPr>
          <p:cNvPr id="32" name="椭圆 31">
            <a:extLst>
              <a:ext uri="{FF2B5EF4-FFF2-40B4-BE49-F238E27FC236}">
                <a16:creationId xmlns:a16="http://schemas.microsoft.com/office/drawing/2014/main" id="{3B0EC498-20A1-566B-4915-5207C059B018}"/>
              </a:ext>
            </a:extLst>
          </p:cNvPr>
          <p:cNvSpPr/>
          <p:nvPr userDrawn="1"/>
        </p:nvSpPr>
        <p:spPr>
          <a:xfrm>
            <a:off x="751355" y="2336538"/>
            <a:ext cx="2111502" cy="2111502"/>
          </a:xfrm>
          <a:prstGeom prst="ellipse">
            <a:avLst/>
          </a:prstGeom>
          <a:effectLst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椭圆 33">
            <a:extLst>
              <a:ext uri="{FF2B5EF4-FFF2-40B4-BE49-F238E27FC236}">
                <a16:creationId xmlns:a16="http://schemas.microsoft.com/office/drawing/2014/main" id="{558725F1-EF53-00F4-5D5F-187168DD6A01}"/>
              </a:ext>
            </a:extLst>
          </p:cNvPr>
          <p:cNvSpPr/>
          <p:nvPr userDrawn="1"/>
        </p:nvSpPr>
        <p:spPr>
          <a:xfrm>
            <a:off x="-625683" y="959500"/>
            <a:ext cx="4865579" cy="4865579"/>
          </a:xfrm>
          <a:prstGeom prst="ellipse">
            <a:avLst/>
          </a:prstGeom>
          <a:noFill/>
          <a:ln w="12700" cap="flat" cmpd="sng" algn="ctr">
            <a:solidFill>
              <a:schemeClr val="accent1">
                <a:alpha val="500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椭圆 32">
            <a:extLst>
              <a:ext uri="{FF2B5EF4-FFF2-40B4-BE49-F238E27FC236}">
                <a16:creationId xmlns:a16="http://schemas.microsoft.com/office/drawing/2014/main" id="{E0CB1513-F0AF-DFD8-F01B-E3C9C30338CD}"/>
              </a:ext>
            </a:extLst>
          </p:cNvPr>
          <p:cNvSpPr/>
          <p:nvPr userDrawn="1"/>
        </p:nvSpPr>
        <p:spPr>
          <a:xfrm>
            <a:off x="255264" y="1840447"/>
            <a:ext cx="3103685" cy="3103685"/>
          </a:xfrm>
          <a:prstGeom prst="ellipse">
            <a:avLst/>
          </a:prstGeom>
          <a:noFill/>
          <a:ln>
            <a:solidFill>
              <a:schemeClr val="accent1">
                <a:alpha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椭圆 36">
            <a:extLst>
              <a:ext uri="{FF2B5EF4-FFF2-40B4-BE49-F238E27FC236}">
                <a16:creationId xmlns:a16="http://schemas.microsoft.com/office/drawing/2014/main" id="{068B7EDE-A4CF-8360-8241-A673D650AA78}"/>
              </a:ext>
            </a:extLst>
          </p:cNvPr>
          <p:cNvSpPr/>
          <p:nvPr userDrawn="1"/>
        </p:nvSpPr>
        <p:spPr>
          <a:xfrm>
            <a:off x="-1544721" y="-114518"/>
            <a:ext cx="7013615" cy="7013615"/>
          </a:xfrm>
          <a:prstGeom prst="ellipse">
            <a:avLst/>
          </a:prstGeom>
          <a:noFill/>
          <a:ln w="12700" cap="flat" cmpd="sng" algn="ctr">
            <a:solidFill>
              <a:schemeClr val="accent1">
                <a:alpha val="300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4D51DB15-8344-2ACA-142F-30B0A0200C56}"/>
              </a:ext>
            </a:extLst>
          </p:cNvPr>
          <p:cNvSpPr/>
          <p:nvPr userDrawn="1"/>
        </p:nvSpPr>
        <p:spPr>
          <a:xfrm>
            <a:off x="3015513" y="0"/>
            <a:ext cx="6784703" cy="6858000"/>
          </a:xfrm>
          <a:prstGeom prst="rect">
            <a:avLst/>
          </a:prstGeom>
          <a:gradFill flip="none" rotWithShape="1">
            <a:gsLst>
              <a:gs pos="27000">
                <a:schemeClr val="bg1"/>
              </a:gs>
              <a:gs pos="0">
                <a:schemeClr val="bg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874136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88" r:id="rId4"/>
    <p:sldLayoutId id="2147483701" r:id="rId5"/>
    <p:sldLayoutId id="2147483710" r:id="rId6"/>
    <p:sldLayoutId id="2147483712" r:id="rId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椭圆 10">
            <a:extLst>
              <a:ext uri="{FF2B5EF4-FFF2-40B4-BE49-F238E27FC236}">
                <a16:creationId xmlns:a16="http://schemas.microsoft.com/office/drawing/2014/main" id="{40922FA6-892F-6E62-25A7-4EFD4311B4B7}"/>
              </a:ext>
            </a:extLst>
          </p:cNvPr>
          <p:cNvSpPr/>
          <p:nvPr userDrawn="1"/>
        </p:nvSpPr>
        <p:spPr>
          <a:xfrm>
            <a:off x="573736" y="4742367"/>
            <a:ext cx="588089" cy="588089"/>
          </a:xfrm>
          <a:prstGeom prst="ellipse">
            <a:avLst/>
          </a:prstGeom>
          <a:noFill/>
          <a:ln w="12700">
            <a:solidFill>
              <a:schemeClr val="bg1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589EB921-EFFD-8A13-0578-9909E3F67A28}"/>
              </a:ext>
            </a:extLst>
          </p:cNvPr>
          <p:cNvSpPr/>
          <p:nvPr userDrawn="1"/>
        </p:nvSpPr>
        <p:spPr>
          <a:xfrm>
            <a:off x="2449602" y="4027163"/>
            <a:ext cx="926888" cy="926888"/>
          </a:xfrm>
          <a:prstGeom prst="ellipse">
            <a:avLst/>
          </a:prstGeom>
          <a:solidFill>
            <a:schemeClr val="accent1">
              <a:lumMod val="20000"/>
              <a:lumOff val="80000"/>
              <a:alpha val="6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0DBB1E70-A6B4-325D-7E84-2D8D403E507E}"/>
              </a:ext>
            </a:extLst>
          </p:cNvPr>
          <p:cNvSpPr/>
          <p:nvPr userDrawn="1"/>
        </p:nvSpPr>
        <p:spPr>
          <a:xfrm>
            <a:off x="2274547" y="2102046"/>
            <a:ext cx="1590676" cy="1590676"/>
          </a:xfrm>
          <a:prstGeom prst="ellipse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938C16E6-FCD9-2FF6-E0D9-862FBA97E38E}"/>
              </a:ext>
            </a:extLst>
          </p:cNvPr>
          <p:cNvSpPr/>
          <p:nvPr userDrawn="1"/>
        </p:nvSpPr>
        <p:spPr>
          <a:xfrm>
            <a:off x="320390" y="1512575"/>
            <a:ext cx="804338" cy="804338"/>
          </a:xfrm>
          <a:prstGeom prst="ellipse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90B5C771-860C-6FE3-9141-296A747F7EC0}"/>
              </a:ext>
            </a:extLst>
          </p:cNvPr>
          <p:cNvSpPr/>
          <p:nvPr userDrawn="1"/>
        </p:nvSpPr>
        <p:spPr>
          <a:xfrm>
            <a:off x="2745115" y="1787721"/>
            <a:ext cx="314325" cy="314325"/>
          </a:xfrm>
          <a:prstGeom prst="ellipse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CC734A62-48DA-F6ED-AF10-0C9224E0A0EE}"/>
              </a:ext>
            </a:extLst>
          </p:cNvPr>
          <p:cNvSpPr/>
          <p:nvPr userDrawn="1"/>
        </p:nvSpPr>
        <p:spPr>
          <a:xfrm>
            <a:off x="594793" y="2155519"/>
            <a:ext cx="2544671" cy="2544671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圆: 空心 2">
            <a:extLst>
              <a:ext uri="{FF2B5EF4-FFF2-40B4-BE49-F238E27FC236}">
                <a16:creationId xmlns:a16="http://schemas.microsoft.com/office/drawing/2014/main" id="{D9836D2B-C9DD-3FC5-793A-4907096EF00C}"/>
              </a:ext>
            </a:extLst>
          </p:cNvPr>
          <p:cNvSpPr/>
          <p:nvPr userDrawn="1"/>
        </p:nvSpPr>
        <p:spPr>
          <a:xfrm>
            <a:off x="445476" y="2002997"/>
            <a:ext cx="2852005" cy="2852005"/>
          </a:xfrm>
          <a:prstGeom prst="donut">
            <a:avLst>
              <a:gd name="adj" fmla="val 6497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298271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83" r:id="rId2"/>
    <p:sldLayoutId id="2147483684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9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Relationship Id="rId5" Type="http://schemas.microsoft.com/office/2007/relationships/hdphoto" Target="../media/hdphoto2.wdp"/><Relationship Id="rId4" Type="http://schemas.openxmlformats.org/officeDocument/2006/relationships/image" Target="../media/image14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5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CE114D5-9D49-7225-E5E2-41EB2357CF8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zh-CN" altLang="en-US" sz="4000" dirty="0"/>
              <a:t>第十五章：</a:t>
            </a:r>
            <a:r>
              <a:rPr lang="en-US" altLang="zh-CN" sz="4000" dirty="0"/>
              <a:t>File</a:t>
            </a:r>
            <a:r>
              <a:rPr lang="zh-CN" altLang="en-US" sz="4000" dirty="0"/>
              <a:t>类、递归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8966428-CCB2-BA20-6795-2C913DCE3AA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60400" y="3586894"/>
            <a:ext cx="5057820" cy="563562"/>
          </a:xfrm>
        </p:spPr>
        <p:txBody>
          <a:bodyPr/>
          <a:lstStyle/>
          <a:p>
            <a:pPr algn="l"/>
            <a:r>
              <a:rPr lang="en-US" altLang="zh-CN" sz="1400" b="0" i="0" dirty="0">
                <a:solidFill>
                  <a:srgbClr val="15171A"/>
                </a:solidFill>
                <a:effectLst/>
                <a:latin typeface="Consolas" panose="020B0609020204030204" pitchFamily="49" charset="0"/>
              </a:rPr>
              <a:t> </a:t>
            </a:r>
            <a:endParaRPr lang="zh-CN" altLang="en-US" sz="1800" b="0" i="0" dirty="0">
              <a:solidFill>
                <a:srgbClr val="222222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55386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49520F1A-77B2-0C7D-E557-AC00D33EEE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660B0315-BD43-28B8-32A5-3B981E6F8E0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982521" y="2505975"/>
            <a:ext cx="4410730" cy="1956553"/>
          </a:xfrm>
        </p:spPr>
        <p:txBody>
          <a:bodyPr/>
          <a:lstStyle/>
          <a:p>
            <a:r>
              <a:rPr kumimoji="1" lang="en-US" altLang="zh-CN" dirty="0">
                <a:latin typeface="Consolas" panose="020B0609020204030204" pitchFamily="49" charset="0"/>
              </a:rPr>
              <a:t>File </a:t>
            </a:r>
            <a:r>
              <a:rPr kumimoji="1" lang="zh-CN" altLang="en-US" dirty="0">
                <a:latin typeface="Consolas" panose="020B0609020204030204" pitchFamily="49" charset="0"/>
              </a:rPr>
              <a:t>介绍</a:t>
            </a:r>
            <a:endParaRPr kumimoji="1" lang="en-US" altLang="zh-CN" dirty="0">
              <a:latin typeface="Consolas" panose="020B0609020204030204" pitchFamily="49" charset="0"/>
            </a:endParaRPr>
          </a:p>
          <a:p>
            <a:r>
              <a:rPr kumimoji="1" lang="en-US" altLang="zh-CN" dirty="0">
                <a:latin typeface="Consolas" panose="020B0609020204030204" pitchFamily="49" charset="0"/>
              </a:rPr>
              <a:t>File </a:t>
            </a:r>
            <a:r>
              <a:rPr kumimoji="1" lang="zh-CN" altLang="en-US" dirty="0">
                <a:latin typeface="Consolas" panose="020B0609020204030204" pitchFamily="49" charset="0"/>
              </a:rPr>
              <a:t>类的常用 </a:t>
            </a:r>
            <a:r>
              <a:rPr kumimoji="1" lang="en-US" altLang="zh-CN" dirty="0">
                <a:latin typeface="Consolas" panose="020B0609020204030204" pitchFamily="49" charset="0"/>
              </a:rPr>
              <a:t>API</a:t>
            </a:r>
          </a:p>
          <a:p>
            <a:r>
              <a:rPr kumimoji="1" lang="zh-CN" altLang="en-US" dirty="0">
                <a:latin typeface="Consolas" panose="020B0609020204030204" pitchFamily="49" charset="0"/>
              </a:rPr>
              <a:t>递归介绍</a:t>
            </a:r>
            <a:endParaRPr kumimoji="1" lang="en-US" altLang="zh-CN" dirty="0">
              <a:latin typeface="Consolas" panose="020B0609020204030204" pitchFamily="49" charset="0"/>
            </a:endParaRPr>
          </a:p>
          <a:p>
            <a:r>
              <a:rPr kumimoji="1" lang="zh-CN" altLang="en-US" dirty="0">
                <a:latin typeface="Consolas" panose="020B0609020204030204" pitchFamily="49" charset="0"/>
              </a:rPr>
              <a:t>递归案例</a:t>
            </a:r>
            <a:endParaRPr kumimoji="1" lang="en-US" altLang="zh-CN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07403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decel="100000" fill="hold" grpId="0" nodeType="withEffect">
                                  <p:stCondLst>
                                    <p:cond delay="85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to="0" calcmode="lin" valueType="num">
                                      <p:cBhvr>
                                        <p:cTn id="8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0608EA-319D-16AA-0871-FC00A495A2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77CDE21-0317-DE5B-34A8-CD4689A71B7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34080" y="2465278"/>
            <a:ext cx="4831831" cy="901700"/>
          </a:xfrm>
        </p:spPr>
        <p:txBody>
          <a:bodyPr/>
          <a:lstStyle/>
          <a:p>
            <a:r>
              <a:rPr lang="en-US" altLang="zh-CN" dirty="0"/>
              <a:t>File </a:t>
            </a:r>
            <a:r>
              <a:rPr lang="zh-CN" altLang="en-US" dirty="0"/>
              <a:t>介绍</a:t>
            </a:r>
          </a:p>
        </p:txBody>
      </p:sp>
      <p:sp>
        <p:nvSpPr>
          <p:cNvPr id="10" name="文本占位符 9">
            <a:extLst>
              <a:ext uri="{FF2B5EF4-FFF2-40B4-BE49-F238E27FC236}">
                <a16:creationId xmlns:a16="http://schemas.microsoft.com/office/drawing/2014/main" id="{0ED3247C-3A29-9385-7061-8D7B0CE4074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CN" dirty="0"/>
              <a:t>1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8191782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6">
            <a:extLst>
              <a:ext uri="{FF2B5EF4-FFF2-40B4-BE49-F238E27FC236}">
                <a16:creationId xmlns:a16="http://schemas.microsoft.com/office/drawing/2014/main" id="{549ABABD-27A7-5B02-9517-B52EBC0984EC}"/>
              </a:ext>
            </a:extLst>
          </p:cNvPr>
          <p:cNvSpPr txBox="1"/>
          <p:nvPr/>
        </p:nvSpPr>
        <p:spPr>
          <a:xfrm>
            <a:off x="499583" y="1152356"/>
            <a:ext cx="8246370" cy="42710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l"/>
            </a:pPr>
            <a:r>
              <a:rPr lang="zh-CN" altLang="zh-CN" sz="1600" dirty="0">
                <a:solidFill>
                  <a:schemeClr val="tx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File类代表操作系统的文件对象</a:t>
            </a:r>
            <a:r>
              <a:rPr lang="zh-CN" altLang="en-US" sz="1600" dirty="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（文件、文件夹）</a:t>
            </a:r>
            <a:endParaRPr lang="en-US" altLang="zh-CN" sz="16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4C01B757-6E09-D0C8-D73C-7FF3F6EA7D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File </a:t>
            </a:r>
            <a:r>
              <a:rPr lang="zh-CN" altLang="en-US" dirty="0"/>
              <a:t>类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E735E536-E4A6-B4FD-957E-3721EA7B4A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9583" y="1857805"/>
            <a:ext cx="6661492" cy="3632387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6464560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363B2A64-3BD6-B3C1-C55F-DD07294907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7970558"/>
              </p:ext>
            </p:extLst>
          </p:nvPr>
        </p:nvGraphicFramePr>
        <p:xfrm>
          <a:off x="611982" y="1174383"/>
          <a:ext cx="10666307" cy="2008271"/>
        </p:xfrm>
        <a:graphic>
          <a:graphicData uri="http://schemas.openxmlformats.org/drawingml/2006/table">
            <a:tbl>
              <a:tblPr/>
              <a:tblGrid>
                <a:gridCol w="5018182">
                  <a:extLst>
                    <a:ext uri="{9D8B030D-6E8A-4147-A177-3AD203B41FA5}">
                      <a16:colId xmlns:a16="http://schemas.microsoft.com/office/drawing/2014/main" val="1138920238"/>
                    </a:ext>
                  </a:extLst>
                </a:gridCol>
                <a:gridCol w="5648125">
                  <a:extLst>
                    <a:ext uri="{9D8B030D-6E8A-4147-A177-3AD203B41FA5}">
                      <a16:colId xmlns:a16="http://schemas.microsoft.com/office/drawing/2014/main" val="432614512"/>
                    </a:ext>
                  </a:extLst>
                </a:gridCol>
              </a:tblGrid>
              <a:tr h="50929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方法名称</a:t>
                      </a: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D2B2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说明</a:t>
                      </a: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D2B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419644"/>
                  </a:ext>
                </a:extLst>
              </a:tr>
              <a:tr h="52609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b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onsolas" panose="020B0609020204030204" pitchFamily="49" charset="0"/>
                          <a:ea typeface="Alibaba PuHuiTi R"/>
                          <a:cs typeface="Times New Roman" panose="02020603050405020304" pitchFamily="18" charset="0"/>
                        </a:rPr>
                        <a:t>public </a:t>
                      </a:r>
                      <a:r>
                        <a:rPr lang="en-US" altLang="zh-CN" sz="1600" b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onsolas" panose="020B0609020204030204" pitchFamily="49" charset="0"/>
                          <a:ea typeface="微软雅黑" pitchFamily="34" charset="-122"/>
                        </a:rPr>
                        <a:t>File​(String pathname)</a:t>
                      </a:r>
                      <a:endParaRPr kumimoji="0" lang="zh-CN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Consolas" panose="020B0609020204030204" pitchFamily="49" charset="0"/>
                        <a:ea typeface="黑体" pitchFamily="49" charset="-122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indent="0" algn="l" fontAlgn="auto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itchFamily="2" charset="2"/>
                        <a:buNone/>
                        <a:defRPr/>
                      </a:pPr>
                      <a:r>
                        <a:rPr lang="zh-CN" altLang="en-US" sz="1600" b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根据文件路径创建文件对象</a:t>
                      </a:r>
                      <a:endParaRPr lang="en-US" altLang="zh-CN" sz="1600" b="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7203927"/>
                  </a:ext>
                </a:extLst>
              </a:tr>
              <a:tr h="46672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b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onsolas" panose="020B0609020204030204" pitchFamily="49" charset="0"/>
                          <a:ea typeface="Alibaba PuHuiTi R"/>
                          <a:cs typeface="Times New Roman" panose="02020603050405020304" pitchFamily="18" charset="0"/>
                        </a:rPr>
                        <a:t>public </a:t>
                      </a:r>
                      <a:r>
                        <a:rPr lang="en-US" altLang="zh-CN" sz="1600" b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onsolas" panose="020B0609020204030204" pitchFamily="49" charset="0"/>
                          <a:ea typeface="微软雅黑" pitchFamily="34" charset="-122"/>
                        </a:rPr>
                        <a:t>File​(String parent, String child)</a:t>
                      </a:r>
                      <a:endParaRPr kumimoji="0" lang="zh-CN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Consolas" panose="020B0609020204030204" pitchFamily="49" charset="0"/>
                        <a:ea typeface="微软雅黑" pitchFamily="34" charset="-122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b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根据父路径名字符串和子路径名字符串创建文件对象</a:t>
                      </a:r>
                      <a:endParaRPr kumimoji="0" lang="zh-CN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7659233"/>
                  </a:ext>
                </a:extLst>
              </a:tr>
              <a:tr h="50615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b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onsolas" panose="020B0609020204030204" pitchFamily="49" charset="0"/>
                          <a:ea typeface="Alibaba PuHuiTi R"/>
                          <a:cs typeface="Times New Roman" panose="02020603050405020304" pitchFamily="18" charset="0"/>
                        </a:rPr>
                        <a:t>public </a:t>
                      </a:r>
                      <a:r>
                        <a:rPr lang="en-US" altLang="zh-CN" sz="1600" b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onsolas" panose="020B0609020204030204" pitchFamily="49" charset="0"/>
                          <a:ea typeface="微软雅黑" pitchFamily="34" charset="-122"/>
                        </a:rPr>
                        <a:t>File​(File  parent, String child)</a:t>
                      </a:r>
                      <a:endParaRPr kumimoji="0" lang="zh-CN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Consolas" panose="020B0609020204030204" pitchFamily="49" charset="0"/>
                        <a:ea typeface="微软雅黑" pitchFamily="34" charset="-122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根据父路径对应文件对象和子路径名字符串创建文件对象</a:t>
                      </a: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532218"/>
                  </a:ext>
                </a:extLst>
              </a:tr>
            </a:tbl>
          </a:graphicData>
        </a:graphic>
      </p:graphicFrame>
      <p:sp>
        <p:nvSpPr>
          <p:cNvPr id="5" name="文本框 4">
            <a:extLst>
              <a:ext uri="{FF2B5EF4-FFF2-40B4-BE49-F238E27FC236}">
                <a16:creationId xmlns:a16="http://schemas.microsoft.com/office/drawing/2014/main" id="{0CFD5824-8A4A-9D4C-7B65-A172A56C0C4F}"/>
              </a:ext>
            </a:extLst>
          </p:cNvPr>
          <p:cNvSpPr txBox="1"/>
          <p:nvPr/>
        </p:nvSpPr>
        <p:spPr>
          <a:xfrm>
            <a:off x="576626" y="3998023"/>
            <a:ext cx="10111352" cy="519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57699" indent="-357699">
              <a:lnSpc>
                <a:spcPct val="200000"/>
              </a:lnSpc>
              <a:buFont typeface="Wingdings" pitchFamily="2" charset="2"/>
              <a:buChar char="l"/>
              <a:defRPr/>
            </a:pPr>
            <a:r>
              <a:rPr lang="en-US" altLang="zh-CN" sz="1600" dirty="0">
                <a:solidFill>
                  <a:schemeClr val="tx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File </a:t>
            </a: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封装的对象仅仅是一个路径名，这个路径可以是存在的，也可以是不存在的</a:t>
            </a:r>
            <a:endParaRPr lang="en-US" altLang="zh-CN" sz="1600" dirty="0">
              <a:solidFill>
                <a:schemeClr val="tx1">
                  <a:lumMod val="50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标题 3">
            <a:extLst>
              <a:ext uri="{FF2B5EF4-FFF2-40B4-BE49-F238E27FC236}">
                <a16:creationId xmlns:a16="http://schemas.microsoft.com/office/drawing/2014/main" id="{38F4E5CB-8E17-159F-D543-9E19748E08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solidFill>
                  <a:srgbClr val="AD2B26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File </a:t>
            </a:r>
            <a:r>
              <a:rPr lang="zh-CN" altLang="en-US" b="1" dirty="0">
                <a:solidFill>
                  <a:srgbClr val="AD2B26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类创建对象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722089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A3FB5EBF-CA6B-F3E3-4F9C-DD2393F1E560}"/>
              </a:ext>
            </a:extLst>
          </p:cNvPr>
          <p:cNvSpPr txBox="1"/>
          <p:nvPr/>
        </p:nvSpPr>
        <p:spPr>
          <a:xfrm>
            <a:off x="576626" y="1107280"/>
            <a:ext cx="8246370" cy="42595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l"/>
              <a:tabLst/>
            </a:pP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绝对路径</a:t>
            </a:r>
            <a:r>
              <a:rPr lang="en-US" altLang="zh-CN" sz="16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: </a:t>
            </a: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从盘符根目录开始，一直到某个具体的文件或文件夹</a:t>
            </a:r>
            <a:endParaRPr lang="en-US" altLang="zh-CN" sz="1600" dirty="0">
              <a:solidFill>
                <a:schemeClr val="tx1">
                  <a:lumMod val="50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BABD3D4F-EB15-AD35-27DD-FD185CDB6E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99304" y="2301645"/>
            <a:ext cx="5654800" cy="1638648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  <p:sp>
        <p:nvSpPr>
          <p:cNvPr id="3" name="标题 2">
            <a:extLst>
              <a:ext uri="{FF2B5EF4-FFF2-40B4-BE49-F238E27FC236}">
                <a16:creationId xmlns:a16="http://schemas.microsoft.com/office/drawing/2014/main" id="{9602AC14-3963-8F90-49D8-99AB38F4B6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rgbClr val="AD2B26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相对路径和绝对路径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244105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F0A9F8F0-63EA-3625-1A00-36529D2749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6836" y="1805288"/>
            <a:ext cx="7736160" cy="4039887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3FB5EBF-CA6B-F3E3-4F9C-DD2393F1E560}"/>
              </a:ext>
            </a:extLst>
          </p:cNvPr>
          <p:cNvSpPr txBox="1"/>
          <p:nvPr/>
        </p:nvSpPr>
        <p:spPr>
          <a:xfrm>
            <a:off x="576626" y="1094478"/>
            <a:ext cx="8246370" cy="42595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l"/>
              <a:tabLst/>
            </a:pP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相对路径</a:t>
            </a:r>
            <a:r>
              <a:rPr lang="en-US" altLang="zh-CN" sz="16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: </a:t>
            </a: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相对于当前项目</a:t>
            </a:r>
            <a:endParaRPr lang="en-US" altLang="zh-CN" sz="1600" dirty="0">
              <a:solidFill>
                <a:schemeClr val="tx1">
                  <a:lumMod val="50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C7C4DDD0-0454-5805-A095-27AA890919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rgbClr val="AD2B26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相对路径和绝对路径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396227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>
            <a:extLst>
              <a:ext uri="{FF2B5EF4-FFF2-40B4-BE49-F238E27FC236}">
                <a16:creationId xmlns:a16="http://schemas.microsoft.com/office/drawing/2014/main" id="{986CF106-83FF-AFE1-1DD0-099185503D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416" y="1964856"/>
            <a:ext cx="10503440" cy="3886400"/>
          </a:xfrm>
          <a:prstGeom prst="rect">
            <a:avLst/>
          </a:prstGeom>
        </p:spPr>
      </p:pic>
      <p:sp>
        <p:nvSpPr>
          <p:cNvPr id="3" name="标题 2">
            <a:extLst>
              <a:ext uri="{FF2B5EF4-FFF2-40B4-BE49-F238E27FC236}">
                <a16:creationId xmlns:a16="http://schemas.microsoft.com/office/drawing/2014/main" id="{85DC68F0-3868-9B2E-3A8F-8B37B7D325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rgbClr val="AD2B26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相对路径和绝对路径</a:t>
            </a:r>
            <a:endParaRPr lang="zh-CN" altLang="en-US" dirty="0"/>
          </a:p>
        </p:txBody>
      </p:sp>
      <p:sp>
        <p:nvSpPr>
          <p:cNvPr id="4" name="TextBox 6">
            <a:extLst>
              <a:ext uri="{FF2B5EF4-FFF2-40B4-BE49-F238E27FC236}">
                <a16:creationId xmlns:a16="http://schemas.microsoft.com/office/drawing/2014/main" id="{0A07471A-0A72-C623-8CB9-50531C6EBF75}"/>
              </a:ext>
            </a:extLst>
          </p:cNvPr>
          <p:cNvSpPr txBox="1"/>
          <p:nvPr/>
        </p:nvSpPr>
        <p:spPr>
          <a:xfrm>
            <a:off x="576626" y="1094478"/>
            <a:ext cx="8246370" cy="42595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l"/>
              <a:tabLst/>
            </a:pP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相对路径</a:t>
            </a:r>
            <a:r>
              <a:rPr lang="en-US" altLang="zh-CN" sz="16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: </a:t>
            </a: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相对于当前项目</a:t>
            </a:r>
            <a:endParaRPr lang="en-US" altLang="zh-CN" sz="1600" dirty="0">
              <a:solidFill>
                <a:schemeClr val="tx1">
                  <a:lumMod val="50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50117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prism isContent="1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E652F4-3FE0-96CC-F55C-C60E86A8AA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F79E347-EC93-9B5D-E547-448F034D84D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936569" y="1483864"/>
            <a:ext cx="7402227" cy="5444970"/>
          </a:xfrm>
        </p:spPr>
        <p:txBody>
          <a:bodyPr anchor="t"/>
          <a:lstStyle/>
          <a:p>
            <a:pPr lvl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zh-CN" dirty="0">
                <a:solidFill>
                  <a:schemeClr val="tx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File类代表操作系统的文件对象</a:t>
            </a:r>
            <a:r>
              <a:rPr lang="zh-CN" altLang="en-US" dirty="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（文件、文件夹）</a:t>
            </a:r>
            <a:endParaRPr lang="en-US" altLang="zh-CN" dirty="0">
              <a:solidFill>
                <a:srgbClr val="C00000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lvl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dirty="0">
                <a:solidFill>
                  <a:schemeClr val="tx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File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类的常用构造方法</a:t>
            </a:r>
            <a:endParaRPr lang="en-US" altLang="zh-CN" dirty="0">
              <a:solidFill>
                <a:schemeClr val="tx1">
                  <a:lumMod val="50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lvl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endParaRPr lang="en-US" altLang="zh-CN" dirty="0">
              <a:solidFill>
                <a:schemeClr val="tx1">
                  <a:lumMod val="50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lvl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endParaRPr lang="en-US" altLang="zh-CN" dirty="0">
              <a:solidFill>
                <a:schemeClr val="tx1">
                  <a:lumMod val="50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lvl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endParaRPr lang="en-US" altLang="zh-CN" dirty="0">
              <a:solidFill>
                <a:schemeClr val="tx1">
                  <a:lumMod val="50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lvl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endParaRPr lang="en-US" altLang="zh-CN" dirty="0">
              <a:solidFill>
                <a:schemeClr val="tx1">
                  <a:lumMod val="50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lvl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dirty="0">
                <a:solidFill>
                  <a:schemeClr val="tx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路径的两种写法：</a:t>
            </a:r>
            <a:endParaRPr lang="en-US" altLang="zh-CN" dirty="0">
              <a:solidFill>
                <a:schemeClr val="tx1">
                  <a:lumMod val="50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342900" lvl="0" indent="-3429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AutoNum type="arabicPeriod"/>
            </a:pPr>
            <a:r>
              <a:rPr lang="zh-CN" altLang="en-US" dirty="0">
                <a:solidFill>
                  <a:schemeClr val="tx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绝对路径：从磁盘根目录开始，一直到某个具体的文件或文件夹</a:t>
            </a:r>
            <a:endParaRPr lang="en-US" altLang="zh-CN" dirty="0">
              <a:solidFill>
                <a:schemeClr val="tx1">
                  <a:lumMod val="50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342900" lvl="0" indent="-3429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AutoNum type="arabicPeriod"/>
            </a:pPr>
            <a:r>
              <a:rPr lang="zh-CN" altLang="en-US" dirty="0">
                <a:solidFill>
                  <a:schemeClr val="tx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相对路径：相对于当前项目的所在目录</a:t>
            </a:r>
            <a:endParaRPr lang="en-US" altLang="zh-CN" dirty="0">
              <a:solidFill>
                <a:schemeClr val="tx1">
                  <a:lumMod val="50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C9D95F0E-84A3-DFAF-7CAA-7C275121036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28959780"/>
              </p:ext>
            </p:extLst>
          </p:nvPr>
        </p:nvGraphicFramePr>
        <p:xfrm>
          <a:off x="3936569" y="2579040"/>
          <a:ext cx="5018182" cy="1498973"/>
        </p:xfrm>
        <a:graphic>
          <a:graphicData uri="http://schemas.openxmlformats.org/drawingml/2006/table">
            <a:tbl>
              <a:tblPr/>
              <a:tblGrid>
                <a:gridCol w="5018182">
                  <a:extLst>
                    <a:ext uri="{9D8B030D-6E8A-4147-A177-3AD203B41FA5}">
                      <a16:colId xmlns:a16="http://schemas.microsoft.com/office/drawing/2014/main" val="552893530"/>
                    </a:ext>
                  </a:extLst>
                </a:gridCol>
              </a:tblGrid>
              <a:tr h="52609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b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onsolas" panose="020B0609020204030204" pitchFamily="49" charset="0"/>
                          <a:ea typeface="Alibaba PuHuiTi R"/>
                          <a:cs typeface="Times New Roman" panose="02020603050405020304" pitchFamily="18" charset="0"/>
                        </a:rPr>
                        <a:t>public </a:t>
                      </a:r>
                      <a:r>
                        <a:rPr lang="en-US" altLang="zh-CN" sz="1600" b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onsolas" panose="020B0609020204030204" pitchFamily="49" charset="0"/>
                          <a:ea typeface="微软雅黑" pitchFamily="34" charset="-122"/>
                        </a:rPr>
                        <a:t>File​(String pathname)</a:t>
                      </a:r>
                      <a:endParaRPr kumimoji="0" lang="zh-CN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Consolas" panose="020B0609020204030204" pitchFamily="49" charset="0"/>
                        <a:ea typeface="黑体" pitchFamily="49" charset="-122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805086"/>
                  </a:ext>
                </a:extLst>
              </a:tr>
              <a:tr h="46672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b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onsolas" panose="020B0609020204030204" pitchFamily="49" charset="0"/>
                          <a:ea typeface="Alibaba PuHuiTi R"/>
                          <a:cs typeface="Times New Roman" panose="02020603050405020304" pitchFamily="18" charset="0"/>
                        </a:rPr>
                        <a:t>public </a:t>
                      </a:r>
                      <a:r>
                        <a:rPr lang="en-US" altLang="zh-CN" sz="1600" b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onsolas" panose="020B0609020204030204" pitchFamily="49" charset="0"/>
                          <a:ea typeface="微软雅黑" pitchFamily="34" charset="-122"/>
                        </a:rPr>
                        <a:t>File​(String parent, String child)</a:t>
                      </a:r>
                      <a:endParaRPr kumimoji="0" lang="zh-CN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Consolas" panose="020B0609020204030204" pitchFamily="49" charset="0"/>
                        <a:ea typeface="微软雅黑" pitchFamily="34" charset="-122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4143113"/>
                  </a:ext>
                </a:extLst>
              </a:tr>
              <a:tr h="50615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b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onsolas" panose="020B0609020204030204" pitchFamily="49" charset="0"/>
                          <a:ea typeface="Alibaba PuHuiTi R"/>
                          <a:cs typeface="Times New Roman" panose="02020603050405020304" pitchFamily="18" charset="0"/>
                        </a:rPr>
                        <a:t>public </a:t>
                      </a:r>
                      <a:r>
                        <a:rPr lang="en-US" altLang="zh-CN" sz="1600" b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onsolas" panose="020B0609020204030204" pitchFamily="49" charset="0"/>
                          <a:ea typeface="微软雅黑" pitchFamily="34" charset="-122"/>
                        </a:rPr>
                        <a:t>File​(File  parent, String child)</a:t>
                      </a:r>
                      <a:endParaRPr kumimoji="0" lang="zh-CN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Consolas" panose="020B0609020204030204" pitchFamily="49" charset="0"/>
                        <a:ea typeface="微软雅黑" pitchFamily="34" charset="-122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93571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004460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1AF43C90-866D-6A3E-4C6B-169E271BFD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33C116E3-99E1-AE82-B569-6C7F03036B3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982521" y="2505975"/>
            <a:ext cx="4410730" cy="1956553"/>
          </a:xfrm>
        </p:spPr>
        <p:txBody>
          <a:bodyPr/>
          <a:lstStyle/>
          <a:p>
            <a:r>
              <a:rPr kumimoji="1" lang="en-US" altLang="zh-CN" dirty="0">
                <a:latin typeface="Consolas" panose="020B0609020204030204" pitchFamily="49" charset="0"/>
              </a:rPr>
              <a:t>File </a:t>
            </a:r>
            <a:r>
              <a:rPr kumimoji="1" lang="zh-CN" altLang="en-US" dirty="0">
                <a:latin typeface="Consolas" panose="020B0609020204030204" pitchFamily="49" charset="0"/>
              </a:rPr>
              <a:t>介绍</a:t>
            </a:r>
            <a:endParaRPr kumimoji="1" lang="en-US" altLang="zh-CN" dirty="0">
              <a:latin typeface="Consolas" panose="020B0609020204030204" pitchFamily="49" charset="0"/>
            </a:endParaRPr>
          </a:p>
          <a:p>
            <a:r>
              <a:rPr kumimoji="1" lang="en-US" altLang="zh-CN" dirty="0">
                <a:latin typeface="Consolas" panose="020B0609020204030204" pitchFamily="49" charset="0"/>
              </a:rPr>
              <a:t>File </a:t>
            </a:r>
            <a:r>
              <a:rPr kumimoji="1" lang="zh-CN" altLang="en-US" dirty="0">
                <a:latin typeface="Consolas" panose="020B0609020204030204" pitchFamily="49" charset="0"/>
              </a:rPr>
              <a:t>类的常用 </a:t>
            </a:r>
            <a:r>
              <a:rPr kumimoji="1" lang="en-US" altLang="zh-CN" dirty="0">
                <a:latin typeface="Consolas" panose="020B0609020204030204" pitchFamily="49" charset="0"/>
              </a:rPr>
              <a:t>API</a:t>
            </a:r>
          </a:p>
          <a:p>
            <a:r>
              <a:rPr kumimoji="1" lang="zh-CN" altLang="en-US" dirty="0">
                <a:latin typeface="Consolas" panose="020B0609020204030204" pitchFamily="49" charset="0"/>
              </a:rPr>
              <a:t>递归介绍</a:t>
            </a:r>
            <a:endParaRPr kumimoji="1" lang="en-US" altLang="zh-CN" dirty="0">
              <a:latin typeface="Consolas" panose="020B0609020204030204" pitchFamily="49" charset="0"/>
            </a:endParaRPr>
          </a:p>
          <a:p>
            <a:r>
              <a:rPr kumimoji="1" lang="zh-CN" altLang="en-US" dirty="0">
                <a:latin typeface="Consolas" panose="020B0609020204030204" pitchFamily="49" charset="0"/>
              </a:rPr>
              <a:t>递归案例</a:t>
            </a:r>
            <a:endParaRPr kumimoji="1" lang="en-US" altLang="zh-CN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182887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decel="100000" fill="hold" grpId="0" nodeType="withEffect">
                                  <p:stCondLst>
                                    <p:cond delay="85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to="0" calcmode="lin" valueType="num">
                                      <p:cBhvr>
                                        <p:cTn id="8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EFAA49-DE3A-1E28-6BFC-14C1673EF4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43DC882-67EA-116F-D2F9-B6292101D97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34080" y="2465278"/>
            <a:ext cx="4831831" cy="901700"/>
          </a:xfrm>
        </p:spPr>
        <p:txBody>
          <a:bodyPr/>
          <a:lstStyle/>
          <a:p>
            <a:r>
              <a:rPr lang="en-US" altLang="zh-CN" dirty="0"/>
              <a:t>File </a:t>
            </a:r>
            <a:r>
              <a:rPr lang="zh-CN" altLang="en-US" dirty="0"/>
              <a:t>类的常用</a:t>
            </a:r>
            <a:r>
              <a:rPr lang="en-US" altLang="zh-CN" dirty="0"/>
              <a:t>API</a:t>
            </a:r>
            <a:endParaRPr lang="zh-CN" altLang="en-US" dirty="0"/>
          </a:p>
        </p:txBody>
      </p:sp>
      <p:sp>
        <p:nvSpPr>
          <p:cNvPr id="10" name="文本占位符 9">
            <a:extLst>
              <a:ext uri="{FF2B5EF4-FFF2-40B4-BE49-F238E27FC236}">
                <a16:creationId xmlns:a16="http://schemas.microsoft.com/office/drawing/2014/main" id="{B6065F5B-3EB1-5A7C-3973-23001308022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CN" dirty="0"/>
              <a:t>2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308173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5C4A95A8-8696-F0DD-E246-BE6EDB23F6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0839118"/>
              </p:ext>
            </p:extLst>
          </p:nvPr>
        </p:nvGraphicFramePr>
        <p:xfrm>
          <a:off x="2049245" y="2627617"/>
          <a:ext cx="7791781" cy="1602765"/>
        </p:xfrm>
        <a:graphic>
          <a:graphicData uri="http://schemas.openxmlformats.org/drawingml/2006/table">
            <a:tbl>
              <a:tblPr/>
              <a:tblGrid>
                <a:gridCol w="3705368">
                  <a:extLst>
                    <a:ext uri="{9D8B030D-6E8A-4147-A177-3AD203B41FA5}">
                      <a16:colId xmlns:a16="http://schemas.microsoft.com/office/drawing/2014/main" val="1138920238"/>
                    </a:ext>
                  </a:extLst>
                </a:gridCol>
                <a:gridCol w="4086413">
                  <a:extLst>
                    <a:ext uri="{9D8B030D-6E8A-4147-A177-3AD203B41FA5}">
                      <a16:colId xmlns:a16="http://schemas.microsoft.com/office/drawing/2014/main" val="432614512"/>
                    </a:ext>
                  </a:extLst>
                </a:gridCol>
              </a:tblGrid>
              <a:tr h="376712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onsolas" panose="020B0609020204030204" pitchFamily="49" charset="0"/>
                          <a:ea typeface="Alibaba PuHuiTi R" pitchFamily="18" charset="-122"/>
                          <a:cs typeface="Alibaba PuHuiTi R" pitchFamily="18" charset="-122"/>
                        </a:rPr>
                        <a:t>方法名称</a:t>
                      </a: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D2B2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onsolas" panose="020B0609020204030204" pitchFamily="49" charset="0"/>
                          <a:ea typeface="Alibaba PuHuiTi R" pitchFamily="18" charset="-122"/>
                          <a:cs typeface="Alibaba PuHuiTi R" pitchFamily="18" charset="-122"/>
                        </a:rPr>
                        <a:t>说明</a:t>
                      </a: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D2B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419644"/>
                  </a:ext>
                </a:extLst>
              </a:tr>
              <a:tr h="340592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zh-CN" sz="1400" b="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Consolas" panose="020B0609020204030204" pitchFamily="49" charset="0"/>
                          <a:ea typeface="微软雅黑" pitchFamily="34" charset="-122"/>
                        </a:rPr>
                        <a:t>public </a:t>
                      </a:r>
                      <a:r>
                        <a:rPr lang="en-US" altLang="zh-CN" sz="1400" b="0" dirty="0" err="1">
                          <a:solidFill>
                            <a:schemeClr val="tx1">
                              <a:lumMod val="50000"/>
                            </a:schemeClr>
                          </a:solidFill>
                          <a:latin typeface="Consolas" panose="020B0609020204030204" pitchFamily="49" charset="0"/>
                          <a:ea typeface="微软雅黑" pitchFamily="34" charset="-122"/>
                        </a:rPr>
                        <a:t>boolean</a:t>
                      </a:r>
                      <a:r>
                        <a:rPr lang="en-US" altLang="zh-CN" sz="1400" b="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Consolas" panose="020B0609020204030204" pitchFamily="49" charset="0"/>
                          <a:ea typeface="微软雅黑" pitchFamily="34" charset="-122"/>
                        </a:rPr>
                        <a:t> </a:t>
                      </a:r>
                      <a:r>
                        <a:rPr lang="en-US" altLang="zh-CN" sz="1400" b="0" dirty="0" err="1">
                          <a:solidFill>
                            <a:schemeClr val="tx1">
                              <a:lumMod val="50000"/>
                            </a:schemeClr>
                          </a:solidFill>
                          <a:latin typeface="Consolas" panose="020B0609020204030204" pitchFamily="49" charset="0"/>
                          <a:ea typeface="微软雅黑" pitchFamily="34" charset="-122"/>
                        </a:rPr>
                        <a:t>isDirectory</a:t>
                      </a:r>
                      <a:r>
                        <a:rPr lang="en-US" altLang="zh-CN" sz="1400" b="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Consolas" panose="020B0609020204030204" pitchFamily="49" charset="0"/>
                          <a:ea typeface="微软雅黑" pitchFamily="34" charset="-122"/>
                        </a:rPr>
                        <a:t>()</a:t>
                      </a:r>
                      <a:endParaRPr kumimoji="0" lang="zh-CN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Consolas" panose="020B0609020204030204" pitchFamily="49" charset="0"/>
                        <a:ea typeface="微软雅黑" pitchFamily="34" charset="-122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zh-CN" altLang="en-US" sz="1400" b="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Consolas" panose="020B0609020204030204" pitchFamily="49" charset="0"/>
                          <a:ea typeface="Alibaba PuHuiTi R"/>
                        </a:rPr>
                        <a:t>判断此路径名表示的</a:t>
                      </a:r>
                      <a:r>
                        <a:rPr lang="en-US" altLang="zh-CN" sz="1400" b="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Consolas" panose="020B0609020204030204" pitchFamily="49" charset="0"/>
                          <a:ea typeface="Alibaba PuHuiTi R"/>
                        </a:rPr>
                        <a:t>File</a:t>
                      </a:r>
                      <a:r>
                        <a:rPr lang="zh-CN" altLang="en-US" sz="1400" b="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Consolas" panose="020B0609020204030204" pitchFamily="49" charset="0"/>
                          <a:ea typeface="Alibaba PuHuiTi R"/>
                        </a:rPr>
                        <a:t>是否为文件夹</a:t>
                      </a:r>
                      <a:endParaRPr kumimoji="0" lang="zh-CN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Consolas" panose="020B0609020204030204" pitchFamily="49" charset="0"/>
                        <a:ea typeface="Alibaba PuHuiTi R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7203927"/>
                  </a:ext>
                </a:extLst>
              </a:tr>
              <a:tr h="41047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zh-CN" sz="1400" b="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Consolas" panose="020B0609020204030204" pitchFamily="49" charset="0"/>
                          <a:ea typeface="微软雅黑" pitchFamily="34" charset="-122"/>
                        </a:rPr>
                        <a:t>public </a:t>
                      </a:r>
                      <a:r>
                        <a:rPr lang="en-US" altLang="zh-CN" sz="1400" b="0" dirty="0" err="1">
                          <a:solidFill>
                            <a:schemeClr val="tx1">
                              <a:lumMod val="50000"/>
                            </a:schemeClr>
                          </a:solidFill>
                          <a:latin typeface="Consolas" panose="020B0609020204030204" pitchFamily="49" charset="0"/>
                          <a:ea typeface="微软雅黑" pitchFamily="34" charset="-122"/>
                        </a:rPr>
                        <a:t>boolean</a:t>
                      </a:r>
                      <a:r>
                        <a:rPr lang="en-US" altLang="zh-CN" sz="1400" b="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Consolas" panose="020B0609020204030204" pitchFamily="49" charset="0"/>
                          <a:ea typeface="微软雅黑" pitchFamily="34" charset="-122"/>
                        </a:rPr>
                        <a:t> </a:t>
                      </a:r>
                      <a:r>
                        <a:rPr lang="en-US" altLang="zh-CN" sz="1400" b="0" dirty="0" err="1">
                          <a:solidFill>
                            <a:schemeClr val="tx1">
                              <a:lumMod val="50000"/>
                            </a:schemeClr>
                          </a:solidFill>
                          <a:latin typeface="Consolas" panose="020B0609020204030204" pitchFamily="49" charset="0"/>
                          <a:ea typeface="微软雅黑" pitchFamily="34" charset="-122"/>
                        </a:rPr>
                        <a:t>isFile</a:t>
                      </a:r>
                      <a:r>
                        <a:rPr lang="en-US" altLang="zh-CN" sz="1400" b="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Consolas" panose="020B0609020204030204" pitchFamily="49" charset="0"/>
                          <a:ea typeface="微软雅黑" pitchFamily="34" charset="-122"/>
                        </a:rPr>
                        <a:t>()</a:t>
                      </a:r>
                      <a:endParaRPr kumimoji="0" lang="zh-CN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Consolas" panose="020B0609020204030204" pitchFamily="49" charset="0"/>
                        <a:ea typeface="微软雅黑" pitchFamily="34" charset="-122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Consolas" panose="020B0609020204030204" pitchFamily="49" charset="0"/>
                          <a:ea typeface="Alibaba PuHuiTi R"/>
                        </a:rPr>
                        <a:t>判断此路径名表示的</a:t>
                      </a:r>
                      <a:r>
                        <a:rPr kumimoji="0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Consolas" panose="020B0609020204030204" pitchFamily="49" charset="0"/>
                          <a:ea typeface="Alibaba PuHuiTi R"/>
                        </a:rPr>
                        <a:t>File</a:t>
                      </a:r>
                      <a:r>
                        <a:rPr kumimoji="0" lang="zh-CN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Consolas" panose="020B0609020204030204" pitchFamily="49" charset="0"/>
                          <a:ea typeface="Alibaba PuHuiTi R"/>
                        </a:rPr>
                        <a:t>是否为文件</a:t>
                      </a: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7659233"/>
                  </a:ext>
                </a:extLst>
              </a:tr>
              <a:tr h="39782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zh-CN" sz="1400" b="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Consolas" panose="020B0609020204030204" pitchFamily="49" charset="0"/>
                          <a:ea typeface="微软雅黑" pitchFamily="34" charset="-122"/>
                        </a:rPr>
                        <a:t>public </a:t>
                      </a:r>
                      <a:r>
                        <a:rPr lang="en-US" altLang="zh-CN" sz="1400" b="0" dirty="0" err="1">
                          <a:solidFill>
                            <a:schemeClr val="tx1">
                              <a:lumMod val="50000"/>
                            </a:schemeClr>
                          </a:solidFill>
                          <a:latin typeface="Consolas" panose="020B0609020204030204" pitchFamily="49" charset="0"/>
                          <a:ea typeface="微软雅黑" pitchFamily="34" charset="-122"/>
                        </a:rPr>
                        <a:t>boolean</a:t>
                      </a:r>
                      <a:r>
                        <a:rPr lang="en-US" altLang="zh-CN" sz="1400" b="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Consolas" panose="020B0609020204030204" pitchFamily="49" charset="0"/>
                          <a:ea typeface="微软雅黑" pitchFamily="34" charset="-122"/>
                        </a:rPr>
                        <a:t> exists()</a:t>
                      </a:r>
                      <a:endParaRPr kumimoji="0" lang="zh-CN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Consolas" panose="020B0609020204030204" pitchFamily="49" charset="0"/>
                        <a:ea typeface="微软雅黑" pitchFamily="34" charset="-122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Consolas" panose="020B0609020204030204" pitchFamily="49" charset="0"/>
                          <a:ea typeface="Alibaba PuHuiTi R"/>
                        </a:rPr>
                        <a:t>判断此路径名表示的</a:t>
                      </a:r>
                      <a:r>
                        <a:rPr kumimoji="0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Consolas" panose="020B0609020204030204" pitchFamily="49" charset="0"/>
                          <a:ea typeface="Alibaba PuHuiTi R"/>
                        </a:rPr>
                        <a:t>File</a:t>
                      </a:r>
                      <a:r>
                        <a:rPr kumimoji="0" lang="zh-CN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Consolas" panose="020B0609020204030204" pitchFamily="49" charset="0"/>
                          <a:ea typeface="Alibaba PuHuiTi R"/>
                        </a:rPr>
                        <a:t>是否存在</a:t>
                      </a: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532218"/>
                  </a:ext>
                </a:extLst>
              </a:tr>
            </a:tbl>
          </a:graphicData>
        </a:graphic>
      </p:graphicFrame>
      <p:sp>
        <p:nvSpPr>
          <p:cNvPr id="4" name="标题 3">
            <a:extLst>
              <a:ext uri="{FF2B5EF4-FFF2-40B4-BE49-F238E27FC236}">
                <a16:creationId xmlns:a16="http://schemas.microsoft.com/office/drawing/2014/main" id="{76CFF3ED-DEA0-3511-50C4-03034E7E92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solidFill>
                  <a:srgbClr val="AD2B26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File </a:t>
            </a:r>
            <a:r>
              <a:rPr lang="zh-CN" altLang="en-US" b="1" dirty="0">
                <a:solidFill>
                  <a:srgbClr val="AD2B26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类的判断方法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7138862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9F164BB6-3222-28CE-5016-CD64B7E388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键盘录入文件夹路径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63E9553-A74A-FC47-BFFD-0FCAD127FEF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需求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: 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键盘录入一个文件夹路径，如果输入错误就给出提示，并继续录入，直到正确为止</a:t>
            </a:r>
            <a:endParaRPr lang="en-US" altLang="zh-CN" dirty="0">
              <a:solidFill>
                <a:schemeClr val="tx1">
                  <a:lumMod val="50000"/>
                </a:schemeClr>
              </a:solidFill>
            </a:endParaRPr>
          </a:p>
          <a:p>
            <a:endParaRPr lang="en-US" altLang="zh-CN" dirty="0">
              <a:solidFill>
                <a:schemeClr val="tx1">
                  <a:lumMod val="50000"/>
                </a:schemeClr>
              </a:solidFill>
            </a:endParaRPr>
          </a:p>
          <a:p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分析：</a:t>
            </a:r>
            <a:endParaRPr lang="en-US" altLang="zh-CN" dirty="0">
              <a:solidFill>
                <a:schemeClr val="tx1">
                  <a:lumMod val="50000"/>
                </a:schemeClr>
              </a:solidFill>
            </a:endParaRPr>
          </a:p>
          <a:p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	1. 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输入的路径有可能不存在</a:t>
            </a:r>
            <a:endParaRPr lang="en-US" altLang="zh-CN" dirty="0">
              <a:solidFill>
                <a:schemeClr val="tx1">
                  <a:lumMod val="50000"/>
                </a:schemeClr>
              </a:solidFill>
            </a:endParaRPr>
          </a:p>
          <a:p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	2. 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输入的路径有可能是文件路径</a:t>
            </a:r>
            <a:endParaRPr lang="en-US" altLang="zh-CN" dirty="0">
              <a:solidFill>
                <a:schemeClr val="tx1">
                  <a:lumMod val="50000"/>
                </a:schemeClr>
              </a:solidFill>
            </a:endParaRPr>
          </a:p>
          <a:p>
            <a:endParaRPr lang="en-US" altLang="zh-CN" dirty="0">
              <a:solidFill>
                <a:schemeClr val="tx1">
                  <a:lumMod val="50000"/>
                </a:schemeClr>
              </a:solidFill>
            </a:endParaRPr>
          </a:p>
          <a:p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	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封装为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File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对象</a:t>
            </a:r>
            <a:endParaRPr lang="en-US" altLang="zh-CN" dirty="0">
              <a:solidFill>
                <a:schemeClr val="tx1">
                  <a:lumMod val="50000"/>
                </a:schemeClr>
              </a:solidFill>
            </a:endParaRPr>
          </a:p>
          <a:p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		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调用 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exists() 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判断是否存在</a:t>
            </a:r>
            <a:endParaRPr lang="en-US" altLang="zh-CN" dirty="0">
              <a:solidFill>
                <a:schemeClr val="tx1">
                  <a:lumMod val="50000"/>
                </a:schemeClr>
              </a:solidFill>
            </a:endParaRPr>
          </a:p>
          <a:p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		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调用 </a:t>
            </a:r>
            <a:r>
              <a:rPr lang="en-US" altLang="zh-CN" dirty="0" err="1">
                <a:solidFill>
                  <a:schemeClr val="tx1">
                    <a:lumMod val="50000"/>
                  </a:schemeClr>
                </a:solidFill>
              </a:rPr>
              <a:t>isFile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() 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判断是否是文件</a:t>
            </a:r>
          </a:p>
        </p:txBody>
      </p:sp>
    </p:spTree>
    <p:extLst>
      <p:ext uri="{BB962C8B-B14F-4D97-AF65-F5344CB8AC3E}">
        <p14:creationId xmlns:p14="http://schemas.microsoft.com/office/powerpoint/2010/main" val="22237868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7C677F-5D71-6889-AD93-873FB61715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C873CD96-587E-A1B8-0BC0-744404F90B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0415334"/>
              </p:ext>
            </p:extLst>
          </p:nvPr>
        </p:nvGraphicFramePr>
        <p:xfrm>
          <a:off x="2049245" y="2004066"/>
          <a:ext cx="7791781" cy="2849867"/>
        </p:xfrm>
        <a:graphic>
          <a:graphicData uri="http://schemas.openxmlformats.org/drawingml/2006/table">
            <a:tbl>
              <a:tblPr/>
              <a:tblGrid>
                <a:gridCol w="3705368">
                  <a:extLst>
                    <a:ext uri="{9D8B030D-6E8A-4147-A177-3AD203B41FA5}">
                      <a16:colId xmlns:a16="http://schemas.microsoft.com/office/drawing/2014/main" val="1138920238"/>
                    </a:ext>
                  </a:extLst>
                </a:gridCol>
                <a:gridCol w="4086413">
                  <a:extLst>
                    <a:ext uri="{9D8B030D-6E8A-4147-A177-3AD203B41FA5}">
                      <a16:colId xmlns:a16="http://schemas.microsoft.com/office/drawing/2014/main" val="432614512"/>
                    </a:ext>
                  </a:extLst>
                </a:gridCol>
              </a:tblGrid>
              <a:tr h="376712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onsolas" panose="020B0609020204030204" pitchFamily="49" charset="0"/>
                          <a:ea typeface="Alibaba PuHuiTi R" pitchFamily="18" charset="-122"/>
                          <a:cs typeface="Alibaba PuHuiTi R" pitchFamily="18" charset="-122"/>
                        </a:rPr>
                        <a:t>方法名称</a:t>
                      </a: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D2B2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onsolas" panose="020B0609020204030204" pitchFamily="49" charset="0"/>
                          <a:ea typeface="Alibaba PuHuiTi R" pitchFamily="18" charset="-122"/>
                          <a:cs typeface="Alibaba PuHuiTi R" pitchFamily="18" charset="-122"/>
                        </a:rPr>
                        <a:t>说明</a:t>
                      </a: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D2B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419644"/>
                  </a:ext>
                </a:extLst>
              </a:tr>
              <a:tr h="48652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Consolas" panose="020B0609020204030204" pitchFamily="49" charset="0"/>
                          <a:ea typeface="微软雅黑" pitchFamily="34" charset="-122"/>
                        </a:rPr>
                        <a:t>public long length()</a:t>
                      </a:r>
                      <a:endParaRPr kumimoji="0" lang="zh-CN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Consolas" panose="020B0609020204030204" pitchFamily="49" charset="0"/>
                        <a:ea typeface="微软雅黑" pitchFamily="34" charset="-122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b="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Consolas" panose="020B0609020204030204" pitchFamily="49" charset="0"/>
                          <a:ea typeface="Alibaba PuHuiTi R"/>
                        </a:rPr>
                        <a:t>返回文件的大小（字节数量）</a:t>
                      </a:r>
                      <a:endParaRPr lang="en-US" altLang="zh-CN" sz="1400" b="0" dirty="0">
                        <a:solidFill>
                          <a:schemeClr val="tx1">
                            <a:lumMod val="50000"/>
                          </a:schemeClr>
                        </a:solidFill>
                        <a:latin typeface="Consolas" panose="020B0609020204030204" pitchFamily="49" charset="0"/>
                        <a:ea typeface="Alibaba PuHuiTi R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9048127"/>
                  </a:ext>
                </a:extLst>
              </a:tr>
              <a:tr h="48652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Consolas" panose="020B0609020204030204" pitchFamily="49" charset="0"/>
                          <a:ea typeface="微软雅黑" pitchFamily="34" charset="-122"/>
                        </a:rPr>
                        <a:t>public String </a:t>
                      </a:r>
                      <a:r>
                        <a:rPr kumimoji="0" lang="en-US" altLang="zh-CN" sz="1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Consolas" panose="020B0609020204030204" pitchFamily="49" charset="0"/>
                          <a:ea typeface="微软雅黑" pitchFamily="34" charset="-122"/>
                        </a:rPr>
                        <a:t>getAbsolutePath</a:t>
                      </a:r>
                      <a:r>
                        <a:rPr kumimoji="0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Consolas" panose="020B0609020204030204" pitchFamily="49" charset="0"/>
                          <a:ea typeface="微软雅黑" pitchFamily="34" charset="-122"/>
                        </a:rPr>
                        <a:t>()</a:t>
                      </a:r>
                      <a:endParaRPr kumimoji="0" lang="zh-CN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Consolas" panose="020B0609020204030204" pitchFamily="49" charset="0"/>
                        <a:ea typeface="微软雅黑" pitchFamily="34" charset="-122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b="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Consolas" panose="020B0609020204030204" pitchFamily="49" charset="0"/>
                          <a:ea typeface="Alibaba PuHuiTi R"/>
                        </a:rPr>
                        <a:t>返回文件的绝对路径</a:t>
                      </a:r>
                      <a:endParaRPr lang="en-US" altLang="zh-CN" sz="1400" b="0" dirty="0">
                        <a:solidFill>
                          <a:schemeClr val="tx1">
                            <a:lumMod val="50000"/>
                          </a:schemeClr>
                        </a:solidFill>
                        <a:latin typeface="Consolas" panose="020B0609020204030204" pitchFamily="49" charset="0"/>
                        <a:ea typeface="Alibaba PuHuiTi R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2178387"/>
                  </a:ext>
                </a:extLst>
              </a:tr>
              <a:tr h="48652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b="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Consolas" panose="020B0609020204030204" pitchFamily="49" charset="0"/>
                          <a:ea typeface="微软雅黑" pitchFamily="34" charset="-122"/>
                        </a:rPr>
                        <a:t>public String </a:t>
                      </a:r>
                      <a:r>
                        <a:rPr lang="en-US" altLang="zh-CN" sz="1400" b="0" dirty="0" err="1">
                          <a:solidFill>
                            <a:schemeClr val="tx1">
                              <a:lumMod val="50000"/>
                            </a:schemeClr>
                          </a:solidFill>
                          <a:latin typeface="Consolas" panose="020B0609020204030204" pitchFamily="49" charset="0"/>
                          <a:ea typeface="微软雅黑" pitchFamily="34" charset="-122"/>
                        </a:rPr>
                        <a:t>getPath</a:t>
                      </a:r>
                      <a:r>
                        <a:rPr lang="en-US" altLang="zh-CN" sz="1400" b="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Consolas" panose="020B0609020204030204" pitchFamily="49" charset="0"/>
                          <a:ea typeface="微软雅黑" pitchFamily="34" charset="-122"/>
                        </a:rPr>
                        <a:t>()</a:t>
                      </a:r>
                      <a:endParaRPr kumimoji="0" lang="zh-CN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Consolas" panose="020B0609020204030204" pitchFamily="49" charset="0"/>
                        <a:ea typeface="微软雅黑" pitchFamily="34" charset="-122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Consolas" panose="020B0609020204030204" pitchFamily="49" charset="0"/>
                          <a:ea typeface="Alibaba PuHuiTi R"/>
                        </a:rPr>
                        <a:t>返回定义文件时使用的路径</a:t>
                      </a: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9443818"/>
                  </a:ext>
                </a:extLst>
              </a:tr>
              <a:tr h="48652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Consolas" panose="020B0609020204030204" pitchFamily="49" charset="0"/>
                          <a:ea typeface="微软雅黑" pitchFamily="34" charset="-122"/>
                        </a:rPr>
                        <a:t>public String </a:t>
                      </a:r>
                      <a:r>
                        <a:rPr kumimoji="0" lang="en-US" altLang="zh-CN" sz="1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Consolas" panose="020B0609020204030204" pitchFamily="49" charset="0"/>
                          <a:ea typeface="微软雅黑" pitchFamily="34" charset="-122"/>
                        </a:rPr>
                        <a:t>getName</a:t>
                      </a:r>
                      <a:r>
                        <a:rPr kumimoji="0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Consolas" panose="020B0609020204030204" pitchFamily="49" charset="0"/>
                          <a:ea typeface="微软雅黑" pitchFamily="34" charset="-122"/>
                        </a:rPr>
                        <a:t>()</a:t>
                      </a:r>
                      <a:endParaRPr kumimoji="0" lang="zh-CN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Consolas" panose="020B0609020204030204" pitchFamily="49" charset="0"/>
                        <a:ea typeface="微软雅黑" pitchFamily="34" charset="-122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b="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Consolas" panose="020B0609020204030204" pitchFamily="49" charset="0"/>
                          <a:ea typeface="Alibaba PuHuiTi R"/>
                        </a:rPr>
                        <a:t>返回文件的名称，带后缀</a:t>
                      </a:r>
                      <a:endParaRPr lang="en-US" altLang="zh-CN" sz="1400" b="0" dirty="0">
                        <a:solidFill>
                          <a:schemeClr val="tx1">
                            <a:lumMod val="50000"/>
                          </a:schemeClr>
                        </a:solidFill>
                        <a:latin typeface="Consolas" panose="020B0609020204030204" pitchFamily="49" charset="0"/>
                        <a:ea typeface="Alibaba PuHuiTi R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7850725"/>
                  </a:ext>
                </a:extLst>
              </a:tr>
              <a:tr h="48652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public long </a:t>
                      </a:r>
                      <a:r>
                        <a:rPr lang="en-US" altLang="zh-CN" sz="1400" kern="1200" dirty="0" err="1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lastModified</a:t>
                      </a:r>
                      <a:r>
                        <a:rPr lang="en-US" altLang="zh-CN" sz="140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Consolas" panose="020B0609020204030204" pitchFamily="49" charset="0"/>
                        </a:rPr>
                        <a:t>()</a:t>
                      </a:r>
                      <a:endParaRPr kumimoji="0" lang="zh-CN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Consolas" panose="020B0609020204030204" pitchFamily="49" charset="0"/>
                        <a:ea typeface="微软雅黑" pitchFamily="34" charset="-122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b="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Consolas" panose="020B0609020204030204" pitchFamily="49" charset="0"/>
                          <a:ea typeface="Alibaba PuHuiTi R"/>
                        </a:rPr>
                        <a:t>返回文件的最后修改时间（时间毫秒值）</a:t>
                      </a:r>
                      <a:endParaRPr lang="en-US" altLang="zh-CN" sz="1400" b="0" dirty="0">
                        <a:solidFill>
                          <a:schemeClr val="tx1">
                            <a:lumMod val="50000"/>
                          </a:schemeClr>
                        </a:solidFill>
                        <a:latin typeface="Consolas" panose="020B0609020204030204" pitchFamily="49" charset="0"/>
                        <a:ea typeface="Alibaba PuHuiTi R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2201616"/>
                  </a:ext>
                </a:extLst>
              </a:tr>
            </a:tbl>
          </a:graphicData>
        </a:graphic>
      </p:graphicFrame>
      <p:sp>
        <p:nvSpPr>
          <p:cNvPr id="4" name="标题 3">
            <a:extLst>
              <a:ext uri="{FF2B5EF4-FFF2-40B4-BE49-F238E27FC236}">
                <a16:creationId xmlns:a16="http://schemas.microsoft.com/office/drawing/2014/main" id="{EA8C31E8-78ED-C46C-7FE4-A96D102551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solidFill>
                  <a:srgbClr val="AD2B26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File </a:t>
            </a:r>
            <a:r>
              <a:rPr lang="zh-CN" altLang="en-US" b="1" dirty="0">
                <a:solidFill>
                  <a:srgbClr val="AD2B26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类的常用方法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5001172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89615413-5B8A-EE43-E235-EC9CCAAAE5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2024065"/>
              </p:ext>
            </p:extLst>
          </p:nvPr>
        </p:nvGraphicFramePr>
        <p:xfrm>
          <a:off x="576626" y="1307262"/>
          <a:ext cx="6949697" cy="1778365"/>
        </p:xfrm>
        <a:graphic>
          <a:graphicData uri="http://schemas.openxmlformats.org/drawingml/2006/table">
            <a:tbl>
              <a:tblPr/>
              <a:tblGrid>
                <a:gridCol w="3304917">
                  <a:extLst>
                    <a:ext uri="{9D8B030D-6E8A-4147-A177-3AD203B41FA5}">
                      <a16:colId xmlns:a16="http://schemas.microsoft.com/office/drawing/2014/main" val="1138920238"/>
                    </a:ext>
                  </a:extLst>
                </a:gridCol>
                <a:gridCol w="3644780">
                  <a:extLst>
                    <a:ext uri="{9D8B030D-6E8A-4147-A177-3AD203B41FA5}">
                      <a16:colId xmlns:a16="http://schemas.microsoft.com/office/drawing/2014/main" val="432614512"/>
                    </a:ext>
                  </a:extLst>
                </a:gridCol>
              </a:tblGrid>
              <a:tr h="44918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方法名称</a:t>
                      </a: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D2B2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说明</a:t>
                      </a: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D2B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419644"/>
                  </a:ext>
                </a:extLst>
              </a:tr>
              <a:tr h="502767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zh-CN" sz="140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Consolas" panose="020B0609020204030204" pitchFamily="49" charset="0"/>
                          <a:ea typeface="微软雅黑" pitchFamily="34" charset="-122"/>
                        </a:rPr>
                        <a:t>public </a:t>
                      </a:r>
                      <a:r>
                        <a:rPr lang="en-US" altLang="zh-CN" sz="1400" dirty="0" err="1">
                          <a:solidFill>
                            <a:schemeClr val="tx1">
                              <a:lumMod val="50000"/>
                            </a:schemeClr>
                          </a:solidFill>
                          <a:latin typeface="Consolas" panose="020B0609020204030204" pitchFamily="49" charset="0"/>
                          <a:ea typeface="微软雅黑" pitchFamily="34" charset="-122"/>
                        </a:rPr>
                        <a:t>boolean</a:t>
                      </a:r>
                      <a:r>
                        <a:rPr lang="en-US" altLang="zh-CN" sz="140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Consolas" panose="020B0609020204030204" pitchFamily="49" charset="0"/>
                          <a:ea typeface="微软雅黑" pitchFamily="34" charset="-122"/>
                        </a:rPr>
                        <a:t> </a:t>
                      </a:r>
                      <a:r>
                        <a:rPr lang="en-US" altLang="zh-CN" sz="1400" dirty="0" err="1">
                          <a:solidFill>
                            <a:schemeClr val="tx1">
                              <a:lumMod val="50000"/>
                            </a:schemeClr>
                          </a:solidFill>
                          <a:latin typeface="Consolas" panose="020B0609020204030204" pitchFamily="49" charset="0"/>
                          <a:ea typeface="微软雅黑" pitchFamily="34" charset="-122"/>
                        </a:rPr>
                        <a:t>createNewFile</a:t>
                      </a:r>
                      <a:r>
                        <a:rPr lang="en-US" altLang="zh-CN" sz="140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Consolas" panose="020B0609020204030204" pitchFamily="49" charset="0"/>
                          <a:ea typeface="微软雅黑" pitchFamily="34" charset="-122"/>
                        </a:rPr>
                        <a:t>()</a:t>
                      </a:r>
                      <a:endParaRPr kumimoji="0" lang="zh-CN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Consolas" panose="020B0609020204030204" pitchFamily="49" charset="0"/>
                        <a:ea typeface="黑体" pitchFamily="49" charset="-122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indent="0" fontAlgn="auto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itchFamily="2" charset="2"/>
                        <a:buNone/>
                        <a:defRPr/>
                      </a:pPr>
                      <a:r>
                        <a:rPr lang="zh-CN" altLang="en-US" sz="140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创建一个新的空的文件</a:t>
                      </a:r>
                      <a:endParaRPr lang="en-US" altLang="zh-CN" sz="1400" dirty="0">
                        <a:solidFill>
                          <a:schemeClr val="tx1">
                            <a:lumMod val="50000"/>
                          </a:schemeClr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72039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zh-CN" sz="140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Consolas" panose="020B0609020204030204" pitchFamily="49" charset="0"/>
                          <a:ea typeface="微软雅黑" pitchFamily="34" charset="-122"/>
                        </a:rPr>
                        <a:t>public </a:t>
                      </a:r>
                      <a:r>
                        <a:rPr lang="en-US" altLang="zh-CN" sz="1400" dirty="0" err="1">
                          <a:solidFill>
                            <a:schemeClr val="tx1">
                              <a:lumMod val="50000"/>
                            </a:schemeClr>
                          </a:solidFill>
                          <a:latin typeface="Consolas" panose="020B0609020204030204" pitchFamily="49" charset="0"/>
                          <a:ea typeface="微软雅黑" pitchFamily="34" charset="-122"/>
                        </a:rPr>
                        <a:t>boolean</a:t>
                      </a:r>
                      <a:r>
                        <a:rPr lang="en-US" altLang="zh-CN" sz="140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Consolas" panose="020B0609020204030204" pitchFamily="49" charset="0"/>
                          <a:ea typeface="微软雅黑" pitchFamily="34" charset="-122"/>
                        </a:rPr>
                        <a:t> </a:t>
                      </a:r>
                      <a:r>
                        <a:rPr lang="en-US" altLang="zh-CN" sz="1400" dirty="0" err="1">
                          <a:solidFill>
                            <a:schemeClr val="tx1">
                              <a:lumMod val="50000"/>
                            </a:schemeClr>
                          </a:solidFill>
                          <a:latin typeface="Consolas" panose="020B0609020204030204" pitchFamily="49" charset="0"/>
                          <a:ea typeface="微软雅黑" pitchFamily="34" charset="-122"/>
                        </a:rPr>
                        <a:t>mkdir</a:t>
                      </a:r>
                      <a:r>
                        <a:rPr lang="en-US" altLang="zh-CN" sz="140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Consolas" panose="020B0609020204030204" pitchFamily="49" charset="0"/>
                          <a:ea typeface="微软雅黑" pitchFamily="34" charset="-122"/>
                        </a:rPr>
                        <a:t>()</a:t>
                      </a:r>
                      <a:endParaRPr kumimoji="0" lang="zh-CN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Consolas" panose="020B0609020204030204" pitchFamily="49" charset="0"/>
                        <a:ea typeface="微软雅黑" pitchFamily="34" charset="-122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zh-CN" altLang="en-US" sz="140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只能创建一级文件夹</a:t>
                      </a:r>
                      <a:endParaRPr kumimoji="0" lang="zh-CN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7659233"/>
                  </a:ext>
                </a:extLst>
              </a:tr>
              <a:tr h="44918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zh-CN" sz="140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Consolas" panose="020B0609020204030204" pitchFamily="49" charset="0"/>
                          <a:ea typeface="微软雅黑" pitchFamily="34" charset="-122"/>
                        </a:rPr>
                        <a:t>public </a:t>
                      </a:r>
                      <a:r>
                        <a:rPr lang="en-US" altLang="zh-CN" sz="1400" dirty="0" err="1">
                          <a:solidFill>
                            <a:schemeClr val="tx1">
                              <a:lumMod val="50000"/>
                            </a:schemeClr>
                          </a:solidFill>
                          <a:latin typeface="Consolas" panose="020B0609020204030204" pitchFamily="49" charset="0"/>
                          <a:ea typeface="微软雅黑" pitchFamily="34" charset="-122"/>
                        </a:rPr>
                        <a:t>boolean</a:t>
                      </a:r>
                      <a:r>
                        <a:rPr lang="en-US" altLang="zh-CN" sz="140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Consolas" panose="020B0609020204030204" pitchFamily="49" charset="0"/>
                          <a:ea typeface="微软雅黑" pitchFamily="34" charset="-122"/>
                        </a:rPr>
                        <a:t> </a:t>
                      </a:r>
                      <a:r>
                        <a:rPr lang="en-US" altLang="zh-CN" sz="1400" dirty="0" err="1">
                          <a:solidFill>
                            <a:schemeClr val="tx1">
                              <a:lumMod val="50000"/>
                            </a:schemeClr>
                          </a:solidFill>
                          <a:latin typeface="Consolas" panose="020B0609020204030204" pitchFamily="49" charset="0"/>
                          <a:ea typeface="微软雅黑" pitchFamily="34" charset="-122"/>
                        </a:rPr>
                        <a:t>mkdirs</a:t>
                      </a:r>
                      <a:r>
                        <a:rPr lang="en-US" altLang="zh-CN" sz="140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Consolas" panose="020B0609020204030204" pitchFamily="49" charset="0"/>
                          <a:ea typeface="微软雅黑" pitchFamily="34" charset="-122"/>
                        </a:rPr>
                        <a:t>()</a:t>
                      </a:r>
                      <a:endParaRPr kumimoji="0" lang="zh-CN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Consolas" panose="020B0609020204030204" pitchFamily="49" charset="0"/>
                        <a:ea typeface="黑体" pitchFamily="49" charset="-122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可以创建多级文件夹</a:t>
                      </a:r>
                      <a:endParaRPr lang="en-US" altLang="zh-CN" sz="1400" dirty="0">
                        <a:solidFill>
                          <a:schemeClr val="tx1">
                            <a:lumMod val="50000"/>
                          </a:schemeClr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532218"/>
                  </a:ext>
                </a:extLst>
              </a:tr>
            </a:tbl>
          </a:graphicData>
        </a:graphic>
      </p:graphicFrame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60635B73-3D1A-D1B3-3739-D443A2E779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8084245"/>
              </p:ext>
            </p:extLst>
          </p:nvPr>
        </p:nvGraphicFramePr>
        <p:xfrm>
          <a:off x="576626" y="3623149"/>
          <a:ext cx="7064557" cy="968782"/>
        </p:xfrm>
        <a:graphic>
          <a:graphicData uri="http://schemas.openxmlformats.org/drawingml/2006/table">
            <a:tbl>
              <a:tblPr/>
              <a:tblGrid>
                <a:gridCol w="3317239">
                  <a:extLst>
                    <a:ext uri="{9D8B030D-6E8A-4147-A177-3AD203B41FA5}">
                      <a16:colId xmlns:a16="http://schemas.microsoft.com/office/drawing/2014/main" val="1138920238"/>
                    </a:ext>
                  </a:extLst>
                </a:gridCol>
                <a:gridCol w="3747318">
                  <a:extLst>
                    <a:ext uri="{9D8B030D-6E8A-4147-A177-3AD203B41FA5}">
                      <a16:colId xmlns:a16="http://schemas.microsoft.com/office/drawing/2014/main" val="432614512"/>
                    </a:ext>
                  </a:extLst>
                </a:gridCol>
              </a:tblGrid>
              <a:tr h="42138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方法名称</a:t>
                      </a: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D2B2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说明</a:t>
                      </a: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D2B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419644"/>
                  </a:ext>
                </a:extLst>
              </a:tr>
              <a:tr h="54739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zh-CN" sz="140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Consolas" panose="020B0609020204030204" pitchFamily="49" charset="0"/>
                          <a:ea typeface="微软雅黑" pitchFamily="34" charset="-122"/>
                        </a:rPr>
                        <a:t>public boolean delete​()</a:t>
                      </a:r>
                      <a:endParaRPr kumimoji="0" lang="zh-CN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Consolas" panose="020B0609020204030204" pitchFamily="49" charset="0"/>
                        <a:ea typeface="黑体" pitchFamily="49" charset="-122"/>
                      </a:endParaRPr>
                    </a:p>
                  </a:txBody>
                  <a:tcPr marL="121891" marR="121891" marT="60979" marB="6097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fontAlgn="auto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itchFamily="2" charset="2"/>
                        <a:buNone/>
                        <a:defRPr/>
                      </a:pPr>
                      <a:r>
                        <a:rPr lang="zh-CN" altLang="en-US" sz="140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删除由此抽象路径名表示的文件或空文件夹</a:t>
                      </a:r>
                      <a:endParaRPr lang="en-US" altLang="zh-CN" sz="1400" dirty="0">
                        <a:solidFill>
                          <a:schemeClr val="tx1">
                            <a:lumMod val="50000"/>
                          </a:schemeClr>
                        </a:solidFill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21891" marR="121891" marT="60979" marB="6097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7203927"/>
                  </a:ext>
                </a:extLst>
              </a:tr>
            </a:tbl>
          </a:graphicData>
        </a:graphic>
      </p:graphicFrame>
      <p:sp>
        <p:nvSpPr>
          <p:cNvPr id="6" name="TextBox 6">
            <a:extLst>
              <a:ext uri="{FF2B5EF4-FFF2-40B4-BE49-F238E27FC236}">
                <a16:creationId xmlns:a16="http://schemas.microsoft.com/office/drawing/2014/main" id="{46591D52-549B-7F64-33BB-78DE09DCAABE}"/>
              </a:ext>
            </a:extLst>
          </p:cNvPr>
          <p:cNvSpPr txBox="1"/>
          <p:nvPr/>
        </p:nvSpPr>
        <p:spPr>
          <a:xfrm>
            <a:off x="1222155" y="6029249"/>
            <a:ext cx="4351603" cy="38427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400" dirty="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delete() </a:t>
            </a:r>
            <a:r>
              <a:rPr lang="zh-CN" altLang="en-US" sz="1400" dirty="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方法只能删除空文件夹，且不走回收站 </a:t>
            </a:r>
            <a:endParaRPr lang="en-US" altLang="zh-CN" sz="1400" dirty="0"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8DFDB7F-5AE4-1E0D-12A2-8B83C45A0785}"/>
              </a:ext>
            </a:extLst>
          </p:cNvPr>
          <p:cNvSpPr/>
          <p:nvPr/>
        </p:nvSpPr>
        <p:spPr>
          <a:xfrm>
            <a:off x="977680" y="5531605"/>
            <a:ext cx="4980391" cy="1029811"/>
          </a:xfrm>
          <a:prstGeom prst="rect">
            <a:avLst/>
          </a:prstGeom>
          <a:noFill/>
          <a:ln w="9525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4AB2A95-62A2-E414-7F3D-99193E1E45DD}"/>
              </a:ext>
            </a:extLst>
          </p:cNvPr>
          <p:cNvSpPr/>
          <p:nvPr/>
        </p:nvSpPr>
        <p:spPr>
          <a:xfrm>
            <a:off x="877752" y="5604075"/>
            <a:ext cx="1053296" cy="300942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注意事项</a:t>
            </a: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0A50F680-6C33-389E-8945-4E5D7EE0E5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solidFill>
                  <a:srgbClr val="AD2B26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File </a:t>
            </a:r>
            <a:r>
              <a:rPr lang="zh-CN" altLang="en-US" b="1" dirty="0">
                <a:solidFill>
                  <a:srgbClr val="AD2B26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类的创建和删除方法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6883463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 animBg="1"/>
      <p:bldP spid="8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15A072F9-4723-C217-7755-19B90A4AF36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59108619"/>
              </p:ext>
            </p:extLst>
          </p:nvPr>
        </p:nvGraphicFramePr>
        <p:xfrm>
          <a:off x="723900" y="1251006"/>
          <a:ext cx="10744199" cy="1522445"/>
        </p:xfrm>
        <a:graphic>
          <a:graphicData uri="http://schemas.openxmlformats.org/drawingml/2006/table">
            <a:tbl>
              <a:tblPr/>
              <a:tblGrid>
                <a:gridCol w="3690669">
                  <a:extLst>
                    <a:ext uri="{9D8B030D-6E8A-4147-A177-3AD203B41FA5}">
                      <a16:colId xmlns:a16="http://schemas.microsoft.com/office/drawing/2014/main" val="1138920238"/>
                    </a:ext>
                  </a:extLst>
                </a:gridCol>
                <a:gridCol w="7053530">
                  <a:extLst>
                    <a:ext uri="{9D8B030D-6E8A-4147-A177-3AD203B41FA5}">
                      <a16:colId xmlns:a16="http://schemas.microsoft.com/office/drawing/2014/main" val="432614512"/>
                    </a:ext>
                  </a:extLst>
                </a:gridCol>
              </a:tblGrid>
              <a:tr h="580477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方法名称</a:t>
                      </a: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D2B2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说明</a:t>
                      </a: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D2B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419644"/>
                  </a:ext>
                </a:extLst>
              </a:tr>
              <a:tr h="94196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Alibaba PuHuiTi R"/>
                          <a:cs typeface="+mn-cs"/>
                        </a:rPr>
                        <a:t>public File[] </a:t>
                      </a:r>
                      <a:r>
                        <a:rPr lang="en-US" altLang="zh-CN" sz="1600" i="0" kern="1200" dirty="0" err="1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Alibaba PuHuiTi R"/>
                          <a:cs typeface="+mn-cs"/>
                        </a:rPr>
                        <a:t>listFiles</a:t>
                      </a:r>
                      <a:r>
                        <a:rPr lang="en-US" altLang="zh-CN" sz="160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Alibaba PuHuiTi R"/>
                          <a:cs typeface="+mn-cs"/>
                        </a:rPr>
                        <a:t>()</a:t>
                      </a:r>
                      <a:endParaRPr kumimoji="0" lang="zh-CN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Consolas" panose="020B0609020204030204" pitchFamily="49" charset="0"/>
                        <a:ea typeface="Alibaba PuHuiTi R"/>
                      </a:endParaRPr>
                    </a:p>
                  </a:txBody>
                  <a:tcPr marL="121891" marR="121891" marT="60979" marB="6097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Alibaba PuHuiTi R"/>
                          <a:cs typeface="+mn-cs"/>
                        </a:rPr>
                        <a:t>获取当前目录下所有的  </a:t>
                      </a:r>
                      <a:r>
                        <a:rPr lang="en-US" altLang="zh-CN" sz="160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Alibaba PuHuiTi R"/>
                          <a:cs typeface="+mn-cs"/>
                        </a:rPr>
                        <a:t>“</a:t>
                      </a:r>
                      <a:r>
                        <a:rPr lang="zh-CN" altLang="en-US" sz="160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Alibaba PuHuiTi R"/>
                          <a:cs typeface="+mn-cs"/>
                        </a:rPr>
                        <a:t>一级文件对象</a:t>
                      </a:r>
                      <a:r>
                        <a:rPr lang="en-US" altLang="zh-CN" sz="160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Alibaba PuHuiTi R"/>
                          <a:cs typeface="+mn-cs"/>
                        </a:rPr>
                        <a:t>” 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Alibaba PuHuiTi R"/>
                          <a:cs typeface="+mn-cs"/>
                        </a:rPr>
                        <a:t>返回 </a:t>
                      </a:r>
                      <a:r>
                        <a:rPr lang="en-US" altLang="zh-CN" sz="160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Alibaba PuHuiTi R"/>
                          <a:cs typeface="+mn-cs"/>
                        </a:rPr>
                        <a:t>File </a:t>
                      </a:r>
                      <a:r>
                        <a:rPr lang="zh-CN" altLang="en-US" sz="160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Alibaba PuHuiTi R"/>
                          <a:cs typeface="+mn-cs"/>
                        </a:rPr>
                        <a:t>数组</a:t>
                      </a:r>
                      <a:endParaRPr lang="en-US" altLang="zh-CN" sz="160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Alibaba PuHuiTi R"/>
                        <a:cs typeface="+mn-cs"/>
                      </a:endParaRPr>
                    </a:p>
                  </a:txBody>
                  <a:tcPr marL="121891" marR="121891" marT="60979" marB="6097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4122172"/>
                  </a:ext>
                </a:extLst>
              </a:tr>
            </a:tbl>
          </a:graphicData>
        </a:graphic>
      </p:graphicFrame>
      <p:pic>
        <p:nvPicPr>
          <p:cNvPr id="12" name="图片 11">
            <a:extLst>
              <a:ext uri="{FF2B5EF4-FFF2-40B4-BE49-F238E27FC236}">
                <a16:creationId xmlns:a16="http://schemas.microsoft.com/office/drawing/2014/main" id="{522DA7AD-4371-68EC-67FD-F4450D16D1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900" y="3289592"/>
            <a:ext cx="6909155" cy="175269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98A994DD-4450-5F66-658B-1DC6F058E3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302" y="3589033"/>
            <a:ext cx="2888396" cy="991033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  <p:sp>
        <p:nvSpPr>
          <p:cNvPr id="4" name="标题 3">
            <a:extLst>
              <a:ext uri="{FF2B5EF4-FFF2-40B4-BE49-F238E27FC236}">
                <a16:creationId xmlns:a16="http://schemas.microsoft.com/office/drawing/2014/main" id="{B4E113FE-1CA5-19D8-16D3-4A4CB440B8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solidFill>
                  <a:srgbClr val="AD2B26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File </a:t>
            </a:r>
            <a:r>
              <a:rPr lang="zh-CN" altLang="en-US" b="1" dirty="0">
                <a:solidFill>
                  <a:srgbClr val="AD2B26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类的遍历方法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1085127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C17B7BA-A557-0C83-AA5F-0F028E8AA0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 </a:t>
            </a:r>
            <a:endParaRPr lang="zh-CN" altLang="en-US" dirty="0"/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C5DD02EE-8E74-0963-5AF2-5C5DAAB8E52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tx1">
                    <a:lumMod val="50000"/>
                  </a:schemeClr>
                </a:solidFill>
                <a:ea typeface="Alibaba PuHuiTi R"/>
              </a:rPr>
              <a:t>需求：键盘录入一个文件夹路径，找出这个文件夹下所有的 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  <a:ea typeface="Alibaba PuHuiTi R"/>
              </a:rPr>
              <a:t>.java 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  <a:ea typeface="Alibaba PuHuiTi R"/>
              </a:rPr>
              <a:t>文件</a:t>
            </a:r>
            <a:endParaRPr lang="en-US" altLang="zh-CN" dirty="0">
              <a:solidFill>
                <a:schemeClr val="tx1">
                  <a:lumMod val="50000"/>
                </a:schemeClr>
              </a:solidFill>
              <a:ea typeface="Alibaba PuHuiTi R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5293910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3E764C-9363-9AA8-90E9-38E369D3B6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>
            <a:extLst>
              <a:ext uri="{FF2B5EF4-FFF2-40B4-BE49-F238E27FC236}">
                <a16:creationId xmlns:a16="http://schemas.microsoft.com/office/drawing/2014/main" id="{7354CA8A-E5BF-F03C-E6A9-0357FEA0E9F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子文件夹中是否可能还有</a:t>
            </a:r>
            <a:r>
              <a:rPr lang="en-US" altLang="zh-CN" dirty="0"/>
              <a:t>.java</a:t>
            </a:r>
            <a:r>
              <a:rPr lang="zh-CN" altLang="en-US" dirty="0"/>
              <a:t>文件</a:t>
            </a:r>
            <a:r>
              <a:rPr lang="en-US" altLang="zh-CN" dirty="0"/>
              <a:t>?</a:t>
            </a:r>
          </a:p>
          <a:p>
            <a:r>
              <a:rPr lang="zh-CN" altLang="en-US" dirty="0"/>
              <a:t>如何进入查找</a:t>
            </a:r>
            <a:r>
              <a:rPr lang="en-US" altLang="zh-CN" dirty="0"/>
              <a:t>?</a:t>
            </a:r>
            <a:endParaRPr lang="zh-CN" altLang="en-US" dirty="0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54B0D56B-D9A9-7841-F2D9-4982833CE561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2455863" y="315913"/>
            <a:ext cx="9736137" cy="474662"/>
          </a:xfrm>
          <a:prstGeom prst="rect">
            <a:avLst/>
          </a:prstGeom>
        </p:spPr>
        <p:txBody>
          <a:bodyPr/>
          <a:lstStyle/>
          <a:p>
            <a:r>
              <a:rPr lang="en-US" altLang="zh-CN"/>
              <a:t> 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3202231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73DD8055-6711-A634-3C0D-9E64AF9420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B9FA334E-C5F2-3352-18EC-1AE4D41D5AB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982521" y="2505975"/>
            <a:ext cx="4410730" cy="1956553"/>
          </a:xfrm>
        </p:spPr>
        <p:txBody>
          <a:bodyPr/>
          <a:lstStyle/>
          <a:p>
            <a:r>
              <a:rPr kumimoji="1" lang="en-US" altLang="zh-CN" dirty="0">
                <a:latin typeface="Consolas" panose="020B0609020204030204" pitchFamily="49" charset="0"/>
              </a:rPr>
              <a:t>File </a:t>
            </a:r>
            <a:r>
              <a:rPr kumimoji="1" lang="zh-CN" altLang="en-US" dirty="0">
                <a:latin typeface="Consolas" panose="020B0609020204030204" pitchFamily="49" charset="0"/>
              </a:rPr>
              <a:t>介绍</a:t>
            </a:r>
            <a:endParaRPr kumimoji="1" lang="en-US" altLang="zh-CN" dirty="0">
              <a:latin typeface="Consolas" panose="020B0609020204030204" pitchFamily="49" charset="0"/>
            </a:endParaRPr>
          </a:p>
          <a:p>
            <a:r>
              <a:rPr kumimoji="1" lang="en-US" altLang="zh-CN" dirty="0">
                <a:latin typeface="Consolas" panose="020B0609020204030204" pitchFamily="49" charset="0"/>
              </a:rPr>
              <a:t>File </a:t>
            </a:r>
            <a:r>
              <a:rPr kumimoji="1" lang="zh-CN" altLang="en-US" dirty="0">
                <a:latin typeface="Consolas" panose="020B0609020204030204" pitchFamily="49" charset="0"/>
              </a:rPr>
              <a:t>类的常用 </a:t>
            </a:r>
            <a:r>
              <a:rPr kumimoji="1" lang="en-US" altLang="zh-CN" dirty="0">
                <a:latin typeface="Consolas" panose="020B0609020204030204" pitchFamily="49" charset="0"/>
              </a:rPr>
              <a:t>API</a:t>
            </a:r>
          </a:p>
          <a:p>
            <a:r>
              <a:rPr kumimoji="1" lang="zh-CN" altLang="en-US" dirty="0">
                <a:latin typeface="Consolas" panose="020B0609020204030204" pitchFamily="49" charset="0"/>
              </a:rPr>
              <a:t>递归介绍</a:t>
            </a:r>
            <a:endParaRPr kumimoji="1" lang="en-US" altLang="zh-CN" dirty="0">
              <a:latin typeface="Consolas" panose="020B0609020204030204" pitchFamily="49" charset="0"/>
            </a:endParaRPr>
          </a:p>
          <a:p>
            <a:r>
              <a:rPr kumimoji="1" lang="zh-CN" altLang="en-US" dirty="0">
                <a:latin typeface="Consolas" panose="020B0609020204030204" pitchFamily="49" charset="0"/>
              </a:rPr>
              <a:t>递归案例</a:t>
            </a:r>
            <a:endParaRPr kumimoji="1" lang="en-US" altLang="zh-CN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8223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decel="100000" fill="hold" grpId="0" nodeType="withEffect">
                                  <p:stCondLst>
                                    <p:cond delay="85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to="0" calcmode="lin" valueType="num">
                                      <p:cBhvr>
                                        <p:cTn id="8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084C77-D82E-7A7C-4C99-282001199D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26674B0-1E22-E19F-3C49-6C505C35BEC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34080" y="2465278"/>
            <a:ext cx="4831831" cy="901700"/>
          </a:xfrm>
        </p:spPr>
        <p:txBody>
          <a:bodyPr/>
          <a:lstStyle/>
          <a:p>
            <a:r>
              <a:rPr lang="zh-CN" altLang="en-US" dirty="0"/>
              <a:t>递归</a:t>
            </a:r>
          </a:p>
        </p:txBody>
      </p:sp>
      <p:sp>
        <p:nvSpPr>
          <p:cNvPr id="10" name="文本占位符 9">
            <a:extLst>
              <a:ext uri="{FF2B5EF4-FFF2-40B4-BE49-F238E27FC236}">
                <a16:creationId xmlns:a16="http://schemas.microsoft.com/office/drawing/2014/main" id="{C273046F-A16C-D38E-1C42-89E90A4B64C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CN" dirty="0"/>
              <a:t>3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2778974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5EC3704C-916A-4C21-80B9-4B5E027AFC6E}"/>
              </a:ext>
            </a:extLst>
          </p:cNvPr>
          <p:cNvSpPr txBox="1"/>
          <p:nvPr/>
        </p:nvSpPr>
        <p:spPr>
          <a:xfrm>
            <a:off x="576626" y="1055894"/>
            <a:ext cx="6633391" cy="519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l"/>
            </a:pP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方法直接或者间接调用本身</a:t>
            </a:r>
            <a:endParaRPr lang="zh-CN" altLang="zh-CN" sz="1600" dirty="0">
              <a:solidFill>
                <a:schemeClr val="tx1">
                  <a:lumMod val="50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95E47E8C-F103-88BD-D58B-00BA90D38A0A}"/>
              </a:ext>
            </a:extLst>
          </p:cNvPr>
          <p:cNvGrpSpPr/>
          <p:nvPr/>
        </p:nvGrpSpPr>
        <p:grpSpPr>
          <a:xfrm>
            <a:off x="576626" y="2299970"/>
            <a:ext cx="8782295" cy="1100556"/>
            <a:chOff x="576627" y="2384190"/>
            <a:chExt cx="8782295" cy="1100556"/>
          </a:xfrm>
        </p:grpSpPr>
        <p:sp>
          <p:nvSpPr>
            <p:cNvPr id="8" name="三角形 9">
              <a:extLst>
                <a:ext uri="{FF2B5EF4-FFF2-40B4-BE49-F238E27FC236}">
                  <a16:creationId xmlns:a16="http://schemas.microsoft.com/office/drawing/2014/main" id="{35CE16CE-D876-0E88-5755-38C9E8545107}"/>
                </a:ext>
              </a:extLst>
            </p:cNvPr>
            <p:cNvSpPr/>
            <p:nvPr/>
          </p:nvSpPr>
          <p:spPr>
            <a:xfrm rot="2651319">
              <a:off x="583241" y="2740773"/>
              <a:ext cx="145648" cy="78105"/>
            </a:xfrm>
            <a:prstGeom prst="triangl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9" name="TextBox 6">
              <a:extLst>
                <a:ext uri="{FF2B5EF4-FFF2-40B4-BE49-F238E27FC236}">
                  <a16:creationId xmlns:a16="http://schemas.microsoft.com/office/drawing/2014/main" id="{4B0E581C-0463-7AE1-FDFA-823019115F16}"/>
                </a:ext>
              </a:extLst>
            </p:cNvPr>
            <p:cNvSpPr txBox="1"/>
            <p:nvPr/>
          </p:nvSpPr>
          <p:spPr>
            <a:xfrm>
              <a:off x="921030" y="2881834"/>
              <a:ext cx="6767513" cy="385298"/>
            </a:xfrm>
            <a:prstGeom prst="rect">
              <a:avLst/>
            </a:prstGeom>
            <a:noFill/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400" dirty="0">
                  <a:solidFill>
                    <a:schemeClr val="tx1">
                      <a:lumMod val="50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递归如果没有控制好终止，会出现递归死循环，导致栈内存溢出现象</a:t>
              </a:r>
              <a:endParaRPr lang="en-US" altLang="zh-CN" sz="1400" dirty="0">
                <a:solidFill>
                  <a:schemeClr val="tx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750E21D9-723E-04A9-1250-C282E68DA7A3}"/>
                </a:ext>
              </a:extLst>
            </p:cNvPr>
            <p:cNvSpPr/>
            <p:nvPr/>
          </p:nvSpPr>
          <p:spPr>
            <a:xfrm>
              <a:off x="676555" y="2384190"/>
              <a:ext cx="8682367" cy="1100556"/>
            </a:xfrm>
            <a:prstGeom prst="rect">
              <a:avLst/>
            </a:prstGeom>
            <a:noFill/>
            <a:ln w="9525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32A733E1-EFD0-823F-D2AA-9C82439FBD2A}"/>
                </a:ext>
              </a:extLst>
            </p:cNvPr>
            <p:cNvSpPr/>
            <p:nvPr/>
          </p:nvSpPr>
          <p:spPr>
            <a:xfrm>
              <a:off x="576627" y="2456660"/>
              <a:ext cx="1053296" cy="300942"/>
            </a:xfrm>
            <a:prstGeom prst="rect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sz="1400" dirty="0">
                  <a:latin typeface="Alibaba PuHuiTi R" pitchFamily="18" charset="-122"/>
                  <a:ea typeface="Alibaba PuHuiTi R" pitchFamily="18" charset="-122"/>
                  <a:cs typeface="Alibaba PuHuiTi R" pitchFamily="18" charset="-122"/>
                </a:rPr>
                <a:t>注意事项</a:t>
              </a:r>
            </a:p>
          </p:txBody>
        </p:sp>
      </p:grpSp>
      <p:sp>
        <p:nvSpPr>
          <p:cNvPr id="2" name="标题 1">
            <a:extLst>
              <a:ext uri="{FF2B5EF4-FFF2-40B4-BE49-F238E27FC236}">
                <a16:creationId xmlns:a16="http://schemas.microsoft.com/office/drawing/2014/main" id="{BC492738-D45F-9840-01BB-035C70B19D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rgbClr val="AD2B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递归介绍</a:t>
            </a:r>
            <a:endParaRPr lang="zh-CN" altLang="en-US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DDEBF315-EE48-E63F-8AE1-82A9F505D1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使用递归求</a:t>
            </a:r>
            <a:r>
              <a:rPr lang="en-US" altLang="zh-CN" dirty="0"/>
              <a:t>5</a:t>
            </a:r>
            <a:r>
              <a:rPr lang="zh-CN" altLang="en-US" dirty="0"/>
              <a:t>的阶乘</a:t>
            </a:r>
          </a:p>
        </p:txBody>
      </p:sp>
      <p:sp>
        <p:nvSpPr>
          <p:cNvPr id="10" name="文本占位符 9">
            <a:extLst>
              <a:ext uri="{FF2B5EF4-FFF2-40B4-BE49-F238E27FC236}">
                <a16:creationId xmlns:a16="http://schemas.microsoft.com/office/drawing/2014/main" id="{876506FB-65E9-1920-C2FB-7474CD9936C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altLang="zh-CN" sz="1800" dirty="0"/>
              <a:t>5</a:t>
            </a:r>
            <a:r>
              <a:rPr lang="zh-CN" altLang="en-US" sz="1800" dirty="0"/>
              <a:t>的阶乘（</a:t>
            </a:r>
            <a:r>
              <a:rPr lang="en-US" altLang="zh-CN" sz="1800" dirty="0"/>
              <a:t>5!</a:t>
            </a:r>
            <a:r>
              <a:rPr lang="zh-CN" altLang="en-US" sz="1800" dirty="0"/>
              <a:t>）</a:t>
            </a:r>
            <a:r>
              <a:rPr lang="en-US" altLang="zh-CN" sz="1800" dirty="0"/>
              <a:t>:  5 * 4 * 3 * 2 * 1 </a:t>
            </a:r>
          </a:p>
          <a:p>
            <a:r>
              <a:rPr lang="en-US" altLang="zh-CN" sz="1800" dirty="0"/>
              <a:t>10</a:t>
            </a:r>
            <a:r>
              <a:rPr lang="zh-CN" altLang="en-US" sz="1800" dirty="0"/>
              <a:t>的阶乘（</a:t>
            </a:r>
            <a:r>
              <a:rPr lang="en-US" altLang="zh-CN" sz="1800" dirty="0"/>
              <a:t>10!</a:t>
            </a:r>
            <a:r>
              <a:rPr lang="zh-CN" altLang="en-US" sz="1800" dirty="0"/>
              <a:t>）：</a:t>
            </a:r>
            <a:r>
              <a:rPr lang="en-US" altLang="zh-CN" sz="1800" dirty="0"/>
              <a:t>10 * 9 * 8 * 7 * 6 * 5 * 4 * 3 * 2 * 1 </a:t>
            </a:r>
          </a:p>
        </p:txBody>
      </p:sp>
    </p:spTree>
    <p:extLst>
      <p:ext uri="{BB962C8B-B14F-4D97-AF65-F5344CB8AC3E}">
        <p14:creationId xmlns:p14="http://schemas.microsoft.com/office/powerpoint/2010/main" val="39990134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77C8F809-8887-A1CD-84E9-25932ACB70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使用递归求</a:t>
            </a:r>
            <a:r>
              <a:rPr lang="en-US" altLang="zh-CN" dirty="0"/>
              <a:t>5</a:t>
            </a:r>
            <a:r>
              <a:rPr lang="zh-CN" altLang="en-US" dirty="0"/>
              <a:t>的阶乘</a:t>
            </a:r>
          </a:p>
        </p:txBody>
      </p:sp>
      <p:sp>
        <p:nvSpPr>
          <p:cNvPr id="10" name="文本占位符 9">
            <a:extLst>
              <a:ext uri="{FF2B5EF4-FFF2-40B4-BE49-F238E27FC236}">
                <a16:creationId xmlns:a16="http://schemas.microsoft.com/office/drawing/2014/main" id="{876506FB-65E9-1920-C2FB-7474CD9936C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altLang="zh-CN" sz="1800" dirty="0">
                <a:solidFill>
                  <a:schemeClr val="tx1">
                    <a:lumMod val="50000"/>
                  </a:schemeClr>
                </a:solidFill>
              </a:rPr>
              <a:t>5</a:t>
            </a:r>
            <a:r>
              <a:rPr lang="zh-CN" altLang="en-US" sz="1800" dirty="0">
                <a:solidFill>
                  <a:schemeClr val="tx1">
                    <a:lumMod val="50000"/>
                  </a:schemeClr>
                </a:solidFill>
              </a:rPr>
              <a:t>的阶乘（</a:t>
            </a:r>
            <a:r>
              <a:rPr lang="en-US" altLang="zh-CN" sz="1800" dirty="0">
                <a:solidFill>
                  <a:schemeClr val="tx1">
                    <a:lumMod val="50000"/>
                  </a:schemeClr>
                </a:solidFill>
              </a:rPr>
              <a:t>5!</a:t>
            </a:r>
            <a:r>
              <a:rPr lang="zh-CN" altLang="en-US" sz="1800" dirty="0">
                <a:solidFill>
                  <a:schemeClr val="tx1">
                    <a:lumMod val="50000"/>
                  </a:schemeClr>
                </a:solidFill>
              </a:rPr>
              <a:t>）</a:t>
            </a:r>
            <a:r>
              <a:rPr lang="en-US" altLang="zh-CN" sz="1800" dirty="0">
                <a:solidFill>
                  <a:schemeClr val="tx1">
                    <a:lumMod val="50000"/>
                  </a:schemeClr>
                </a:solidFill>
              </a:rPr>
              <a:t>:  5 * 4 * 3 * 2 * 1 </a:t>
            </a:r>
          </a:p>
          <a:p>
            <a:endParaRPr lang="en-US" altLang="zh-CN" sz="1800" dirty="0">
              <a:solidFill>
                <a:schemeClr val="tx1">
                  <a:lumMod val="50000"/>
                </a:schemeClr>
              </a:solidFill>
            </a:endParaRPr>
          </a:p>
          <a:p>
            <a:r>
              <a:rPr lang="en-US" altLang="zh-CN" sz="1800" dirty="0">
                <a:solidFill>
                  <a:schemeClr val="tx1">
                    <a:lumMod val="50000"/>
                  </a:schemeClr>
                </a:solidFill>
              </a:rPr>
              <a:t>5!</a:t>
            </a:r>
            <a:r>
              <a:rPr lang="zh-CN" altLang="en-US" sz="1800" dirty="0">
                <a:solidFill>
                  <a:schemeClr val="tx1">
                    <a:lumMod val="50000"/>
                  </a:schemeClr>
                </a:solidFill>
              </a:rPr>
              <a:t>  </a:t>
            </a:r>
            <a:r>
              <a:rPr lang="en-US" altLang="zh-CN" sz="1800" dirty="0">
                <a:solidFill>
                  <a:schemeClr val="tx1">
                    <a:lumMod val="50000"/>
                  </a:schemeClr>
                </a:solidFill>
              </a:rPr>
              <a:t>:  5 * 4!</a:t>
            </a:r>
          </a:p>
          <a:p>
            <a:r>
              <a:rPr lang="en-US" altLang="zh-CN" sz="1800" dirty="0">
                <a:solidFill>
                  <a:schemeClr val="tx1">
                    <a:lumMod val="50000"/>
                  </a:schemeClr>
                </a:solidFill>
              </a:rPr>
              <a:t>4!  :  4 * 3!</a:t>
            </a:r>
          </a:p>
          <a:p>
            <a:r>
              <a:rPr lang="en-US" altLang="zh-CN" sz="1800" dirty="0">
                <a:solidFill>
                  <a:schemeClr val="tx1">
                    <a:lumMod val="50000"/>
                  </a:schemeClr>
                </a:solidFill>
              </a:rPr>
              <a:t>3!  :  3 * 2!</a:t>
            </a:r>
          </a:p>
          <a:p>
            <a:r>
              <a:rPr lang="en-US" altLang="zh-CN" sz="1800" dirty="0">
                <a:solidFill>
                  <a:schemeClr val="tx1">
                    <a:lumMod val="50000"/>
                  </a:schemeClr>
                </a:solidFill>
              </a:rPr>
              <a:t>2!  :  2 * 1!</a:t>
            </a:r>
          </a:p>
          <a:p>
            <a:r>
              <a:rPr lang="en-US" altLang="zh-CN" sz="1800" dirty="0">
                <a:solidFill>
                  <a:schemeClr val="tx1">
                    <a:lumMod val="50000"/>
                  </a:schemeClr>
                </a:solidFill>
              </a:rPr>
              <a:t>1!  :  1</a:t>
            </a:r>
            <a:endParaRPr lang="zh-CN" altLang="en-US" sz="1800" dirty="0">
              <a:solidFill>
                <a:schemeClr val="tx1">
                  <a:lumMod val="50000"/>
                </a:schemeClr>
              </a:solidFill>
            </a:endParaRPr>
          </a:p>
          <a:p>
            <a:endParaRPr lang="zh-CN" altLang="en-US" sz="180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2" name="文本占位符 10">
            <a:extLst>
              <a:ext uri="{FF2B5EF4-FFF2-40B4-BE49-F238E27FC236}">
                <a16:creationId xmlns:a16="http://schemas.microsoft.com/office/drawing/2014/main" id="{BDE72447-379A-A82B-767B-FBF46358302E}"/>
              </a:ext>
            </a:extLst>
          </p:cNvPr>
          <p:cNvSpPr txBox="1">
            <a:spLocks/>
          </p:cNvSpPr>
          <p:nvPr/>
        </p:nvSpPr>
        <p:spPr>
          <a:xfrm>
            <a:off x="4440709" y="2502878"/>
            <a:ext cx="9214230" cy="3888868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sz="28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6" name="AutoShape 8">
            <a:extLst>
              <a:ext uri="{FF2B5EF4-FFF2-40B4-BE49-F238E27FC236}">
                <a16:creationId xmlns:a16="http://schemas.microsoft.com/office/drawing/2014/main" id="{D7CBEEA5-CB5E-E4DD-180F-B57D434FC9C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19422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331E7264-DCBA-4BE2-64AC-9EC41B1B0009}"/>
              </a:ext>
            </a:extLst>
          </p:cNvPr>
          <p:cNvSpPr txBox="1"/>
          <p:nvPr/>
        </p:nvSpPr>
        <p:spPr>
          <a:xfrm>
            <a:off x="334977" y="936010"/>
            <a:ext cx="4581053" cy="2492990"/>
          </a:xfrm>
          <a:prstGeom prst="rect">
            <a:avLst/>
          </a:prstGeom>
          <a:solidFill>
            <a:srgbClr val="FFFFE4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public class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RecursionDemo1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{</a:t>
            </a:r>
            <a:b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public static void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627A"/>
                </a:solidFill>
                <a:effectLst/>
                <a:latin typeface="Consolas" panose="020B0609020204030204" pitchFamily="49" charset="0"/>
                <a:ea typeface="JetBrains Mono"/>
              </a:rPr>
              <a:t>main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(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String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[] args) {</a:t>
            </a:r>
            <a:b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   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int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result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= </a:t>
            </a:r>
            <a:r>
              <a:rPr kumimoji="0" lang="zh-CN" altLang="zh-CN" sz="1200" b="0" i="1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jc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(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Consolas" panose="020B0609020204030204" pitchFamily="49" charset="0"/>
                <a:ea typeface="JetBrains Mono"/>
              </a:rPr>
              <a:t>5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);</a:t>
            </a:r>
            <a:b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   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System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.</a:t>
            </a:r>
            <a:r>
              <a:rPr kumimoji="0" lang="zh-CN" altLang="zh-CN" sz="1200" b="0" i="1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Consolas" panose="020B0609020204030204" pitchFamily="49" charset="0"/>
                <a:ea typeface="JetBrains Mono"/>
              </a:rPr>
              <a:t>out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.println(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result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);</a:t>
            </a:r>
            <a:b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}</a:t>
            </a:r>
            <a:b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public static int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627A"/>
                </a:solidFill>
                <a:effectLst/>
                <a:latin typeface="Consolas" panose="020B0609020204030204" pitchFamily="49" charset="0"/>
                <a:ea typeface="JetBrains Mono"/>
              </a:rPr>
              <a:t>jc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(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int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num) {</a:t>
            </a:r>
            <a:b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   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if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(num ==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Consolas" panose="020B0609020204030204" pitchFamily="49" charset="0"/>
                <a:ea typeface="JetBrains Mono"/>
              </a:rPr>
              <a:t>1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) {</a:t>
            </a:r>
            <a:b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       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return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Consolas" panose="020B0609020204030204" pitchFamily="49" charset="0"/>
                <a:ea typeface="JetBrains Mono"/>
              </a:rPr>
              <a:t>1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;</a:t>
            </a:r>
            <a:b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    }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else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{</a:t>
            </a:r>
            <a:b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       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return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num * </a:t>
            </a:r>
            <a:r>
              <a:rPr kumimoji="0" lang="zh-CN" altLang="zh-CN" sz="1200" b="0" i="1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jc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(num -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Consolas" panose="020B0609020204030204" pitchFamily="49" charset="0"/>
                <a:ea typeface="JetBrains Mono"/>
              </a:rPr>
              <a:t>1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);</a:t>
            </a:r>
            <a:b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    }</a:t>
            </a:r>
            <a:b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}</a:t>
            </a:r>
            <a:b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}</a:t>
            </a:r>
            <a:endParaRPr kumimoji="0" lang="zh-CN" altLang="zh-CN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5A4B621A-3263-70D3-F56F-2F4876931EBD}"/>
              </a:ext>
            </a:extLst>
          </p:cNvPr>
          <p:cNvGrpSpPr>
            <a:grpSpLocks/>
          </p:cNvGrpSpPr>
          <p:nvPr/>
        </p:nvGrpSpPr>
        <p:grpSpPr bwMode="auto">
          <a:xfrm>
            <a:off x="5060749" y="936010"/>
            <a:ext cx="7251828" cy="5685577"/>
            <a:chOff x="4448249" y="1291751"/>
            <a:chExt cx="1816985" cy="3658551"/>
          </a:xfrm>
        </p:grpSpPr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0560A5E7-FA49-D766-2B91-021280306B0B}"/>
                </a:ext>
              </a:extLst>
            </p:cNvPr>
            <p:cNvSpPr/>
            <p:nvPr/>
          </p:nvSpPr>
          <p:spPr bwMode="auto">
            <a:xfrm>
              <a:off x="4455142" y="1347669"/>
              <a:ext cx="1745244" cy="3600177"/>
            </a:xfrm>
            <a:prstGeom prst="rect">
              <a:avLst/>
            </a:prstGeom>
            <a:solidFill>
              <a:srgbClr val="FD0000">
                <a:alpha val="10000"/>
              </a:srgbClr>
            </a:solidFill>
            <a:ln w="38100">
              <a:noFill/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2400" dirty="0">
                <a:latin typeface="思源黑体 CN Bold" panose="020B0800000000000000" pitchFamily="34" charset="-122"/>
                <a:ea typeface="思源黑体 CN Bold" panose="020B0800000000000000" pitchFamily="34" charset="-122"/>
              </a:endParaRPr>
            </a:p>
          </p:txBody>
        </p:sp>
        <p:sp>
          <p:nvSpPr>
            <p:cNvPr id="11" name="TextBox 2">
              <a:extLst>
                <a:ext uri="{FF2B5EF4-FFF2-40B4-BE49-F238E27FC236}">
                  <a16:creationId xmlns:a16="http://schemas.microsoft.com/office/drawing/2014/main" id="{628F5599-DD25-2D4C-FC91-51312260BCD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934610" y="1291751"/>
              <a:ext cx="330624" cy="2215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150000"/>
                </a:lnSpc>
              </a:pPr>
              <a:r>
                <a:rPr lang="zh-CN" altLang="en-US" sz="1200" b="1" dirty="0">
                  <a:solidFill>
                    <a:schemeClr val="accent2"/>
                  </a:solidFill>
                  <a:latin typeface="思源黑体 CN Bold" panose="020B0800000000000000" pitchFamily="34" charset="-122"/>
                  <a:ea typeface="思源黑体 CN Bold" panose="020B0800000000000000" pitchFamily="34" charset="-122"/>
                </a:rPr>
                <a:t>栈内存</a:t>
              </a:r>
              <a:endParaRPr lang="en-US" altLang="zh-CN" sz="1200" b="1" dirty="0">
                <a:solidFill>
                  <a:schemeClr val="accent2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endParaRPr>
            </a:p>
          </p:txBody>
        </p:sp>
        <p:cxnSp>
          <p:nvCxnSpPr>
            <p:cNvPr id="12" name="直接连接符 11">
              <a:extLst>
                <a:ext uri="{FF2B5EF4-FFF2-40B4-BE49-F238E27FC236}">
                  <a16:creationId xmlns:a16="http://schemas.microsoft.com/office/drawing/2014/main" id="{917EDF27-32FD-FE39-E254-844BAE504D3C}"/>
                </a:ext>
              </a:extLst>
            </p:cNvPr>
            <p:cNvCxnSpPr/>
            <p:nvPr/>
          </p:nvCxnSpPr>
          <p:spPr>
            <a:xfrm>
              <a:off x="4448249" y="1347668"/>
              <a:ext cx="11119" cy="3597002"/>
            </a:xfrm>
            <a:prstGeom prst="line">
              <a:avLst/>
            </a:prstGeom>
            <a:ln w="381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接连接符 12">
              <a:extLst>
                <a:ext uri="{FF2B5EF4-FFF2-40B4-BE49-F238E27FC236}">
                  <a16:creationId xmlns:a16="http://schemas.microsoft.com/office/drawing/2014/main" id="{4A023D61-1D54-8B31-A497-AEE40F6D98D5}"/>
                </a:ext>
              </a:extLst>
            </p:cNvPr>
            <p:cNvCxnSpPr/>
            <p:nvPr/>
          </p:nvCxnSpPr>
          <p:spPr>
            <a:xfrm>
              <a:off x="6184502" y="1350843"/>
              <a:ext cx="11120" cy="3597002"/>
            </a:xfrm>
            <a:prstGeom prst="line">
              <a:avLst/>
            </a:prstGeom>
            <a:ln w="381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>
              <a:extLst>
                <a:ext uri="{FF2B5EF4-FFF2-40B4-BE49-F238E27FC236}">
                  <a16:creationId xmlns:a16="http://schemas.microsoft.com/office/drawing/2014/main" id="{A56B4414-CB59-7825-4FC6-CF4146665CF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55142" y="4944670"/>
              <a:ext cx="1740480" cy="5632"/>
            </a:xfrm>
            <a:prstGeom prst="line">
              <a:avLst/>
            </a:prstGeom>
            <a:ln w="381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5" name="文本框 34">
            <a:extLst>
              <a:ext uri="{FF2B5EF4-FFF2-40B4-BE49-F238E27FC236}">
                <a16:creationId xmlns:a16="http://schemas.microsoft.com/office/drawing/2014/main" id="{3FDEA7D7-898B-5C3C-1978-85D77BA50EEC}"/>
              </a:ext>
            </a:extLst>
          </p:cNvPr>
          <p:cNvSpPr txBox="1"/>
          <p:nvPr/>
        </p:nvSpPr>
        <p:spPr>
          <a:xfrm>
            <a:off x="5195525" y="5506490"/>
            <a:ext cx="2527967" cy="830997"/>
          </a:xfrm>
          <a:prstGeom prst="rect">
            <a:avLst/>
          </a:prstGeom>
          <a:solidFill>
            <a:srgbClr val="FFFFE4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kumimoji="0" lang="en-US" altLang="zh-CN" sz="1200" b="0" i="0" u="none" strike="noStrike" cap="none" normalizeH="0" baseline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Consolas" panose="020B0609020204030204" pitchFamily="49" charset="0"/>
                <a:ea typeface="JetBrains Mono"/>
              </a:rPr>
              <a:t>main</a:t>
            </a:r>
          </a:p>
          <a:p>
            <a:pPr algn="l"/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int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result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= </a:t>
            </a:r>
            <a:r>
              <a:rPr kumimoji="0" lang="zh-CN" altLang="zh-CN" sz="1200" b="0" i="1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jc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(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Consolas" panose="020B0609020204030204" pitchFamily="49" charset="0"/>
                <a:ea typeface="JetBrains Mono"/>
              </a:rPr>
              <a:t>5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);</a:t>
            </a:r>
            <a:endParaRPr lang="en-US" altLang="zh-CN" sz="1200" dirty="0">
              <a:solidFill>
                <a:srgbClr val="0033B3"/>
              </a:solidFill>
              <a:latin typeface="Consolas" panose="020B0609020204030204" pitchFamily="49" charset="0"/>
              <a:ea typeface="JetBrains Mono"/>
            </a:endParaRPr>
          </a:p>
          <a:p>
            <a:pPr algn="l"/>
            <a:endParaRPr kumimoji="0" lang="en-US" altLang="zh-CN" sz="1200" b="0" i="0" u="none" strike="noStrike" cap="none" normalizeH="0" baseline="0" dirty="0">
              <a:ln>
                <a:noFill/>
              </a:ln>
              <a:solidFill>
                <a:srgbClr val="0033B3"/>
              </a:solidFill>
              <a:effectLst/>
              <a:latin typeface="Consolas" panose="020B0609020204030204" pitchFamily="49" charset="0"/>
              <a:ea typeface="JetBrains Mono"/>
            </a:endParaRPr>
          </a:p>
          <a:p>
            <a:pPr algn="l"/>
            <a:endParaRPr kumimoji="0" lang="zh-CN" altLang="en-US" sz="1200" b="0" i="0" u="none" strike="noStrike" cap="none" normalizeH="0" baseline="0" dirty="0">
              <a:ln>
                <a:noFill/>
              </a:ln>
              <a:solidFill>
                <a:srgbClr val="0033B3"/>
              </a:solidFill>
              <a:effectLst/>
              <a:latin typeface="Consolas" panose="020B0609020204030204" pitchFamily="49" charset="0"/>
              <a:ea typeface="JetBrains Mono"/>
            </a:endParaRP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6DD091BF-D6F6-0A97-015D-BA0DCC65D530}"/>
              </a:ext>
            </a:extLst>
          </p:cNvPr>
          <p:cNvSpPr txBox="1"/>
          <p:nvPr/>
        </p:nvSpPr>
        <p:spPr>
          <a:xfrm>
            <a:off x="5195525" y="4669797"/>
            <a:ext cx="3133663" cy="646331"/>
          </a:xfrm>
          <a:prstGeom prst="rect">
            <a:avLst/>
          </a:prstGeom>
          <a:solidFill>
            <a:srgbClr val="FFFFE4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zh-CN" sz="1200" dirty="0">
                <a:solidFill>
                  <a:srgbClr val="00627A"/>
                </a:solidFill>
                <a:latin typeface="Consolas" panose="020B0609020204030204" pitchFamily="49" charset="0"/>
                <a:ea typeface="JetBrains Mono"/>
              </a:rPr>
              <a:t>jc</a:t>
            </a: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(</a:t>
            </a:r>
            <a:r>
              <a:rPr lang="zh-CN" altLang="zh-CN" sz="12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int </a:t>
            </a: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num) </a:t>
            </a:r>
            <a:endParaRPr lang="en-US" altLang="zh-CN" sz="1200" dirty="0">
              <a:solidFill>
                <a:srgbClr val="080808"/>
              </a:solidFill>
              <a:latin typeface="Consolas" panose="020B0609020204030204" pitchFamily="49" charset="0"/>
              <a:ea typeface="JetBrains Mono"/>
            </a:endParaRPr>
          </a:p>
          <a:p>
            <a:pPr algn="l"/>
            <a:endParaRPr kumimoji="0" lang="en-US" altLang="zh-CN" sz="1200" b="0" i="0" u="none" strike="noStrike" cap="none" normalizeH="0" baseline="0" dirty="0">
              <a:ln>
                <a:noFill/>
              </a:ln>
              <a:solidFill>
                <a:srgbClr val="0033B3"/>
              </a:solidFill>
              <a:effectLst/>
              <a:latin typeface="Consolas" panose="020B0609020204030204" pitchFamily="49" charset="0"/>
              <a:ea typeface="JetBrains Mono"/>
            </a:endParaRPr>
          </a:p>
          <a:p>
            <a:pPr algn="l"/>
            <a:endParaRPr kumimoji="0" lang="en-US" altLang="zh-CN" sz="1200" b="0" i="0" u="none" strike="noStrike" cap="none" normalizeH="0" baseline="0" dirty="0">
              <a:ln>
                <a:noFill/>
              </a:ln>
              <a:solidFill>
                <a:srgbClr val="0033B3"/>
              </a:solidFill>
              <a:effectLst/>
              <a:latin typeface="Consolas" panose="020B0609020204030204" pitchFamily="49" charset="0"/>
              <a:ea typeface="JetBrains Mono"/>
            </a:endParaRPr>
          </a:p>
        </p:txBody>
      </p:sp>
      <p:sp>
        <p:nvSpPr>
          <p:cNvPr id="37" name="矩形: 圆角 36">
            <a:extLst>
              <a:ext uri="{FF2B5EF4-FFF2-40B4-BE49-F238E27FC236}">
                <a16:creationId xmlns:a16="http://schemas.microsoft.com/office/drawing/2014/main" id="{2342819A-E600-544E-C77E-2A577EB9F259}"/>
              </a:ext>
            </a:extLst>
          </p:cNvPr>
          <p:cNvSpPr/>
          <p:nvPr/>
        </p:nvSpPr>
        <p:spPr>
          <a:xfrm>
            <a:off x="6319900" y="4741132"/>
            <a:ext cx="1122629" cy="199176"/>
          </a:xfrm>
          <a:prstGeom prst="round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 sz="1000" dirty="0">
                <a:latin typeface="Consolas" panose="020B0609020204030204" pitchFamily="49" charset="0"/>
              </a:rPr>
              <a:t>int num = 5;</a:t>
            </a:r>
            <a:endParaRPr lang="zh-CN" altLang="en-US" sz="1000" dirty="0">
              <a:latin typeface="Consolas" panose="020B0609020204030204" pitchFamily="49" charset="0"/>
            </a:endParaRP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34A33E54-D58A-5295-6F44-2CC6629FAAAA}"/>
              </a:ext>
            </a:extLst>
          </p:cNvPr>
          <p:cNvSpPr txBox="1"/>
          <p:nvPr/>
        </p:nvSpPr>
        <p:spPr>
          <a:xfrm>
            <a:off x="5202706" y="5011642"/>
            <a:ext cx="2308645" cy="276999"/>
          </a:xfrm>
          <a:prstGeom prst="rect">
            <a:avLst/>
          </a:prstGeom>
          <a:solidFill>
            <a:srgbClr val="FFFFE4"/>
          </a:solidFill>
          <a:ln>
            <a:noFill/>
          </a:ln>
        </p:spPr>
        <p:txBody>
          <a:bodyPr wrap="none" rtlCol="0">
            <a:spAutoFit/>
          </a:bodyPr>
          <a:lstStyle/>
          <a:p>
            <a:pPr algn="l"/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return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num * </a:t>
            </a:r>
            <a:r>
              <a:rPr kumimoji="0" lang="zh-CN" altLang="zh-CN" sz="1200" b="0" i="1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jc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(num -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Consolas" panose="020B0609020204030204" pitchFamily="49" charset="0"/>
                <a:ea typeface="JetBrains Mono"/>
              </a:rPr>
              <a:t>1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);</a:t>
            </a:r>
            <a:endParaRPr kumimoji="0" lang="zh-CN" altLang="en-US" sz="1200" b="0" i="0" u="none" strike="noStrike" cap="none" normalizeH="0" baseline="0" dirty="0">
              <a:ln>
                <a:noFill/>
              </a:ln>
              <a:solidFill>
                <a:srgbClr val="0033B3"/>
              </a:solidFill>
              <a:effectLst/>
              <a:latin typeface="Consolas" panose="020B0609020204030204" pitchFamily="49" charset="0"/>
              <a:ea typeface="JetBrains Mono"/>
            </a:endParaRP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A8DC13A8-E00F-ED5E-3F6B-EC839CAFFDF5}"/>
              </a:ext>
            </a:extLst>
          </p:cNvPr>
          <p:cNvSpPr txBox="1"/>
          <p:nvPr/>
        </p:nvSpPr>
        <p:spPr>
          <a:xfrm>
            <a:off x="5195524" y="3871223"/>
            <a:ext cx="4027759" cy="646331"/>
          </a:xfrm>
          <a:prstGeom prst="rect">
            <a:avLst/>
          </a:prstGeom>
          <a:solidFill>
            <a:srgbClr val="FFFFE4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zh-CN" sz="1200" dirty="0">
                <a:solidFill>
                  <a:srgbClr val="00627A"/>
                </a:solidFill>
                <a:latin typeface="Consolas" panose="020B0609020204030204" pitchFamily="49" charset="0"/>
                <a:ea typeface="JetBrains Mono"/>
              </a:rPr>
              <a:t>jc</a:t>
            </a: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(</a:t>
            </a:r>
            <a:r>
              <a:rPr lang="zh-CN" altLang="zh-CN" sz="12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int </a:t>
            </a: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num) </a:t>
            </a:r>
            <a:endParaRPr lang="en-US" altLang="zh-CN" sz="1200" dirty="0">
              <a:solidFill>
                <a:srgbClr val="080808"/>
              </a:solidFill>
              <a:latin typeface="Consolas" panose="020B0609020204030204" pitchFamily="49" charset="0"/>
              <a:ea typeface="JetBrains Mono"/>
            </a:endParaRPr>
          </a:p>
          <a:p>
            <a:pPr algn="l"/>
            <a:endParaRPr kumimoji="0" lang="en-US" altLang="zh-CN" sz="1200" b="0" i="0" u="none" strike="noStrike" cap="none" normalizeH="0" baseline="0" dirty="0">
              <a:ln>
                <a:noFill/>
              </a:ln>
              <a:solidFill>
                <a:srgbClr val="0033B3"/>
              </a:solidFill>
              <a:effectLst/>
              <a:latin typeface="Consolas" panose="020B0609020204030204" pitchFamily="49" charset="0"/>
              <a:ea typeface="JetBrains Mono"/>
            </a:endParaRPr>
          </a:p>
          <a:p>
            <a:pPr algn="l"/>
            <a:endParaRPr kumimoji="0" lang="en-US" altLang="zh-CN" sz="1200" b="0" i="0" u="none" strike="noStrike" cap="none" normalizeH="0" baseline="0" dirty="0">
              <a:ln>
                <a:noFill/>
              </a:ln>
              <a:solidFill>
                <a:srgbClr val="0033B3"/>
              </a:solidFill>
              <a:effectLst/>
              <a:latin typeface="Consolas" panose="020B0609020204030204" pitchFamily="49" charset="0"/>
              <a:ea typeface="JetBrains Mono"/>
            </a:endParaRPr>
          </a:p>
        </p:txBody>
      </p:sp>
      <p:sp>
        <p:nvSpPr>
          <p:cNvPr id="40" name="矩形: 圆角 39">
            <a:extLst>
              <a:ext uri="{FF2B5EF4-FFF2-40B4-BE49-F238E27FC236}">
                <a16:creationId xmlns:a16="http://schemas.microsoft.com/office/drawing/2014/main" id="{2506F2CE-403F-BAED-5617-1FC94F56C34D}"/>
              </a:ext>
            </a:extLst>
          </p:cNvPr>
          <p:cNvSpPr/>
          <p:nvPr/>
        </p:nvSpPr>
        <p:spPr>
          <a:xfrm>
            <a:off x="6319900" y="3906907"/>
            <a:ext cx="1122629" cy="199176"/>
          </a:xfrm>
          <a:prstGeom prst="round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 sz="1000" dirty="0">
                <a:latin typeface="Consolas" panose="020B0609020204030204" pitchFamily="49" charset="0"/>
              </a:rPr>
              <a:t>int num = 4;</a:t>
            </a:r>
            <a:endParaRPr lang="zh-CN" altLang="en-US" sz="1000" dirty="0">
              <a:latin typeface="Consolas" panose="020B0609020204030204" pitchFamily="49" charset="0"/>
            </a:endParaRP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F7AC3218-654B-EF97-83E2-6F50081744B7}"/>
              </a:ext>
            </a:extLst>
          </p:cNvPr>
          <p:cNvSpPr txBox="1"/>
          <p:nvPr/>
        </p:nvSpPr>
        <p:spPr>
          <a:xfrm>
            <a:off x="5202706" y="4210849"/>
            <a:ext cx="2308645" cy="276999"/>
          </a:xfrm>
          <a:prstGeom prst="rect">
            <a:avLst/>
          </a:prstGeom>
          <a:solidFill>
            <a:srgbClr val="FFFFE4"/>
          </a:solidFill>
          <a:ln>
            <a:noFill/>
          </a:ln>
        </p:spPr>
        <p:txBody>
          <a:bodyPr wrap="none" rtlCol="0">
            <a:spAutoFit/>
          </a:bodyPr>
          <a:lstStyle/>
          <a:p>
            <a:pPr algn="l"/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return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num * </a:t>
            </a:r>
            <a:r>
              <a:rPr kumimoji="0" lang="zh-CN" altLang="zh-CN" sz="1200" b="0" i="1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jc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(num -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Consolas" panose="020B0609020204030204" pitchFamily="49" charset="0"/>
                <a:ea typeface="JetBrains Mono"/>
              </a:rPr>
              <a:t>1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);</a:t>
            </a:r>
            <a:endParaRPr kumimoji="0" lang="zh-CN" altLang="en-US" sz="1200" b="0" i="0" u="none" strike="noStrike" cap="none" normalizeH="0" baseline="0" dirty="0">
              <a:ln>
                <a:noFill/>
              </a:ln>
              <a:solidFill>
                <a:srgbClr val="0033B3"/>
              </a:solidFill>
              <a:effectLst/>
              <a:latin typeface="Consolas" panose="020B0609020204030204" pitchFamily="49" charset="0"/>
              <a:ea typeface="JetBrains Mono"/>
            </a:endParaRP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69992AA3-D115-CF36-646C-1DC82D8C2BDE}"/>
              </a:ext>
            </a:extLst>
          </p:cNvPr>
          <p:cNvSpPr txBox="1"/>
          <p:nvPr/>
        </p:nvSpPr>
        <p:spPr>
          <a:xfrm>
            <a:off x="5202704" y="3053969"/>
            <a:ext cx="4881547" cy="646331"/>
          </a:xfrm>
          <a:prstGeom prst="rect">
            <a:avLst/>
          </a:prstGeom>
          <a:solidFill>
            <a:srgbClr val="FFFFE4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zh-CN" sz="1200" dirty="0">
                <a:solidFill>
                  <a:srgbClr val="00627A"/>
                </a:solidFill>
                <a:latin typeface="Consolas" panose="020B0609020204030204" pitchFamily="49" charset="0"/>
                <a:ea typeface="JetBrains Mono"/>
              </a:rPr>
              <a:t>jc</a:t>
            </a: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(</a:t>
            </a:r>
            <a:r>
              <a:rPr lang="zh-CN" altLang="zh-CN" sz="12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int </a:t>
            </a: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num) </a:t>
            </a:r>
            <a:endParaRPr lang="en-US" altLang="zh-CN" sz="1200" dirty="0">
              <a:solidFill>
                <a:srgbClr val="080808"/>
              </a:solidFill>
              <a:latin typeface="Consolas" panose="020B0609020204030204" pitchFamily="49" charset="0"/>
              <a:ea typeface="JetBrains Mono"/>
            </a:endParaRPr>
          </a:p>
          <a:p>
            <a:pPr algn="l"/>
            <a:endParaRPr kumimoji="0" lang="en-US" altLang="zh-CN" sz="1200" b="0" i="0" u="none" strike="noStrike" cap="none" normalizeH="0" baseline="0" dirty="0">
              <a:ln>
                <a:noFill/>
              </a:ln>
              <a:solidFill>
                <a:srgbClr val="0033B3"/>
              </a:solidFill>
              <a:effectLst/>
              <a:latin typeface="Consolas" panose="020B0609020204030204" pitchFamily="49" charset="0"/>
              <a:ea typeface="JetBrains Mono"/>
            </a:endParaRPr>
          </a:p>
          <a:p>
            <a:pPr algn="l"/>
            <a:endParaRPr kumimoji="0" lang="en-US" altLang="zh-CN" sz="1200" b="0" i="0" u="none" strike="noStrike" cap="none" normalizeH="0" baseline="0" dirty="0">
              <a:ln>
                <a:noFill/>
              </a:ln>
              <a:solidFill>
                <a:srgbClr val="0033B3"/>
              </a:solidFill>
              <a:effectLst/>
              <a:latin typeface="Consolas" panose="020B0609020204030204" pitchFamily="49" charset="0"/>
              <a:ea typeface="JetBrains Mono"/>
            </a:endParaRPr>
          </a:p>
        </p:txBody>
      </p:sp>
      <p:sp>
        <p:nvSpPr>
          <p:cNvPr id="43" name="矩形: 圆角 42">
            <a:extLst>
              <a:ext uri="{FF2B5EF4-FFF2-40B4-BE49-F238E27FC236}">
                <a16:creationId xmlns:a16="http://schemas.microsoft.com/office/drawing/2014/main" id="{CE4314A1-3DDB-143F-A4E5-00DDD5E22E8D}"/>
              </a:ext>
            </a:extLst>
          </p:cNvPr>
          <p:cNvSpPr/>
          <p:nvPr/>
        </p:nvSpPr>
        <p:spPr>
          <a:xfrm>
            <a:off x="6319900" y="3106114"/>
            <a:ext cx="1122629" cy="199176"/>
          </a:xfrm>
          <a:prstGeom prst="round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 sz="1000" dirty="0">
                <a:latin typeface="Consolas" panose="020B0609020204030204" pitchFamily="49" charset="0"/>
              </a:rPr>
              <a:t>int num = 3;</a:t>
            </a:r>
            <a:endParaRPr lang="zh-CN" altLang="en-US" sz="1000" dirty="0">
              <a:latin typeface="Consolas" panose="020B0609020204030204" pitchFamily="49" charset="0"/>
            </a:endParaRP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0917C486-E07F-54CF-9092-A3690D82B36C}"/>
              </a:ext>
            </a:extLst>
          </p:cNvPr>
          <p:cNvSpPr txBox="1"/>
          <p:nvPr/>
        </p:nvSpPr>
        <p:spPr>
          <a:xfrm>
            <a:off x="5227288" y="3386784"/>
            <a:ext cx="2308645" cy="276999"/>
          </a:xfrm>
          <a:prstGeom prst="rect">
            <a:avLst/>
          </a:prstGeom>
          <a:solidFill>
            <a:srgbClr val="FFFFE4"/>
          </a:solidFill>
          <a:ln>
            <a:noFill/>
          </a:ln>
        </p:spPr>
        <p:txBody>
          <a:bodyPr wrap="none" rtlCol="0">
            <a:spAutoFit/>
          </a:bodyPr>
          <a:lstStyle/>
          <a:p>
            <a:pPr algn="l"/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return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num * </a:t>
            </a:r>
            <a:r>
              <a:rPr kumimoji="0" lang="zh-CN" altLang="zh-CN" sz="1200" b="0" i="1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jc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(num -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Consolas" panose="020B0609020204030204" pitchFamily="49" charset="0"/>
                <a:ea typeface="JetBrains Mono"/>
              </a:rPr>
              <a:t>1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);</a:t>
            </a:r>
            <a:endParaRPr kumimoji="0" lang="zh-CN" altLang="en-US" sz="1200" b="0" i="0" u="none" strike="noStrike" cap="none" normalizeH="0" baseline="0" dirty="0">
              <a:ln>
                <a:noFill/>
              </a:ln>
              <a:solidFill>
                <a:srgbClr val="0033B3"/>
              </a:solidFill>
              <a:effectLst/>
              <a:latin typeface="Consolas" panose="020B0609020204030204" pitchFamily="49" charset="0"/>
              <a:ea typeface="JetBrains Mono"/>
            </a:endParaRP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FF70192B-D99E-4C3B-4244-5978CD98681C}"/>
              </a:ext>
            </a:extLst>
          </p:cNvPr>
          <p:cNvSpPr txBox="1"/>
          <p:nvPr/>
        </p:nvSpPr>
        <p:spPr>
          <a:xfrm>
            <a:off x="5202704" y="2302872"/>
            <a:ext cx="5766620" cy="646331"/>
          </a:xfrm>
          <a:prstGeom prst="rect">
            <a:avLst/>
          </a:prstGeom>
          <a:solidFill>
            <a:srgbClr val="FFFFE4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zh-CN" sz="1200" dirty="0">
                <a:solidFill>
                  <a:srgbClr val="00627A"/>
                </a:solidFill>
                <a:latin typeface="Consolas" panose="020B0609020204030204" pitchFamily="49" charset="0"/>
                <a:ea typeface="JetBrains Mono"/>
              </a:rPr>
              <a:t>jc</a:t>
            </a: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(</a:t>
            </a:r>
            <a:r>
              <a:rPr lang="zh-CN" altLang="zh-CN" sz="12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int </a:t>
            </a: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num) </a:t>
            </a:r>
            <a:endParaRPr lang="en-US" altLang="zh-CN" sz="1200" dirty="0">
              <a:solidFill>
                <a:srgbClr val="080808"/>
              </a:solidFill>
              <a:latin typeface="Consolas" panose="020B0609020204030204" pitchFamily="49" charset="0"/>
              <a:ea typeface="JetBrains Mono"/>
            </a:endParaRPr>
          </a:p>
          <a:p>
            <a:pPr algn="l"/>
            <a:endParaRPr kumimoji="0" lang="en-US" altLang="zh-CN" sz="1200" b="0" i="0" u="none" strike="noStrike" cap="none" normalizeH="0" baseline="0" dirty="0">
              <a:ln>
                <a:noFill/>
              </a:ln>
              <a:solidFill>
                <a:srgbClr val="0033B3"/>
              </a:solidFill>
              <a:effectLst/>
              <a:latin typeface="Consolas" panose="020B0609020204030204" pitchFamily="49" charset="0"/>
              <a:ea typeface="JetBrains Mono"/>
            </a:endParaRPr>
          </a:p>
          <a:p>
            <a:pPr algn="l"/>
            <a:endParaRPr kumimoji="0" lang="en-US" altLang="zh-CN" sz="1200" b="0" i="0" u="none" strike="noStrike" cap="none" normalizeH="0" baseline="0" dirty="0">
              <a:ln>
                <a:noFill/>
              </a:ln>
              <a:solidFill>
                <a:srgbClr val="0033B3"/>
              </a:solidFill>
              <a:effectLst/>
              <a:latin typeface="Consolas" panose="020B0609020204030204" pitchFamily="49" charset="0"/>
              <a:ea typeface="JetBrains Mono"/>
            </a:endParaRPr>
          </a:p>
        </p:txBody>
      </p:sp>
      <p:sp>
        <p:nvSpPr>
          <p:cNvPr id="46" name="矩形: 圆角 45">
            <a:extLst>
              <a:ext uri="{FF2B5EF4-FFF2-40B4-BE49-F238E27FC236}">
                <a16:creationId xmlns:a16="http://schemas.microsoft.com/office/drawing/2014/main" id="{64A11213-09D7-CFF3-C081-7E00A46052BD}"/>
              </a:ext>
            </a:extLst>
          </p:cNvPr>
          <p:cNvSpPr/>
          <p:nvPr/>
        </p:nvSpPr>
        <p:spPr>
          <a:xfrm>
            <a:off x="6319900" y="2329221"/>
            <a:ext cx="1122629" cy="199176"/>
          </a:xfrm>
          <a:prstGeom prst="round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 sz="1000" dirty="0">
                <a:latin typeface="Consolas" panose="020B0609020204030204" pitchFamily="49" charset="0"/>
              </a:rPr>
              <a:t>int num = 2;</a:t>
            </a:r>
            <a:endParaRPr lang="zh-CN" altLang="en-US" sz="1000" dirty="0">
              <a:latin typeface="Consolas" panose="020B0609020204030204" pitchFamily="49" charset="0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A43CCEAD-EB65-140D-9CFA-ED1B00DB953F}"/>
              </a:ext>
            </a:extLst>
          </p:cNvPr>
          <p:cNvSpPr txBox="1"/>
          <p:nvPr/>
        </p:nvSpPr>
        <p:spPr>
          <a:xfrm>
            <a:off x="5221216" y="2619166"/>
            <a:ext cx="2308645" cy="276999"/>
          </a:xfrm>
          <a:prstGeom prst="rect">
            <a:avLst/>
          </a:prstGeom>
          <a:solidFill>
            <a:srgbClr val="FFFFE4"/>
          </a:solidFill>
          <a:ln>
            <a:noFill/>
          </a:ln>
        </p:spPr>
        <p:txBody>
          <a:bodyPr wrap="none" rtlCol="0">
            <a:spAutoFit/>
          </a:bodyPr>
          <a:lstStyle/>
          <a:p>
            <a:pPr algn="l"/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return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num * </a:t>
            </a:r>
            <a:r>
              <a:rPr kumimoji="0" lang="zh-CN" altLang="zh-CN" sz="1200" b="0" i="1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jc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(num -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Consolas" panose="020B0609020204030204" pitchFamily="49" charset="0"/>
                <a:ea typeface="JetBrains Mono"/>
              </a:rPr>
              <a:t>1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);</a:t>
            </a:r>
            <a:endParaRPr kumimoji="0" lang="zh-CN" altLang="en-US" sz="1200" b="0" i="0" u="none" strike="noStrike" cap="none" normalizeH="0" baseline="0" dirty="0">
              <a:ln>
                <a:noFill/>
              </a:ln>
              <a:solidFill>
                <a:srgbClr val="0033B3"/>
              </a:solidFill>
              <a:effectLst/>
              <a:latin typeface="Consolas" panose="020B0609020204030204" pitchFamily="49" charset="0"/>
              <a:ea typeface="JetBrains Mono"/>
            </a:endParaRPr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78BE547C-19B7-9A44-9610-2201D79CFD47}"/>
              </a:ext>
            </a:extLst>
          </p:cNvPr>
          <p:cNvSpPr txBox="1"/>
          <p:nvPr/>
        </p:nvSpPr>
        <p:spPr>
          <a:xfrm>
            <a:off x="5202705" y="1496780"/>
            <a:ext cx="6654318" cy="646331"/>
          </a:xfrm>
          <a:prstGeom prst="rect">
            <a:avLst/>
          </a:prstGeom>
          <a:solidFill>
            <a:srgbClr val="FFFFE4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zh-CN" sz="1200" dirty="0">
                <a:solidFill>
                  <a:srgbClr val="00627A"/>
                </a:solidFill>
                <a:latin typeface="Consolas" panose="020B0609020204030204" pitchFamily="49" charset="0"/>
                <a:ea typeface="JetBrains Mono"/>
              </a:rPr>
              <a:t>jc</a:t>
            </a: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(</a:t>
            </a:r>
            <a:r>
              <a:rPr lang="zh-CN" altLang="zh-CN" sz="12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int </a:t>
            </a: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num) </a:t>
            </a:r>
            <a:endParaRPr lang="en-US" altLang="zh-CN" sz="1200" dirty="0">
              <a:solidFill>
                <a:srgbClr val="080808"/>
              </a:solidFill>
              <a:latin typeface="Consolas" panose="020B0609020204030204" pitchFamily="49" charset="0"/>
              <a:ea typeface="JetBrains Mono"/>
            </a:endParaRPr>
          </a:p>
          <a:p>
            <a:pPr algn="l"/>
            <a:endParaRPr kumimoji="0" lang="en-US" altLang="zh-CN" sz="1200" b="0" i="0" u="none" strike="noStrike" cap="none" normalizeH="0" baseline="0" dirty="0">
              <a:ln>
                <a:noFill/>
              </a:ln>
              <a:solidFill>
                <a:srgbClr val="0033B3"/>
              </a:solidFill>
              <a:effectLst/>
              <a:latin typeface="Consolas" panose="020B0609020204030204" pitchFamily="49" charset="0"/>
              <a:ea typeface="JetBrains Mono"/>
            </a:endParaRPr>
          </a:p>
          <a:p>
            <a:pPr algn="l"/>
            <a:endParaRPr kumimoji="0" lang="en-US" altLang="zh-CN" sz="1200" b="0" i="0" u="none" strike="noStrike" cap="none" normalizeH="0" baseline="0" dirty="0">
              <a:ln>
                <a:noFill/>
              </a:ln>
              <a:solidFill>
                <a:srgbClr val="0033B3"/>
              </a:solidFill>
              <a:effectLst/>
              <a:latin typeface="Consolas" panose="020B0609020204030204" pitchFamily="49" charset="0"/>
              <a:ea typeface="JetBrains Mono"/>
            </a:endParaRPr>
          </a:p>
        </p:txBody>
      </p:sp>
      <p:sp>
        <p:nvSpPr>
          <p:cNvPr id="49" name="矩形: 圆角 48">
            <a:extLst>
              <a:ext uri="{FF2B5EF4-FFF2-40B4-BE49-F238E27FC236}">
                <a16:creationId xmlns:a16="http://schemas.microsoft.com/office/drawing/2014/main" id="{73116423-F795-B013-F15F-3B3E06B6821C}"/>
              </a:ext>
            </a:extLst>
          </p:cNvPr>
          <p:cNvSpPr/>
          <p:nvPr/>
        </p:nvSpPr>
        <p:spPr>
          <a:xfrm>
            <a:off x="6319900" y="1524185"/>
            <a:ext cx="1122629" cy="199176"/>
          </a:xfrm>
          <a:prstGeom prst="round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 sz="1000" dirty="0">
                <a:latin typeface="Consolas" panose="020B0609020204030204" pitchFamily="49" charset="0"/>
              </a:rPr>
              <a:t>int num = 1;</a:t>
            </a:r>
            <a:endParaRPr lang="zh-CN" altLang="en-US" sz="1000" dirty="0">
              <a:latin typeface="Consolas" panose="020B0609020204030204" pitchFamily="49" charset="0"/>
            </a:endParaRP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1405877F-C5EE-B5F0-3039-ED506AA4118E}"/>
              </a:ext>
            </a:extLst>
          </p:cNvPr>
          <p:cNvSpPr txBox="1"/>
          <p:nvPr/>
        </p:nvSpPr>
        <p:spPr>
          <a:xfrm>
            <a:off x="5227288" y="1801181"/>
            <a:ext cx="949299" cy="276999"/>
          </a:xfrm>
          <a:prstGeom prst="rect">
            <a:avLst/>
          </a:prstGeom>
          <a:solidFill>
            <a:srgbClr val="FFFFE4"/>
          </a:solidFill>
          <a:ln>
            <a:noFill/>
          </a:ln>
        </p:spPr>
        <p:txBody>
          <a:bodyPr wrap="none" rtlCol="0">
            <a:spAutoFit/>
          </a:bodyPr>
          <a:lstStyle/>
          <a:p>
            <a:pPr algn="l"/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return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Consolas" panose="020B0609020204030204" pitchFamily="49" charset="0"/>
                <a:ea typeface="JetBrains Mono"/>
              </a:rPr>
              <a:t>1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;</a:t>
            </a:r>
            <a:endParaRPr kumimoji="0" lang="zh-CN" altLang="en-US" sz="1200" b="0" i="0" u="none" strike="noStrike" cap="none" normalizeH="0" baseline="0" dirty="0">
              <a:ln>
                <a:noFill/>
              </a:ln>
              <a:solidFill>
                <a:srgbClr val="0033B3"/>
              </a:solidFill>
              <a:effectLst/>
              <a:latin typeface="Consolas" panose="020B0609020204030204" pitchFamily="49" charset="0"/>
              <a:ea typeface="JetBrains Mono"/>
            </a:endParaRPr>
          </a:p>
        </p:txBody>
      </p:sp>
      <p:sp>
        <p:nvSpPr>
          <p:cNvPr id="51" name="箭头: 圆角右 50">
            <a:extLst>
              <a:ext uri="{FF2B5EF4-FFF2-40B4-BE49-F238E27FC236}">
                <a16:creationId xmlns:a16="http://schemas.microsoft.com/office/drawing/2014/main" id="{2AEE4E41-C76F-2FD7-69F6-79C79BE9961C}"/>
              </a:ext>
            </a:extLst>
          </p:cNvPr>
          <p:cNvSpPr/>
          <p:nvPr/>
        </p:nvSpPr>
        <p:spPr>
          <a:xfrm rot="10800000">
            <a:off x="10969324" y="2180391"/>
            <a:ext cx="860967" cy="646331"/>
          </a:xfrm>
          <a:prstGeom prst="bentArrow">
            <a:avLst/>
          </a:prstGeom>
          <a:solidFill>
            <a:schemeClr val="tx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0D6DD80A-7B19-1304-47C2-7801B04368CA}"/>
              </a:ext>
            </a:extLst>
          </p:cNvPr>
          <p:cNvSpPr/>
          <p:nvPr/>
        </p:nvSpPr>
        <p:spPr>
          <a:xfrm>
            <a:off x="6357028" y="2598667"/>
            <a:ext cx="1241988" cy="276999"/>
          </a:xfrm>
          <a:prstGeom prst="rect">
            <a:avLst/>
          </a:prstGeom>
          <a:noFill/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979A6949-3BFD-133C-5FA3-263C4A237971}"/>
              </a:ext>
            </a:extLst>
          </p:cNvPr>
          <p:cNvSpPr txBox="1"/>
          <p:nvPr/>
        </p:nvSpPr>
        <p:spPr>
          <a:xfrm>
            <a:off x="6309780" y="2560979"/>
            <a:ext cx="2217433" cy="339645"/>
          </a:xfrm>
          <a:prstGeom prst="rect">
            <a:avLst/>
          </a:prstGeom>
          <a:solidFill>
            <a:srgbClr val="FFFFE4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kumimoji="0" lang="en-US" altLang="zh-CN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1;</a:t>
            </a:r>
            <a:endParaRPr kumimoji="0" lang="zh-CN" altLang="en-US" sz="1200" b="0" i="0" u="none" strike="noStrike" cap="none" normalizeH="0" baseline="0" dirty="0">
              <a:ln>
                <a:noFill/>
              </a:ln>
              <a:solidFill>
                <a:srgbClr val="0033B3"/>
              </a:solidFill>
              <a:effectLst/>
              <a:latin typeface="Consolas" panose="020B0609020204030204" pitchFamily="49" charset="0"/>
              <a:ea typeface="JetBrains Mono"/>
            </a:endParaRPr>
          </a:p>
        </p:txBody>
      </p:sp>
      <p:sp>
        <p:nvSpPr>
          <p:cNvPr id="55" name="箭头: 圆角右 54">
            <a:extLst>
              <a:ext uri="{FF2B5EF4-FFF2-40B4-BE49-F238E27FC236}">
                <a16:creationId xmlns:a16="http://schemas.microsoft.com/office/drawing/2014/main" id="{DE8225FB-CC11-FA90-CE0E-86EC40428734}"/>
              </a:ext>
            </a:extLst>
          </p:cNvPr>
          <p:cNvSpPr/>
          <p:nvPr/>
        </p:nvSpPr>
        <p:spPr>
          <a:xfrm rot="10800000">
            <a:off x="10103266" y="2944781"/>
            <a:ext cx="860967" cy="646331"/>
          </a:xfrm>
          <a:prstGeom prst="bentArrow">
            <a:avLst/>
          </a:prstGeom>
          <a:solidFill>
            <a:schemeClr val="tx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AAFFCD28-D6D9-4057-3832-42D282241EBA}"/>
              </a:ext>
            </a:extLst>
          </p:cNvPr>
          <p:cNvSpPr/>
          <p:nvPr/>
        </p:nvSpPr>
        <p:spPr>
          <a:xfrm>
            <a:off x="6358143" y="3376623"/>
            <a:ext cx="1241988" cy="276999"/>
          </a:xfrm>
          <a:prstGeom prst="rect">
            <a:avLst/>
          </a:prstGeom>
          <a:noFill/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49F819D5-8EE6-52ED-DCE5-CF10C3E92B2F}"/>
              </a:ext>
            </a:extLst>
          </p:cNvPr>
          <p:cNvSpPr/>
          <p:nvPr/>
        </p:nvSpPr>
        <p:spPr>
          <a:xfrm>
            <a:off x="6319900" y="4192693"/>
            <a:ext cx="1241988" cy="276999"/>
          </a:xfrm>
          <a:prstGeom prst="rect">
            <a:avLst/>
          </a:prstGeom>
          <a:noFill/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7D23AD5C-4719-A50F-B4E2-7B286659D21D}"/>
              </a:ext>
            </a:extLst>
          </p:cNvPr>
          <p:cNvSpPr txBox="1"/>
          <p:nvPr/>
        </p:nvSpPr>
        <p:spPr>
          <a:xfrm>
            <a:off x="6342035" y="3333083"/>
            <a:ext cx="2217433" cy="339645"/>
          </a:xfrm>
          <a:prstGeom prst="rect">
            <a:avLst/>
          </a:prstGeom>
          <a:solidFill>
            <a:srgbClr val="FFFFE4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kumimoji="0" lang="en-US" altLang="zh-CN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2;</a:t>
            </a:r>
            <a:endParaRPr kumimoji="0" lang="zh-CN" altLang="en-US" sz="1200" b="0" i="0" u="none" strike="noStrike" cap="none" normalizeH="0" baseline="0" dirty="0">
              <a:ln>
                <a:noFill/>
              </a:ln>
              <a:solidFill>
                <a:srgbClr val="0033B3"/>
              </a:solidFill>
              <a:effectLst/>
              <a:latin typeface="Consolas" panose="020B0609020204030204" pitchFamily="49" charset="0"/>
              <a:ea typeface="JetBrains Mono"/>
            </a:endParaRPr>
          </a:p>
        </p:txBody>
      </p:sp>
      <p:sp>
        <p:nvSpPr>
          <p:cNvPr id="60" name="箭头: 圆角右 59">
            <a:extLst>
              <a:ext uri="{FF2B5EF4-FFF2-40B4-BE49-F238E27FC236}">
                <a16:creationId xmlns:a16="http://schemas.microsoft.com/office/drawing/2014/main" id="{2E3EC04C-D107-800A-6A0D-8E348602F4D3}"/>
              </a:ext>
            </a:extLst>
          </p:cNvPr>
          <p:cNvSpPr/>
          <p:nvPr/>
        </p:nvSpPr>
        <p:spPr>
          <a:xfrm rot="10800000">
            <a:off x="9223284" y="3700300"/>
            <a:ext cx="860967" cy="646331"/>
          </a:xfrm>
          <a:prstGeom prst="bentArrow">
            <a:avLst/>
          </a:prstGeom>
          <a:solidFill>
            <a:schemeClr val="tx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0552F21D-6E18-CCA3-2E46-1D89C4315546}"/>
              </a:ext>
            </a:extLst>
          </p:cNvPr>
          <p:cNvSpPr txBox="1"/>
          <p:nvPr/>
        </p:nvSpPr>
        <p:spPr>
          <a:xfrm>
            <a:off x="6303390" y="4162111"/>
            <a:ext cx="2217433" cy="339645"/>
          </a:xfrm>
          <a:prstGeom prst="rect">
            <a:avLst/>
          </a:prstGeom>
          <a:solidFill>
            <a:srgbClr val="FFFFE4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kumimoji="0" lang="en-US" altLang="zh-CN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6;</a:t>
            </a:r>
            <a:endParaRPr kumimoji="0" lang="zh-CN" altLang="en-US" sz="1200" b="0" i="0" u="none" strike="noStrike" cap="none" normalizeH="0" baseline="0" dirty="0">
              <a:ln>
                <a:noFill/>
              </a:ln>
              <a:solidFill>
                <a:srgbClr val="0033B3"/>
              </a:solidFill>
              <a:effectLst/>
              <a:latin typeface="Consolas" panose="020B0609020204030204" pitchFamily="49" charset="0"/>
              <a:ea typeface="JetBrains Mono"/>
            </a:endParaRPr>
          </a:p>
        </p:txBody>
      </p:sp>
      <p:sp>
        <p:nvSpPr>
          <p:cNvPr id="61" name="箭头: 圆角右 60">
            <a:extLst>
              <a:ext uri="{FF2B5EF4-FFF2-40B4-BE49-F238E27FC236}">
                <a16:creationId xmlns:a16="http://schemas.microsoft.com/office/drawing/2014/main" id="{D1EAAAB1-657E-A1F1-4825-73F104EEBAD5}"/>
              </a:ext>
            </a:extLst>
          </p:cNvPr>
          <p:cNvSpPr/>
          <p:nvPr/>
        </p:nvSpPr>
        <p:spPr>
          <a:xfrm rot="10800000">
            <a:off x="8336369" y="4535334"/>
            <a:ext cx="860967" cy="646331"/>
          </a:xfrm>
          <a:prstGeom prst="bentArrow">
            <a:avLst/>
          </a:prstGeom>
          <a:solidFill>
            <a:schemeClr val="tx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62" name="矩形: 圆角 61">
            <a:extLst>
              <a:ext uri="{FF2B5EF4-FFF2-40B4-BE49-F238E27FC236}">
                <a16:creationId xmlns:a16="http://schemas.microsoft.com/office/drawing/2014/main" id="{7F606BE8-47A9-41EA-4323-4290568AF7C5}"/>
              </a:ext>
            </a:extLst>
          </p:cNvPr>
          <p:cNvSpPr/>
          <p:nvPr/>
        </p:nvSpPr>
        <p:spPr>
          <a:xfrm>
            <a:off x="6319900" y="4991393"/>
            <a:ext cx="1191451" cy="276999"/>
          </a:xfrm>
          <a:prstGeom prst="roundRect">
            <a:avLst/>
          </a:prstGeom>
          <a:noFill/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6B38CB64-6465-84C7-DCBE-74EE910EBA4B}"/>
              </a:ext>
            </a:extLst>
          </p:cNvPr>
          <p:cNvSpPr txBox="1"/>
          <p:nvPr/>
        </p:nvSpPr>
        <p:spPr>
          <a:xfrm>
            <a:off x="6303389" y="4958877"/>
            <a:ext cx="1919861" cy="339645"/>
          </a:xfrm>
          <a:prstGeom prst="rect">
            <a:avLst/>
          </a:prstGeom>
          <a:solidFill>
            <a:srgbClr val="FFFFE4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kumimoji="0" lang="en-US" altLang="zh-CN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24;</a:t>
            </a:r>
            <a:endParaRPr kumimoji="0" lang="zh-CN" altLang="en-US" sz="1200" b="0" i="0" u="none" strike="noStrike" cap="none" normalizeH="0" baseline="0" dirty="0">
              <a:ln>
                <a:noFill/>
              </a:ln>
              <a:solidFill>
                <a:srgbClr val="0033B3"/>
              </a:solidFill>
              <a:effectLst/>
              <a:latin typeface="Consolas" panose="020B0609020204030204" pitchFamily="49" charset="0"/>
              <a:ea typeface="JetBrains Mono"/>
            </a:endParaRPr>
          </a:p>
        </p:txBody>
      </p:sp>
      <p:sp>
        <p:nvSpPr>
          <p:cNvPr id="65" name="箭头: 圆角右 64">
            <a:extLst>
              <a:ext uri="{FF2B5EF4-FFF2-40B4-BE49-F238E27FC236}">
                <a16:creationId xmlns:a16="http://schemas.microsoft.com/office/drawing/2014/main" id="{3228C8BB-E29F-9B69-44AC-1026168C112E}"/>
              </a:ext>
            </a:extLst>
          </p:cNvPr>
          <p:cNvSpPr/>
          <p:nvPr/>
        </p:nvSpPr>
        <p:spPr>
          <a:xfrm rot="10800000">
            <a:off x="7710043" y="5316128"/>
            <a:ext cx="519557" cy="823559"/>
          </a:xfrm>
          <a:prstGeom prst="bentArrow">
            <a:avLst/>
          </a:prstGeom>
          <a:solidFill>
            <a:schemeClr val="tx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66" name="文本框 65">
            <a:extLst>
              <a:ext uri="{FF2B5EF4-FFF2-40B4-BE49-F238E27FC236}">
                <a16:creationId xmlns:a16="http://schemas.microsoft.com/office/drawing/2014/main" id="{0CD702CC-8C16-A578-07E0-BEC0057C72A1}"/>
              </a:ext>
            </a:extLst>
          </p:cNvPr>
          <p:cNvSpPr txBox="1"/>
          <p:nvPr/>
        </p:nvSpPr>
        <p:spPr>
          <a:xfrm>
            <a:off x="5212464" y="6001188"/>
            <a:ext cx="2478564" cy="276999"/>
          </a:xfrm>
          <a:prstGeom prst="rect">
            <a:avLst/>
          </a:prstGeom>
          <a:solidFill>
            <a:srgbClr val="FFFFE4"/>
          </a:solidFill>
          <a:ln>
            <a:noFill/>
          </a:ln>
        </p:spPr>
        <p:txBody>
          <a:bodyPr wrap="none" rtlCol="0">
            <a:spAutoFit/>
          </a:bodyPr>
          <a:lstStyle/>
          <a:p>
            <a:r>
              <a:rPr lang="zh-CN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System</a:t>
            </a: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</a:t>
            </a:r>
            <a:r>
              <a:rPr lang="zh-CN" altLang="zh-CN" sz="1200" i="1" dirty="0">
                <a:solidFill>
                  <a:srgbClr val="871094"/>
                </a:solidFill>
                <a:latin typeface="Consolas" panose="020B0609020204030204" pitchFamily="49" charset="0"/>
                <a:ea typeface="JetBrains Mono"/>
              </a:rPr>
              <a:t>out</a:t>
            </a: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.println(</a:t>
            </a:r>
            <a:r>
              <a:rPr lang="zh-CN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result</a:t>
            </a: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);</a:t>
            </a:r>
            <a:endParaRPr kumimoji="0" lang="zh-CN" altLang="en-US" sz="1200" b="0" i="0" u="none" strike="noStrike" cap="none" normalizeH="0" baseline="0" dirty="0">
              <a:ln>
                <a:noFill/>
              </a:ln>
              <a:solidFill>
                <a:srgbClr val="0033B3"/>
              </a:solidFill>
              <a:effectLst/>
              <a:latin typeface="Consolas" panose="020B0609020204030204" pitchFamily="49" charset="0"/>
              <a:ea typeface="JetBrains Mono"/>
            </a:endParaRPr>
          </a:p>
        </p:txBody>
      </p:sp>
      <p:sp>
        <p:nvSpPr>
          <p:cNvPr id="67" name="矩形: 圆角 66">
            <a:extLst>
              <a:ext uri="{FF2B5EF4-FFF2-40B4-BE49-F238E27FC236}">
                <a16:creationId xmlns:a16="http://schemas.microsoft.com/office/drawing/2014/main" id="{5565003A-E9E5-0D83-3B08-82680C67FCFD}"/>
              </a:ext>
            </a:extLst>
          </p:cNvPr>
          <p:cNvSpPr/>
          <p:nvPr/>
        </p:nvSpPr>
        <p:spPr>
          <a:xfrm>
            <a:off x="6342035" y="5694795"/>
            <a:ext cx="1106645" cy="234429"/>
          </a:xfrm>
          <a:prstGeom prst="roundRect">
            <a:avLst/>
          </a:prstGeom>
          <a:noFill/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28A88763-1F0D-E448-C23D-C4A2BFA506E0}"/>
              </a:ext>
            </a:extLst>
          </p:cNvPr>
          <p:cNvSpPr txBox="1"/>
          <p:nvPr/>
        </p:nvSpPr>
        <p:spPr>
          <a:xfrm>
            <a:off x="387505" y="4365836"/>
            <a:ext cx="4979552" cy="70788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lang="zh-CN" altLang="en-US" sz="2000" dirty="0">
                <a:solidFill>
                  <a:schemeClr val="tx1">
                    <a:lumMod val="50000"/>
                  </a:schemeClr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</a:rPr>
              <a:t>将大问题</a:t>
            </a:r>
            <a:r>
              <a:rPr lang="en-US" altLang="zh-CN" sz="2000" dirty="0">
                <a:solidFill>
                  <a:schemeClr val="tx1">
                    <a:lumMod val="50000"/>
                  </a:schemeClr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</a:rPr>
              <a:t>, </a:t>
            </a:r>
            <a:r>
              <a:rPr lang="zh-CN" altLang="en-US" sz="2000" dirty="0">
                <a:solidFill>
                  <a:schemeClr val="tx1">
                    <a:lumMod val="50000"/>
                  </a:schemeClr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</a:rPr>
              <a:t>层层转化为一个与原问题</a:t>
            </a:r>
            <a:endParaRPr lang="en-US" altLang="zh-CN" sz="2000" dirty="0">
              <a:solidFill>
                <a:schemeClr val="tx1">
                  <a:lumMod val="50000"/>
                </a:schemeClr>
              </a:solidFill>
              <a:latin typeface="杨任东竹石体-Bold" panose="02000000000000000000" pitchFamily="2" charset="-122"/>
              <a:ea typeface="杨任东竹石体-Bold" panose="02000000000000000000" pitchFamily="2" charset="-122"/>
            </a:endParaRPr>
          </a:p>
          <a:p>
            <a:pPr algn="l"/>
            <a:r>
              <a:rPr lang="zh-CN" altLang="en-US" sz="2000" dirty="0">
                <a:solidFill>
                  <a:schemeClr val="tx1">
                    <a:lumMod val="50000"/>
                  </a:schemeClr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</a:rPr>
              <a:t>相似的</a:t>
            </a:r>
            <a:r>
              <a:rPr lang="en-US" altLang="zh-CN" sz="2000" dirty="0">
                <a:solidFill>
                  <a:schemeClr val="tx1">
                    <a:lumMod val="50000"/>
                  </a:schemeClr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</a:rPr>
              <a:t>, </a:t>
            </a:r>
            <a:r>
              <a:rPr lang="zh-CN" altLang="en-US" sz="2000" dirty="0">
                <a:solidFill>
                  <a:schemeClr val="tx1">
                    <a:lumMod val="50000"/>
                  </a:schemeClr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</a:rPr>
              <a:t>规模更小的问题来解决</a:t>
            </a:r>
            <a:endParaRPr kumimoji="0" lang="zh-CN" altLang="en-US" sz="2000" b="0" i="0" u="none" strike="noStrike" cap="none" normalizeH="0" baseline="0" dirty="0">
              <a:ln>
                <a:noFill/>
              </a:ln>
              <a:solidFill>
                <a:schemeClr val="tx1">
                  <a:lumMod val="50000"/>
                </a:schemeClr>
              </a:solidFill>
              <a:effectLst/>
              <a:latin typeface="杨任东竹石体-Bold" panose="02000000000000000000" pitchFamily="2" charset="-122"/>
              <a:ea typeface="杨任东竹石体-Bold" panose="02000000000000000000" pitchFamily="2" charset="-122"/>
            </a:endParaRP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48AD53F6-AB42-9FB3-10A2-12170CECE2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递归求阶乘图解</a:t>
            </a:r>
          </a:p>
        </p:txBody>
      </p:sp>
    </p:spTree>
    <p:extLst>
      <p:ext uri="{BB962C8B-B14F-4D97-AF65-F5344CB8AC3E}">
        <p14:creationId xmlns:p14="http://schemas.microsoft.com/office/powerpoint/2010/main" val="38300941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00"/>
                            </p:stCondLst>
                            <p:childTnLst>
                              <p:par>
                                <p:cTn id="5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500"/>
                            </p:stCondLst>
                            <p:childTnLst>
                              <p:par>
                                <p:cTn id="7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500"/>
                            </p:stCondLst>
                            <p:childTnLst>
                              <p:par>
                                <p:cTn id="9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8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>
                            <p:stCondLst>
                              <p:cond delay="500"/>
                            </p:stCondLst>
                            <p:childTnLst>
                              <p:par>
                                <p:cTn id="1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32" dur="75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2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47" dur="75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7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>
                      <p:stCondLst>
                        <p:cond delay="indefinite"/>
                      </p:stCondLst>
                      <p:childTnLst>
                        <p:par>
                          <p:cTn id="159" fill="hold">
                            <p:stCondLst>
                              <p:cond delay="0"/>
                            </p:stCondLst>
                            <p:childTnLst>
                              <p:par>
                                <p:cTn id="16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62" dur="75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8" fill="hold">
                      <p:stCondLst>
                        <p:cond delay="indefinite"/>
                      </p:stCondLst>
                      <p:childTnLst>
                        <p:par>
                          <p:cTn id="169" fill="hold">
                            <p:stCondLst>
                              <p:cond delay="0"/>
                            </p:stCondLst>
                            <p:childTnLst>
                              <p:par>
                                <p:cTn id="17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2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3" fill="hold">
                      <p:stCondLst>
                        <p:cond delay="indefinite"/>
                      </p:stCondLst>
                      <p:childTnLst>
                        <p:par>
                          <p:cTn id="174" fill="hold">
                            <p:stCondLst>
                              <p:cond delay="0"/>
                            </p:stCondLst>
                            <p:childTnLst>
                              <p:par>
                                <p:cTn id="17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77" dur="75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8" fill="hold">
                      <p:stCondLst>
                        <p:cond delay="indefinite"/>
                      </p:stCondLst>
                      <p:childTnLst>
                        <p:par>
                          <p:cTn id="179" fill="hold">
                            <p:stCondLst>
                              <p:cond delay="0"/>
                            </p:stCondLst>
                            <p:childTnLst>
                              <p:par>
                                <p:cTn id="1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2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3" fill="hold">
                      <p:stCondLst>
                        <p:cond delay="indefinite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7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8" fill="hold">
                      <p:stCondLst>
                        <p:cond delay="indefinite"/>
                      </p:stCondLst>
                      <p:childTnLst>
                        <p:par>
                          <p:cTn id="189" fill="hold">
                            <p:stCondLst>
                              <p:cond delay="0"/>
                            </p:stCondLst>
                            <p:childTnLst>
                              <p:par>
                                <p:cTn id="19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92" dur="75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3" fill="hold">
                      <p:stCondLst>
                        <p:cond delay="indefinite"/>
                      </p:stCondLst>
                      <p:childTnLst>
                        <p:par>
                          <p:cTn id="194" fill="hold">
                            <p:stCondLst>
                              <p:cond delay="0"/>
                            </p:stCondLst>
                            <p:childTnLst>
                              <p:par>
                                <p:cTn id="19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7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8" fill="hold">
                      <p:stCondLst>
                        <p:cond delay="indefinite"/>
                      </p:stCondLst>
                      <p:childTnLst>
                        <p:par>
                          <p:cTn id="199" fill="hold">
                            <p:stCondLst>
                              <p:cond delay="0"/>
                            </p:stCondLst>
                            <p:childTnLst>
                              <p:par>
                                <p:cTn id="20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3" grpId="0" animBg="1"/>
      <p:bldP spid="55" grpId="0" animBg="1"/>
      <p:bldP spid="57" grpId="0" animBg="1"/>
      <p:bldP spid="58" grpId="0" animBg="1"/>
      <p:bldP spid="59" grpId="0" animBg="1"/>
      <p:bldP spid="60" grpId="0" animBg="1"/>
      <p:bldP spid="56" grpId="0" animBg="1"/>
      <p:bldP spid="61" grpId="0" animBg="1"/>
      <p:bldP spid="62" grpId="0" animBg="1"/>
      <p:bldP spid="63" grpId="0" animBg="1"/>
      <p:bldP spid="65" grpId="0" animBg="1"/>
      <p:bldP spid="66" grpId="0" animBg="1"/>
      <p:bldP spid="67" grpId="0" animBg="1"/>
      <p:bldP spid="2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标题 16">
            <a:extLst>
              <a:ext uri="{FF2B5EF4-FFF2-40B4-BE49-F238E27FC236}">
                <a16:creationId xmlns:a16="http://schemas.microsoft.com/office/drawing/2014/main" id="{A4C1491B-9566-149A-E77A-0A6EC1E5F4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不死神兔 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斐波那契数列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zh-CN" altLang="en-US" dirty="0"/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21674917-1B20-2E40-8226-8EC87787CE9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zh-CN" altLang="en-US" sz="1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有一对兔子，从出生后第</a:t>
            </a:r>
            <a:r>
              <a:rPr lang="en-US" altLang="zh-CN" sz="1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3</a:t>
            </a:r>
            <a:r>
              <a:rPr lang="zh-CN" altLang="en-US" sz="1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个月起每个月都生一对兔子，小兔子长到第三个月后每个月又生一对兔子，假如兔子都不死，问第二十个月的兔子对数为多少？</a:t>
            </a:r>
            <a:endParaRPr kumimoji="0" lang="zh-CN" altLang="en-US" sz="1100" b="0" i="0" u="none" strike="noStrike" cap="none" normalizeH="0" baseline="0" dirty="0">
              <a:ln>
                <a:noFill/>
              </a:ln>
              <a:solidFill>
                <a:srgbClr val="0033B3"/>
              </a:solidFill>
              <a:effectLst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endParaRPr lang="zh-CN" altLang="en-US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52FF892D-FBC6-FED2-567E-68AF1BCABD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5849" y="3378568"/>
            <a:ext cx="746314" cy="7463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6E45A18-C121-1824-AB20-09B90720A5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4328" y="3378569"/>
            <a:ext cx="746313" cy="7463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矩形: 圆角 3">
            <a:extLst>
              <a:ext uri="{FF2B5EF4-FFF2-40B4-BE49-F238E27FC236}">
                <a16:creationId xmlns:a16="http://schemas.microsoft.com/office/drawing/2014/main" id="{60D1F242-C9D0-A7D2-B0C1-37424E3D747A}"/>
              </a:ext>
            </a:extLst>
          </p:cNvPr>
          <p:cNvSpPr/>
          <p:nvPr/>
        </p:nvSpPr>
        <p:spPr>
          <a:xfrm>
            <a:off x="625849" y="3378567"/>
            <a:ext cx="1354792" cy="746315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A62B48FB-6379-4F13-DFED-0229F486BD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382" b="95337" l="5200" r="98400">
                        <a14:foregroundMark x1="15200" y1="74093" x2="26800" y2="82729"/>
                        <a14:foregroundMark x1="71800" y1="90674" x2="76800" y2="91364"/>
                        <a14:foregroundMark x1="92800" y1="56304" x2="93200" y2="66494"/>
                        <a14:foregroundMark x1="38800" y1="5699" x2="38000" y2="10190"/>
                        <a14:foregroundMark x1="61200" y1="5527" x2="60600" y2="7254"/>
                        <a14:foregroundMark x1="61400" y1="2418" x2="57600" y2="1554"/>
                        <a14:foregroundMark x1="11000" y1="50432" x2="5200" y2="69603"/>
                        <a14:foregroundMark x1="21000" y1="94473" x2="26000" y2="95337"/>
                        <a14:foregroundMark x1="98400" y1="58204" x2="97400" y2="6545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5500" y="2864223"/>
            <a:ext cx="1088652" cy="12606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4">
            <a:extLst>
              <a:ext uri="{FF2B5EF4-FFF2-40B4-BE49-F238E27FC236}">
                <a16:creationId xmlns:a16="http://schemas.microsoft.com/office/drawing/2014/main" id="{7ECA3420-9B79-DFBA-1D0D-0229374C83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382" b="95337" l="5200" r="98400">
                        <a14:foregroundMark x1="15200" y1="74093" x2="26800" y2="82729"/>
                        <a14:foregroundMark x1="71800" y1="90674" x2="76800" y2="91364"/>
                        <a14:foregroundMark x1="92800" y1="56304" x2="93200" y2="66494"/>
                        <a14:foregroundMark x1="38800" y1="5699" x2="38000" y2="10190"/>
                        <a14:foregroundMark x1="61200" y1="5527" x2="60600" y2="7254"/>
                        <a14:foregroundMark x1="61400" y1="2418" x2="57600" y2="1554"/>
                        <a14:foregroundMark x1="11000" y1="50432" x2="5200" y2="69603"/>
                        <a14:foregroundMark x1="21000" y1="94473" x2="26000" y2="95337"/>
                        <a14:foregroundMark x1="98400" y1="58204" x2="97400" y2="6545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79474" y="2864222"/>
            <a:ext cx="1088653" cy="12606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矩形: 圆角 6">
            <a:extLst>
              <a:ext uri="{FF2B5EF4-FFF2-40B4-BE49-F238E27FC236}">
                <a16:creationId xmlns:a16="http://schemas.microsoft.com/office/drawing/2014/main" id="{EBE65FE1-F747-CC58-CD6B-790214BB7AB5}"/>
              </a:ext>
            </a:extLst>
          </p:cNvPr>
          <p:cNvSpPr/>
          <p:nvPr/>
        </p:nvSpPr>
        <p:spPr>
          <a:xfrm>
            <a:off x="2320178" y="2692770"/>
            <a:ext cx="2823321" cy="1432112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Picture 4">
            <a:extLst>
              <a:ext uri="{FF2B5EF4-FFF2-40B4-BE49-F238E27FC236}">
                <a16:creationId xmlns:a16="http://schemas.microsoft.com/office/drawing/2014/main" id="{27715B9E-9843-E4E3-5A2C-C05454FB3A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382" b="95337" l="5200" r="98400">
                        <a14:foregroundMark x1="15200" y1="74093" x2="26800" y2="82729"/>
                        <a14:foregroundMark x1="71800" y1="90674" x2="76800" y2="91364"/>
                        <a14:foregroundMark x1="92800" y1="56304" x2="93200" y2="66494"/>
                        <a14:foregroundMark x1="38800" y1="5699" x2="38000" y2="10190"/>
                        <a14:foregroundMark x1="61200" y1="5527" x2="60600" y2="7254"/>
                        <a14:foregroundMark x1="61400" y1="2418" x2="57600" y2="1554"/>
                        <a14:foregroundMark x1="11000" y1="50432" x2="5200" y2="69603"/>
                        <a14:foregroundMark x1="21000" y1="94473" x2="26000" y2="95337"/>
                        <a14:foregroundMark x1="98400" y1="58204" x2="97400" y2="6545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8358" y="2864223"/>
            <a:ext cx="1088652" cy="12606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4">
            <a:extLst>
              <a:ext uri="{FF2B5EF4-FFF2-40B4-BE49-F238E27FC236}">
                <a16:creationId xmlns:a16="http://schemas.microsoft.com/office/drawing/2014/main" id="{F1B11B05-A715-0D7F-CCB8-26FC31B16D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382" b="95337" l="5200" r="98400">
                        <a14:foregroundMark x1="15200" y1="74093" x2="26800" y2="82729"/>
                        <a14:foregroundMark x1="71800" y1="90674" x2="76800" y2="91364"/>
                        <a14:foregroundMark x1="92800" y1="56304" x2="93200" y2="66494"/>
                        <a14:foregroundMark x1="38800" y1="5699" x2="38000" y2="10190"/>
                        <a14:foregroundMark x1="61200" y1="5527" x2="60600" y2="7254"/>
                        <a14:foregroundMark x1="61400" y1="2418" x2="57600" y2="1554"/>
                        <a14:foregroundMark x1="11000" y1="50432" x2="5200" y2="69603"/>
                        <a14:foregroundMark x1="21000" y1="94473" x2="26000" y2="95337"/>
                        <a14:foregroundMark x1="98400" y1="58204" x2="97400" y2="6545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42332" y="2864222"/>
            <a:ext cx="1088653" cy="12606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矩形: 圆角 9">
            <a:extLst>
              <a:ext uri="{FF2B5EF4-FFF2-40B4-BE49-F238E27FC236}">
                <a16:creationId xmlns:a16="http://schemas.microsoft.com/office/drawing/2014/main" id="{C483A06B-ADB1-248D-BF97-A580044015E6}"/>
              </a:ext>
            </a:extLst>
          </p:cNvPr>
          <p:cNvSpPr/>
          <p:nvPr/>
        </p:nvSpPr>
        <p:spPr>
          <a:xfrm>
            <a:off x="5483036" y="2692770"/>
            <a:ext cx="4481235" cy="1432112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1" name="Picture 2">
            <a:extLst>
              <a:ext uri="{FF2B5EF4-FFF2-40B4-BE49-F238E27FC236}">
                <a16:creationId xmlns:a16="http://schemas.microsoft.com/office/drawing/2014/main" id="{FB0D3E0B-0556-8782-FFC3-07A4209C8C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66306" y="3378568"/>
            <a:ext cx="746314" cy="7463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2">
            <a:extLst>
              <a:ext uri="{FF2B5EF4-FFF2-40B4-BE49-F238E27FC236}">
                <a16:creationId xmlns:a16="http://schemas.microsoft.com/office/drawing/2014/main" id="{6FDC889D-5C90-0AF2-ADAC-34BEBCC455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74785" y="3378569"/>
            <a:ext cx="746313" cy="7463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4">
            <a:extLst>
              <a:ext uri="{FF2B5EF4-FFF2-40B4-BE49-F238E27FC236}">
                <a16:creationId xmlns:a16="http://schemas.microsoft.com/office/drawing/2014/main" id="{E9E052A2-610A-0B05-4142-055E4296A0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382" b="95337" l="5200" r="98400">
                        <a14:foregroundMark x1="15200" y1="74093" x2="26800" y2="82729"/>
                        <a14:foregroundMark x1="71800" y1="90674" x2="76800" y2="91364"/>
                        <a14:foregroundMark x1="92800" y1="56304" x2="93200" y2="66494"/>
                        <a14:foregroundMark x1="38800" y1="5699" x2="38000" y2="10190"/>
                        <a14:foregroundMark x1="61200" y1="5527" x2="60600" y2="7254"/>
                        <a14:foregroundMark x1="61400" y1="2418" x2="57600" y2="1554"/>
                        <a14:foregroundMark x1="11000" y1="50432" x2="5200" y2="69603"/>
                        <a14:foregroundMark x1="21000" y1="94473" x2="26000" y2="95337"/>
                        <a14:foregroundMark x1="98400" y1="58204" x2="97400" y2="6545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4606" y="4458393"/>
            <a:ext cx="1088652" cy="12606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4">
            <a:extLst>
              <a:ext uri="{FF2B5EF4-FFF2-40B4-BE49-F238E27FC236}">
                <a16:creationId xmlns:a16="http://schemas.microsoft.com/office/drawing/2014/main" id="{0C4A5C67-CE3A-2EED-FBA5-0747B24E4F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382" b="95337" l="5200" r="98400">
                        <a14:foregroundMark x1="15200" y1="74093" x2="26800" y2="82729"/>
                        <a14:foregroundMark x1="71800" y1="90674" x2="76800" y2="91364"/>
                        <a14:foregroundMark x1="92800" y1="56304" x2="93200" y2="66494"/>
                        <a14:foregroundMark x1="38800" y1="5699" x2="38000" y2="10190"/>
                        <a14:foregroundMark x1="61200" y1="5527" x2="60600" y2="7254"/>
                        <a14:foregroundMark x1="61400" y1="2418" x2="57600" y2="1554"/>
                        <a14:foregroundMark x1="11000" y1="50432" x2="5200" y2="69603"/>
                        <a14:foregroundMark x1="21000" y1="94473" x2="26000" y2="95337"/>
                        <a14:foregroundMark x1="98400" y1="58204" x2="97400" y2="6545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4993" y="4458393"/>
            <a:ext cx="1088653" cy="12606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2ECEAE95-34F3-1C61-FB42-75F7ACC674D2}"/>
              </a:ext>
            </a:extLst>
          </p:cNvPr>
          <p:cNvSpPr/>
          <p:nvPr/>
        </p:nvSpPr>
        <p:spPr>
          <a:xfrm>
            <a:off x="100853" y="4395500"/>
            <a:ext cx="5006231" cy="1847293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8" name="Picture 4">
            <a:extLst>
              <a:ext uri="{FF2B5EF4-FFF2-40B4-BE49-F238E27FC236}">
                <a16:creationId xmlns:a16="http://schemas.microsoft.com/office/drawing/2014/main" id="{43045466-58A1-5DEA-F019-D9D9D057AC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382" b="95337" l="5200" r="98400">
                        <a14:foregroundMark x1="15200" y1="74093" x2="26800" y2="82729"/>
                        <a14:foregroundMark x1="71800" y1="90674" x2="76800" y2="91364"/>
                        <a14:foregroundMark x1="92800" y1="56304" x2="93200" y2="66494"/>
                        <a14:foregroundMark x1="38800" y1="5699" x2="38000" y2="10190"/>
                        <a14:foregroundMark x1="61200" y1="5527" x2="60600" y2="7254"/>
                        <a14:foregroundMark x1="61400" y1="2418" x2="57600" y2="1554"/>
                        <a14:foregroundMark x1="11000" y1="50432" x2="5200" y2="69603"/>
                        <a14:foregroundMark x1="21000" y1="94473" x2="26000" y2="95337"/>
                        <a14:foregroundMark x1="98400" y1="58204" x2="97400" y2="6545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05508" y="4357641"/>
            <a:ext cx="1088652" cy="12606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4">
            <a:extLst>
              <a:ext uri="{FF2B5EF4-FFF2-40B4-BE49-F238E27FC236}">
                <a16:creationId xmlns:a16="http://schemas.microsoft.com/office/drawing/2014/main" id="{5063FB6C-AD8E-4367-B7C8-2D28AC4158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382" b="95337" l="5200" r="98400">
                        <a14:foregroundMark x1="15200" y1="74093" x2="26800" y2="82729"/>
                        <a14:foregroundMark x1="71800" y1="90674" x2="76800" y2="91364"/>
                        <a14:foregroundMark x1="92800" y1="56304" x2="93200" y2="66494"/>
                        <a14:foregroundMark x1="38800" y1="5699" x2="38000" y2="10190"/>
                        <a14:foregroundMark x1="61200" y1="5527" x2="60600" y2="7254"/>
                        <a14:foregroundMark x1="61400" y1="2418" x2="57600" y2="1554"/>
                        <a14:foregroundMark x1="11000" y1="50432" x2="5200" y2="69603"/>
                        <a14:foregroundMark x1="21000" y1="94473" x2="26000" y2="95337"/>
                        <a14:foregroundMark x1="98400" y1="58204" x2="97400" y2="6545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82671" y="4357641"/>
            <a:ext cx="1088653" cy="12606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9F749E75-8824-59C3-1CF1-72BB27ED99D8}"/>
              </a:ext>
            </a:extLst>
          </p:cNvPr>
          <p:cNvSpPr/>
          <p:nvPr/>
        </p:nvSpPr>
        <p:spPr>
          <a:xfrm>
            <a:off x="5342405" y="4340032"/>
            <a:ext cx="6800289" cy="2175068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1" name="Picture 2">
            <a:extLst>
              <a:ext uri="{FF2B5EF4-FFF2-40B4-BE49-F238E27FC236}">
                <a16:creationId xmlns:a16="http://schemas.microsoft.com/office/drawing/2014/main" id="{1E711BB0-A982-FFD8-815B-45578F73B4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77377" y="5869635"/>
            <a:ext cx="746314" cy="7463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Picture 2">
            <a:extLst>
              <a:ext uri="{FF2B5EF4-FFF2-40B4-BE49-F238E27FC236}">
                <a16:creationId xmlns:a16="http://schemas.microsoft.com/office/drawing/2014/main" id="{5C760F5F-3029-A68E-C56F-4529B026AC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96019" y="5869636"/>
            <a:ext cx="746313" cy="7463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4">
            <a:extLst>
              <a:ext uri="{FF2B5EF4-FFF2-40B4-BE49-F238E27FC236}">
                <a16:creationId xmlns:a16="http://schemas.microsoft.com/office/drawing/2014/main" id="{16EA00E6-3B72-245F-E945-ACDEB22D6D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382" b="95337" l="5200" r="98400">
                        <a14:foregroundMark x1="15200" y1="74093" x2="26800" y2="82729"/>
                        <a14:foregroundMark x1="71800" y1="90674" x2="76800" y2="91364"/>
                        <a14:foregroundMark x1="92800" y1="56304" x2="93200" y2="66494"/>
                        <a14:foregroundMark x1="38800" y1="5699" x2="38000" y2="10190"/>
                        <a14:foregroundMark x1="61200" y1="5527" x2="60600" y2="7254"/>
                        <a14:foregroundMark x1="61400" y1="2418" x2="57600" y2="1554"/>
                        <a14:foregroundMark x1="11000" y1="50432" x2="5200" y2="69603"/>
                        <a14:foregroundMark x1="21000" y1="94473" x2="26000" y2="95337"/>
                        <a14:foregroundMark x1="98400" y1="58204" x2="97400" y2="6545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9835" y="4357641"/>
            <a:ext cx="1088652" cy="12606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" name="Picture 4">
            <a:extLst>
              <a:ext uri="{FF2B5EF4-FFF2-40B4-BE49-F238E27FC236}">
                <a16:creationId xmlns:a16="http://schemas.microsoft.com/office/drawing/2014/main" id="{5E51A516-6CB8-02CF-49E0-E8A61FAF11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382" b="95337" l="5200" r="98400">
                        <a14:foregroundMark x1="15200" y1="74093" x2="26800" y2="82729"/>
                        <a14:foregroundMark x1="71800" y1="90674" x2="76800" y2="91364"/>
                        <a14:foregroundMark x1="92800" y1="56304" x2="93200" y2="66494"/>
                        <a14:foregroundMark x1="38800" y1="5699" x2="38000" y2="10190"/>
                        <a14:foregroundMark x1="61200" y1="5527" x2="60600" y2="7254"/>
                        <a14:foregroundMark x1="61400" y1="2418" x2="57600" y2="1554"/>
                        <a14:foregroundMark x1="11000" y1="50432" x2="5200" y2="69603"/>
                        <a14:foregroundMark x1="21000" y1="94473" x2="26000" y2="95337"/>
                        <a14:foregroundMark x1="98400" y1="58204" x2="97400" y2="6545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42913" y="4357641"/>
            <a:ext cx="1088653" cy="12606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" name="Picture 2">
            <a:extLst>
              <a:ext uri="{FF2B5EF4-FFF2-40B4-BE49-F238E27FC236}">
                <a16:creationId xmlns:a16="http://schemas.microsoft.com/office/drawing/2014/main" id="{7ECEFD05-7778-EF7D-FB2F-E232E589A2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1023" y="5607766"/>
            <a:ext cx="746314" cy="7463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" name="Picture 2">
            <a:extLst>
              <a:ext uri="{FF2B5EF4-FFF2-40B4-BE49-F238E27FC236}">
                <a16:creationId xmlns:a16="http://schemas.microsoft.com/office/drawing/2014/main" id="{0126B3D5-D72F-55C5-4062-7777E92EF5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9502" y="5607767"/>
            <a:ext cx="746313" cy="7463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" name="Picture 4">
            <a:extLst>
              <a:ext uri="{FF2B5EF4-FFF2-40B4-BE49-F238E27FC236}">
                <a16:creationId xmlns:a16="http://schemas.microsoft.com/office/drawing/2014/main" id="{76CC496D-23D2-376D-CD06-501AB891BC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382" b="95337" l="5200" r="98400">
                        <a14:foregroundMark x1="15200" y1="74093" x2="26800" y2="82729"/>
                        <a14:foregroundMark x1="71800" y1="90674" x2="76800" y2="91364"/>
                        <a14:foregroundMark x1="92800" y1="56304" x2="93200" y2="66494"/>
                        <a14:foregroundMark x1="38800" y1="5699" x2="38000" y2="10190"/>
                        <a14:foregroundMark x1="61200" y1="5527" x2="60600" y2="7254"/>
                        <a14:foregroundMark x1="61400" y1="2418" x2="57600" y2="1554"/>
                        <a14:foregroundMark x1="11000" y1="50432" x2="5200" y2="69603"/>
                        <a14:foregroundMark x1="21000" y1="94473" x2="26000" y2="95337"/>
                        <a14:foregroundMark x1="98400" y1="58204" x2="97400" y2="6545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9757" y="4458393"/>
            <a:ext cx="1088652" cy="12606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" name="Picture 4">
            <a:extLst>
              <a:ext uri="{FF2B5EF4-FFF2-40B4-BE49-F238E27FC236}">
                <a16:creationId xmlns:a16="http://schemas.microsoft.com/office/drawing/2014/main" id="{CFF55C85-AA90-CBCF-676E-D23D066B79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382" b="95337" l="5200" r="98400">
                        <a14:foregroundMark x1="15200" y1="74093" x2="26800" y2="82729"/>
                        <a14:foregroundMark x1="71800" y1="90674" x2="76800" y2="91364"/>
                        <a14:foregroundMark x1="92800" y1="56304" x2="93200" y2="66494"/>
                        <a14:foregroundMark x1="38800" y1="5699" x2="38000" y2="10190"/>
                        <a14:foregroundMark x1="61200" y1="5527" x2="60600" y2="7254"/>
                        <a14:foregroundMark x1="61400" y1="2418" x2="57600" y2="1554"/>
                        <a14:foregroundMark x1="11000" y1="50432" x2="5200" y2="69603"/>
                        <a14:foregroundMark x1="21000" y1="94473" x2="26000" y2="95337"/>
                        <a14:foregroundMark x1="98400" y1="58204" x2="97400" y2="6545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99354" y="4436650"/>
            <a:ext cx="1088653" cy="12606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Picture 4">
            <a:extLst>
              <a:ext uri="{FF2B5EF4-FFF2-40B4-BE49-F238E27FC236}">
                <a16:creationId xmlns:a16="http://schemas.microsoft.com/office/drawing/2014/main" id="{72F8C92B-BEE2-38DE-D423-B5BFAF32C6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382" b="95337" l="5200" r="98400">
                        <a14:foregroundMark x1="15200" y1="74093" x2="26800" y2="82729"/>
                        <a14:foregroundMark x1="71800" y1="90674" x2="76800" y2="91364"/>
                        <a14:foregroundMark x1="92800" y1="56304" x2="93200" y2="66494"/>
                        <a14:foregroundMark x1="38800" y1="5699" x2="38000" y2="10190"/>
                        <a14:foregroundMark x1="61200" y1="5527" x2="60600" y2="7254"/>
                        <a14:foregroundMark x1="61400" y1="2418" x2="57600" y2="1554"/>
                        <a14:foregroundMark x1="11000" y1="50432" x2="5200" y2="69603"/>
                        <a14:foregroundMark x1="21000" y1="94473" x2="26000" y2="95337"/>
                        <a14:foregroundMark x1="98400" y1="58204" x2="97400" y2="6545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21098" y="4357641"/>
            <a:ext cx="1088652" cy="12606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" name="Picture 4">
            <a:extLst>
              <a:ext uri="{FF2B5EF4-FFF2-40B4-BE49-F238E27FC236}">
                <a16:creationId xmlns:a16="http://schemas.microsoft.com/office/drawing/2014/main" id="{22A450BE-8BAE-6AB2-4573-D29403E7D3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382" b="95337" l="5200" r="98400">
                        <a14:foregroundMark x1="15200" y1="74093" x2="26800" y2="82729"/>
                        <a14:foregroundMark x1="71800" y1="90674" x2="76800" y2="91364"/>
                        <a14:foregroundMark x1="92800" y1="56304" x2="93200" y2="66494"/>
                        <a14:foregroundMark x1="38800" y1="5699" x2="38000" y2="10190"/>
                        <a14:foregroundMark x1="61200" y1="5527" x2="60600" y2="7254"/>
                        <a14:foregroundMark x1="61400" y1="2418" x2="57600" y2="1554"/>
                        <a14:foregroundMark x1="11000" y1="50432" x2="5200" y2="69603"/>
                        <a14:foregroundMark x1="21000" y1="94473" x2="26000" y2="95337"/>
                        <a14:foregroundMark x1="98400" y1="58204" x2="97400" y2="6545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93317" y="4357641"/>
            <a:ext cx="1088653" cy="12606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" name="Picture 2">
            <a:extLst>
              <a:ext uri="{FF2B5EF4-FFF2-40B4-BE49-F238E27FC236}">
                <a16:creationId xmlns:a16="http://schemas.microsoft.com/office/drawing/2014/main" id="{59E3C685-2516-64D2-337C-B3F8AB487E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24271" y="5866269"/>
            <a:ext cx="746314" cy="7463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" name="Picture 2">
            <a:extLst>
              <a:ext uri="{FF2B5EF4-FFF2-40B4-BE49-F238E27FC236}">
                <a16:creationId xmlns:a16="http://schemas.microsoft.com/office/drawing/2014/main" id="{78015A97-C7FC-03F9-D4C5-B9797E9D4C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42913" y="5866270"/>
            <a:ext cx="746313" cy="7463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6" name="矩形 35">
            <a:extLst>
              <a:ext uri="{FF2B5EF4-FFF2-40B4-BE49-F238E27FC236}">
                <a16:creationId xmlns:a16="http://schemas.microsoft.com/office/drawing/2014/main" id="{8B512FC5-5E76-ED94-B6E5-05AB4F79281E}"/>
              </a:ext>
            </a:extLst>
          </p:cNvPr>
          <p:cNvSpPr/>
          <p:nvPr/>
        </p:nvSpPr>
        <p:spPr>
          <a:xfrm>
            <a:off x="1004807" y="2505670"/>
            <a:ext cx="535723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54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1</a:t>
            </a:r>
            <a:endParaRPr lang="zh-CN" altLang="en-US" sz="54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F8AB2ABD-C888-364E-16DA-23875E9E4DB4}"/>
              </a:ext>
            </a:extLst>
          </p:cNvPr>
          <p:cNvSpPr/>
          <p:nvPr/>
        </p:nvSpPr>
        <p:spPr>
          <a:xfrm>
            <a:off x="3463631" y="2261727"/>
            <a:ext cx="535723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54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1</a:t>
            </a:r>
            <a:endParaRPr lang="zh-CN" altLang="en-US" sz="54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7A6B518A-64AE-024B-6FB1-B1FC2F95CB7E}"/>
              </a:ext>
            </a:extLst>
          </p:cNvPr>
          <p:cNvSpPr/>
          <p:nvPr/>
        </p:nvSpPr>
        <p:spPr>
          <a:xfrm>
            <a:off x="8844758" y="2256018"/>
            <a:ext cx="535723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54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2</a:t>
            </a:r>
            <a:endParaRPr lang="zh-CN" altLang="en-US" sz="54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76E4A4A1-0522-8F5E-B128-F894563A5613}"/>
              </a:ext>
            </a:extLst>
          </p:cNvPr>
          <p:cNvSpPr/>
          <p:nvPr/>
        </p:nvSpPr>
        <p:spPr>
          <a:xfrm>
            <a:off x="3995528" y="5742095"/>
            <a:ext cx="535723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54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3</a:t>
            </a:r>
            <a:endParaRPr lang="zh-CN" altLang="en-US" sz="54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57628A03-5AB0-8E05-125F-2DF7EFBC110E}"/>
              </a:ext>
            </a:extLst>
          </p:cNvPr>
          <p:cNvSpPr/>
          <p:nvPr/>
        </p:nvSpPr>
        <p:spPr>
          <a:xfrm>
            <a:off x="9876766" y="5519258"/>
            <a:ext cx="535723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54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5</a:t>
            </a:r>
            <a:endParaRPr lang="zh-CN" altLang="en-US" sz="54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8934391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7" grpId="0" animBg="1"/>
      <p:bldP spid="10" grpId="0" animBg="1"/>
      <p:bldP spid="15" grpId="0" animBg="1"/>
      <p:bldP spid="20" grpId="0" animBg="1"/>
      <p:bldP spid="36" grpId="0"/>
      <p:bldP spid="37" grpId="0"/>
      <p:bldP spid="38" grpId="0"/>
      <p:bldP spid="39" grpId="0"/>
      <p:bldP spid="40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39476770-8C11-778E-32BC-F65ABF7ACE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不死神兔 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斐波那契数列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zh-CN" altLang="en-US" dirty="0"/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21674917-1B20-2E40-8226-8EC87787CE9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zh-CN" altLang="en-US" dirty="0">
                <a:solidFill>
                  <a:schemeClr val="tx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有一对兔子，从出生后第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3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个月起每个月都生一对兔子，小兔子长到第三个月后每个月又生一对兔子，假如兔子都不死，问第二十个月的兔子对数为多少？</a:t>
            </a:r>
            <a:endParaRPr kumimoji="0" lang="zh-CN" altLang="en-US" b="0" i="0" u="none" strike="noStrike" cap="none" normalizeH="0" baseline="0" dirty="0">
              <a:ln>
                <a:noFill/>
              </a:ln>
              <a:solidFill>
                <a:schemeClr val="tx1">
                  <a:lumMod val="50000"/>
                </a:schemeClr>
              </a:solidFill>
              <a:effectLst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endParaRPr lang="zh-CN" altLang="en-US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F8AB2ABD-C888-364E-16DA-23875E9E4DB4}"/>
              </a:ext>
            </a:extLst>
          </p:cNvPr>
          <p:cNvSpPr/>
          <p:nvPr/>
        </p:nvSpPr>
        <p:spPr>
          <a:xfrm>
            <a:off x="2189103" y="3091342"/>
            <a:ext cx="535723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54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1</a:t>
            </a:r>
            <a:endParaRPr lang="zh-CN" altLang="en-US" sz="54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7A6B518A-64AE-024B-6FB1-B1FC2F95CB7E}"/>
              </a:ext>
            </a:extLst>
          </p:cNvPr>
          <p:cNvSpPr/>
          <p:nvPr/>
        </p:nvSpPr>
        <p:spPr>
          <a:xfrm>
            <a:off x="3644717" y="3091342"/>
            <a:ext cx="535723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54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2</a:t>
            </a:r>
            <a:endParaRPr lang="zh-CN" altLang="en-US" sz="54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E2B197F5-E531-A727-5061-7EA1E5D9008E}"/>
              </a:ext>
            </a:extLst>
          </p:cNvPr>
          <p:cNvSpPr/>
          <p:nvPr/>
        </p:nvSpPr>
        <p:spPr>
          <a:xfrm>
            <a:off x="2916910" y="3091342"/>
            <a:ext cx="535723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54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1</a:t>
            </a:r>
            <a:endParaRPr lang="zh-CN" altLang="en-US" sz="54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69D0021B-0B38-859E-5233-36D15EAB5C82}"/>
              </a:ext>
            </a:extLst>
          </p:cNvPr>
          <p:cNvSpPr/>
          <p:nvPr/>
        </p:nvSpPr>
        <p:spPr>
          <a:xfrm>
            <a:off x="4372524" y="3091342"/>
            <a:ext cx="535723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54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3</a:t>
            </a:r>
            <a:endParaRPr lang="zh-CN" altLang="en-US" sz="54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89FB1206-3E98-430D-7874-AE2E3A28AF12}"/>
              </a:ext>
            </a:extLst>
          </p:cNvPr>
          <p:cNvSpPr/>
          <p:nvPr/>
        </p:nvSpPr>
        <p:spPr>
          <a:xfrm>
            <a:off x="5100331" y="3091342"/>
            <a:ext cx="535723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54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5</a:t>
            </a:r>
            <a:endParaRPr lang="zh-CN" altLang="en-US" sz="54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541A54CE-6477-4245-5BB7-F8DBD00FD697}"/>
              </a:ext>
            </a:extLst>
          </p:cNvPr>
          <p:cNvSpPr/>
          <p:nvPr/>
        </p:nvSpPr>
        <p:spPr>
          <a:xfrm>
            <a:off x="7634810" y="3091342"/>
            <a:ext cx="886781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54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21</a:t>
            </a:r>
            <a:endParaRPr lang="zh-CN" altLang="en-US" sz="54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E771AD3A-C477-B980-4F01-8D070E2DA645}"/>
              </a:ext>
            </a:extLst>
          </p:cNvPr>
          <p:cNvSpPr/>
          <p:nvPr/>
        </p:nvSpPr>
        <p:spPr>
          <a:xfrm>
            <a:off x="6555945" y="3091342"/>
            <a:ext cx="886781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54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13</a:t>
            </a:r>
            <a:endParaRPr lang="zh-CN" altLang="en-US" sz="54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8D33A151-52C8-437F-1B92-5A988C9D8312}"/>
              </a:ext>
            </a:extLst>
          </p:cNvPr>
          <p:cNvSpPr/>
          <p:nvPr/>
        </p:nvSpPr>
        <p:spPr>
          <a:xfrm>
            <a:off x="8713677" y="3091342"/>
            <a:ext cx="676787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54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…</a:t>
            </a:r>
            <a:endParaRPr lang="zh-CN" altLang="en-US" sz="54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CEF65CFD-E2F9-BFB2-C007-ECD53B164FAA}"/>
              </a:ext>
            </a:extLst>
          </p:cNvPr>
          <p:cNvSpPr/>
          <p:nvPr/>
        </p:nvSpPr>
        <p:spPr>
          <a:xfrm>
            <a:off x="5828138" y="3091342"/>
            <a:ext cx="535723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54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8</a:t>
            </a:r>
            <a:endParaRPr lang="zh-CN" altLang="en-US" sz="54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95B98417-0371-C98E-F4F9-CB6E2559973B}"/>
              </a:ext>
            </a:extLst>
          </p:cNvPr>
          <p:cNvSpPr txBox="1"/>
          <p:nvPr/>
        </p:nvSpPr>
        <p:spPr>
          <a:xfrm>
            <a:off x="2308986" y="4350902"/>
            <a:ext cx="61184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2000" dirty="0">
                <a:solidFill>
                  <a:srgbClr val="C00000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</a:rPr>
              <a:t>从第三个月开始，兔子的对数是前两个月相加的和</a:t>
            </a:r>
            <a:endParaRPr kumimoji="0" lang="zh-CN" altLang="en-US" sz="2000" b="0" i="0" u="none" strike="noStrike" cap="none" normalizeH="0" baseline="0" dirty="0">
              <a:ln>
                <a:noFill/>
              </a:ln>
              <a:solidFill>
                <a:srgbClr val="C00000"/>
              </a:solidFill>
              <a:effectLst/>
              <a:latin typeface="杨任东竹石体-Bold" panose="02000000000000000000" pitchFamily="2" charset="-122"/>
              <a:ea typeface="杨任东竹石体-Bold" panose="02000000000000000000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8646871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1EE1C1-2252-6F18-03FA-8E80E2C930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6C84E5A5-713D-8766-6C21-5D210C50B34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897933" y="1447800"/>
            <a:ext cx="7796085" cy="3962399"/>
          </a:xfrm>
        </p:spPr>
        <p:txBody>
          <a:bodyPr/>
          <a:lstStyle/>
          <a:p>
            <a:r>
              <a:rPr lang="zh-CN" altLang="en-US" dirty="0"/>
              <a:t>递归：</a:t>
            </a:r>
            <a:r>
              <a:rPr lang="zh-CN" alt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方法直接或者间接调用本身</a:t>
            </a:r>
            <a:endParaRPr lang="en-US" altLang="zh-CN" dirty="0"/>
          </a:p>
          <a:p>
            <a:r>
              <a:rPr lang="zh-CN" altLang="en-US" dirty="0"/>
              <a:t>递归的思路：</a:t>
            </a:r>
            <a:r>
              <a:rPr lang="zh-CN" alt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将大问题，层层转化为一个与原问题，</a:t>
            </a:r>
            <a:r>
              <a:rPr lang="zh-CN" altLang="en-US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相似的，规模更小的问题来解决</a:t>
            </a:r>
            <a:endParaRPr kumimoji="0" lang="zh-CN" altLang="en-US" sz="1600" b="0" i="0" u="none" strike="noStrike" cap="none" normalizeH="0" baseline="0" dirty="0">
              <a:ln>
                <a:noFill/>
              </a:ln>
              <a:solidFill>
                <a:schemeClr val="tx1">
                  <a:lumMod val="95000"/>
                  <a:lumOff val="5000"/>
                </a:schemeClr>
              </a:solidFill>
              <a:effectLst/>
            </a:endParaRPr>
          </a:p>
          <a:p>
            <a:r>
              <a:rPr lang="zh-CN" altLang="en-US" dirty="0"/>
              <a:t>递归的使用场景：常用于一些逻辑类似的业务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7181693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FA82CA6E-4C62-0CE6-4C31-CD03C16BBC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8C5748E7-A14A-FE92-0C65-E91D8373FBC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982521" y="2505975"/>
            <a:ext cx="4410730" cy="1956553"/>
          </a:xfrm>
        </p:spPr>
        <p:txBody>
          <a:bodyPr/>
          <a:lstStyle/>
          <a:p>
            <a:r>
              <a:rPr kumimoji="1" lang="en-US" altLang="zh-CN" dirty="0">
                <a:latin typeface="Consolas" panose="020B0609020204030204" pitchFamily="49" charset="0"/>
              </a:rPr>
              <a:t>File </a:t>
            </a:r>
            <a:r>
              <a:rPr kumimoji="1" lang="zh-CN" altLang="en-US" dirty="0">
                <a:latin typeface="Consolas" panose="020B0609020204030204" pitchFamily="49" charset="0"/>
              </a:rPr>
              <a:t>介绍</a:t>
            </a:r>
            <a:endParaRPr kumimoji="1" lang="en-US" altLang="zh-CN" dirty="0">
              <a:latin typeface="Consolas" panose="020B0609020204030204" pitchFamily="49" charset="0"/>
            </a:endParaRPr>
          </a:p>
          <a:p>
            <a:r>
              <a:rPr kumimoji="1" lang="en-US" altLang="zh-CN" dirty="0">
                <a:latin typeface="Consolas" panose="020B0609020204030204" pitchFamily="49" charset="0"/>
              </a:rPr>
              <a:t>File </a:t>
            </a:r>
            <a:r>
              <a:rPr kumimoji="1" lang="zh-CN" altLang="en-US" dirty="0">
                <a:latin typeface="Consolas" panose="020B0609020204030204" pitchFamily="49" charset="0"/>
              </a:rPr>
              <a:t>类的常用 </a:t>
            </a:r>
            <a:r>
              <a:rPr kumimoji="1" lang="en-US" altLang="zh-CN" dirty="0">
                <a:latin typeface="Consolas" panose="020B0609020204030204" pitchFamily="49" charset="0"/>
              </a:rPr>
              <a:t>API</a:t>
            </a:r>
          </a:p>
          <a:p>
            <a:r>
              <a:rPr kumimoji="1" lang="zh-CN" altLang="en-US" dirty="0">
                <a:latin typeface="Consolas" panose="020B0609020204030204" pitchFamily="49" charset="0"/>
              </a:rPr>
              <a:t>递归介绍</a:t>
            </a:r>
            <a:endParaRPr kumimoji="1" lang="en-US" altLang="zh-CN" dirty="0">
              <a:latin typeface="Consolas" panose="020B0609020204030204" pitchFamily="49" charset="0"/>
            </a:endParaRPr>
          </a:p>
          <a:p>
            <a:r>
              <a:rPr kumimoji="1" lang="zh-CN" altLang="en-US" dirty="0">
                <a:latin typeface="Consolas" panose="020B0609020204030204" pitchFamily="49" charset="0"/>
              </a:rPr>
              <a:t>递归案例</a:t>
            </a:r>
            <a:endParaRPr kumimoji="1" lang="en-US" altLang="zh-CN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494402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decel="100000" fill="hold" grpId="0" nodeType="withEffect">
                                  <p:stCondLst>
                                    <p:cond delay="85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to="0" calcmode="lin" valueType="num">
                                      <p:cBhvr>
                                        <p:cTn id="8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1A71AE-13F8-4493-2044-856F26A4EF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AE378E2-3713-3616-390E-F4095F5107E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34080" y="2465278"/>
            <a:ext cx="4831831" cy="901700"/>
          </a:xfrm>
        </p:spPr>
        <p:txBody>
          <a:bodyPr/>
          <a:lstStyle/>
          <a:p>
            <a:r>
              <a:rPr lang="zh-CN" altLang="en-US" dirty="0"/>
              <a:t>递归案例</a:t>
            </a:r>
          </a:p>
        </p:txBody>
      </p:sp>
      <p:sp>
        <p:nvSpPr>
          <p:cNvPr id="10" name="文本占位符 9">
            <a:extLst>
              <a:ext uri="{FF2B5EF4-FFF2-40B4-BE49-F238E27FC236}">
                <a16:creationId xmlns:a16="http://schemas.microsoft.com/office/drawing/2014/main" id="{59E49DAE-0E82-0F10-417D-9D5F8DD9584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CN" dirty="0"/>
              <a:t>4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4496557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25DB57-7FBE-85E1-232E-A67D9F5375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D855071-F6D8-D4F1-803A-78BBEC20B5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 </a:t>
            </a:r>
            <a:endParaRPr lang="zh-CN" altLang="en-US" dirty="0"/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AD84BFF1-378F-4B7D-BDDB-25C8569F4D8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tx1">
                    <a:lumMod val="50000"/>
                  </a:schemeClr>
                </a:solidFill>
                <a:ea typeface="Alibaba PuHuiTi R"/>
              </a:rPr>
              <a:t>需求：键盘录入一个文件夹路径，找出这个文件夹下所有的 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  <a:ea typeface="Alibaba PuHuiTi R"/>
              </a:rPr>
              <a:t>.java 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  <a:ea typeface="Alibaba PuHuiTi R"/>
              </a:rPr>
              <a:t>文件 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  <a:ea typeface="Alibaba PuHuiTi R"/>
              </a:rPr>
              <a:t>(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  <a:ea typeface="Alibaba PuHuiTi R"/>
              </a:rPr>
              <a:t>包括子文件夹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  <a:ea typeface="Alibaba PuHuiTi R"/>
              </a:rPr>
              <a:t>)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7865467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15A072F9-4723-C217-7755-19B90A4AF36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116382"/>
              </p:ext>
            </p:extLst>
          </p:nvPr>
        </p:nvGraphicFramePr>
        <p:xfrm>
          <a:off x="842672" y="1301248"/>
          <a:ext cx="10744199" cy="1522445"/>
        </p:xfrm>
        <a:graphic>
          <a:graphicData uri="http://schemas.openxmlformats.org/drawingml/2006/table">
            <a:tbl>
              <a:tblPr/>
              <a:tblGrid>
                <a:gridCol w="3690669">
                  <a:extLst>
                    <a:ext uri="{9D8B030D-6E8A-4147-A177-3AD203B41FA5}">
                      <a16:colId xmlns:a16="http://schemas.microsoft.com/office/drawing/2014/main" val="1138920238"/>
                    </a:ext>
                  </a:extLst>
                </a:gridCol>
                <a:gridCol w="7053530">
                  <a:extLst>
                    <a:ext uri="{9D8B030D-6E8A-4147-A177-3AD203B41FA5}">
                      <a16:colId xmlns:a16="http://schemas.microsoft.com/office/drawing/2014/main" val="432614512"/>
                    </a:ext>
                  </a:extLst>
                </a:gridCol>
              </a:tblGrid>
              <a:tr h="580477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方法名称</a:t>
                      </a: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D2B2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说明</a:t>
                      </a: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D2B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419644"/>
                  </a:ext>
                </a:extLst>
              </a:tr>
              <a:tr h="94196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Alibaba PuHuiTi R"/>
                          <a:cs typeface="+mn-cs"/>
                        </a:rPr>
                        <a:t>public File[] </a:t>
                      </a:r>
                      <a:r>
                        <a:rPr lang="en-US" altLang="zh-CN" sz="1600" i="0" kern="1200" dirty="0" err="1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Alibaba PuHuiTi R"/>
                          <a:cs typeface="+mn-cs"/>
                        </a:rPr>
                        <a:t>listFiles</a:t>
                      </a:r>
                      <a:r>
                        <a:rPr lang="en-US" altLang="zh-CN" sz="160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Alibaba PuHuiTi R"/>
                          <a:cs typeface="+mn-cs"/>
                        </a:rPr>
                        <a:t>()</a:t>
                      </a:r>
                      <a:endParaRPr kumimoji="0" lang="zh-CN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Consolas" panose="020B0609020204030204" pitchFamily="49" charset="0"/>
                        <a:ea typeface="Alibaba PuHuiTi R"/>
                      </a:endParaRPr>
                    </a:p>
                  </a:txBody>
                  <a:tcPr marL="121891" marR="121891" marT="60979" marB="6097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Alibaba PuHuiTi R"/>
                          <a:cs typeface="+mn-cs"/>
                        </a:rPr>
                        <a:t>获取当前目录下所有的  </a:t>
                      </a:r>
                      <a:r>
                        <a:rPr lang="en-US" altLang="zh-CN" sz="160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Alibaba PuHuiTi R"/>
                          <a:cs typeface="+mn-cs"/>
                        </a:rPr>
                        <a:t>“</a:t>
                      </a:r>
                      <a:r>
                        <a:rPr lang="zh-CN" altLang="en-US" sz="160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Alibaba PuHuiTi R"/>
                          <a:cs typeface="+mn-cs"/>
                        </a:rPr>
                        <a:t>一级文件对象</a:t>
                      </a:r>
                      <a:r>
                        <a:rPr lang="en-US" altLang="zh-CN" sz="160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Alibaba PuHuiTi R"/>
                          <a:cs typeface="+mn-cs"/>
                        </a:rPr>
                        <a:t>” 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Alibaba PuHuiTi R"/>
                          <a:cs typeface="+mn-cs"/>
                        </a:rPr>
                        <a:t>返回 </a:t>
                      </a:r>
                      <a:r>
                        <a:rPr lang="en-US" altLang="zh-CN" sz="160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Alibaba PuHuiTi R"/>
                          <a:cs typeface="+mn-cs"/>
                        </a:rPr>
                        <a:t>File </a:t>
                      </a:r>
                      <a:r>
                        <a:rPr lang="zh-CN" altLang="en-US" sz="160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Alibaba PuHuiTi R"/>
                          <a:cs typeface="+mn-cs"/>
                        </a:rPr>
                        <a:t>数组</a:t>
                      </a:r>
                      <a:endParaRPr lang="en-US" altLang="zh-CN" sz="160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Alibaba PuHuiTi R"/>
                        <a:cs typeface="+mn-cs"/>
                      </a:endParaRPr>
                    </a:p>
                  </a:txBody>
                  <a:tcPr marL="121891" marR="121891" marT="60979" marB="6097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4122172"/>
                  </a:ext>
                </a:extLst>
              </a:tr>
            </a:tbl>
          </a:graphicData>
        </a:graphic>
      </p:graphicFrame>
      <p:sp>
        <p:nvSpPr>
          <p:cNvPr id="4" name="TextBox 6">
            <a:extLst>
              <a:ext uri="{FF2B5EF4-FFF2-40B4-BE49-F238E27FC236}">
                <a16:creationId xmlns:a16="http://schemas.microsoft.com/office/drawing/2014/main" id="{8B0A0982-8683-497A-ACDE-2B021CB668FB}"/>
              </a:ext>
            </a:extLst>
          </p:cNvPr>
          <p:cNvSpPr txBox="1"/>
          <p:nvPr/>
        </p:nvSpPr>
        <p:spPr>
          <a:xfrm>
            <a:off x="759286" y="3429000"/>
            <a:ext cx="10554360" cy="17154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en-US" dirty="0">
                <a:solidFill>
                  <a:schemeClr val="tx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当调用者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File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表示的</a:t>
            </a:r>
            <a:r>
              <a:rPr lang="zh-CN" altLang="en-US" dirty="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路径不存在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时，返回</a:t>
            </a:r>
            <a:r>
              <a:rPr lang="en-US" altLang="zh-CN" dirty="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null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en-US" dirty="0">
                <a:solidFill>
                  <a:schemeClr val="tx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当调用者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File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表示的</a:t>
            </a:r>
            <a:r>
              <a:rPr lang="zh-CN" altLang="en-US" dirty="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路径是文件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时，返回</a:t>
            </a:r>
            <a:r>
              <a:rPr lang="en-US" altLang="zh-CN" dirty="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null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en-US" dirty="0">
                <a:solidFill>
                  <a:schemeClr val="tx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当调用者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File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表示的路径是一个</a:t>
            </a:r>
            <a:r>
              <a:rPr lang="zh-CN" altLang="en-US" dirty="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空文件夹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时，返回一个</a:t>
            </a:r>
            <a:r>
              <a:rPr lang="zh-CN" altLang="en-US" dirty="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长度为</a:t>
            </a:r>
            <a:r>
              <a:rPr lang="en-US" altLang="zh-CN" dirty="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0</a:t>
            </a:r>
            <a:r>
              <a:rPr lang="zh-CN" altLang="en-US" dirty="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的数组</a:t>
            </a:r>
            <a:endParaRPr lang="en-US" altLang="zh-CN" dirty="0">
              <a:solidFill>
                <a:srgbClr val="C00000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en-US" dirty="0">
                <a:solidFill>
                  <a:schemeClr val="tx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当调用者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File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表示的路径是</a:t>
            </a:r>
            <a:r>
              <a:rPr lang="zh-CN" altLang="en-US" dirty="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需要权限才能访问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的文件夹时，返回</a:t>
            </a:r>
            <a:r>
              <a:rPr lang="en-US" altLang="zh-CN" dirty="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null</a:t>
            </a:r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A31CCCBD-8824-827B-0B3B-15A640CE62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solidFill>
                  <a:srgbClr val="AD2B26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File </a:t>
            </a:r>
            <a:r>
              <a:rPr lang="zh-CN" altLang="en-US" b="1" dirty="0">
                <a:solidFill>
                  <a:srgbClr val="AD2B26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类的遍历方法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027961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DC47E3D-CBF8-67D6-3C53-B267CD44AB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递归删除文件夹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C5DD02EE-8E74-0963-5AF2-5C5DAAB8E52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sz="1800" dirty="0">
                <a:solidFill>
                  <a:schemeClr val="tx1">
                    <a:lumMod val="50000"/>
                  </a:schemeClr>
                </a:solidFill>
                <a:ea typeface="Alibaba PuHuiTi R"/>
              </a:rPr>
              <a:t>需求 </a:t>
            </a:r>
            <a:r>
              <a:rPr lang="en-US" altLang="zh-CN" sz="1800" dirty="0">
                <a:solidFill>
                  <a:schemeClr val="tx1">
                    <a:lumMod val="50000"/>
                  </a:schemeClr>
                </a:solidFill>
                <a:ea typeface="Alibaba PuHuiTi R"/>
              </a:rPr>
              <a:t>: </a:t>
            </a:r>
            <a:r>
              <a:rPr lang="zh-CN" altLang="en-US" sz="1800" dirty="0">
                <a:solidFill>
                  <a:schemeClr val="tx1">
                    <a:lumMod val="50000"/>
                  </a:schemeClr>
                </a:solidFill>
                <a:ea typeface="Alibaba PuHuiTi R"/>
              </a:rPr>
              <a:t>设计一个方法</a:t>
            </a:r>
            <a:r>
              <a:rPr lang="en-US" altLang="zh-CN" sz="1800" dirty="0">
                <a:solidFill>
                  <a:schemeClr val="tx1">
                    <a:lumMod val="50000"/>
                  </a:schemeClr>
                </a:solidFill>
                <a:ea typeface="Alibaba PuHuiTi R"/>
              </a:rPr>
              <a:t>, </a:t>
            </a:r>
            <a:r>
              <a:rPr lang="zh-CN" altLang="en-US" sz="1800" dirty="0">
                <a:solidFill>
                  <a:schemeClr val="tx1">
                    <a:lumMod val="50000"/>
                  </a:schemeClr>
                </a:solidFill>
                <a:ea typeface="Alibaba PuHuiTi R"/>
              </a:rPr>
              <a:t>删除文件夹</a:t>
            </a:r>
          </a:p>
          <a:p>
            <a:r>
              <a:rPr lang="zh-CN" altLang="en-US" sz="1800" dirty="0">
                <a:solidFill>
                  <a:schemeClr val="tx1">
                    <a:lumMod val="50000"/>
                  </a:schemeClr>
                </a:solidFill>
                <a:ea typeface="Alibaba PuHuiTi R"/>
              </a:rPr>
              <a:t>注意 </a:t>
            </a:r>
            <a:r>
              <a:rPr lang="en-US" altLang="zh-CN" sz="1800" dirty="0">
                <a:solidFill>
                  <a:schemeClr val="tx1">
                    <a:lumMod val="50000"/>
                  </a:schemeClr>
                </a:solidFill>
                <a:ea typeface="Alibaba PuHuiTi R"/>
              </a:rPr>
              <a:t>: </a:t>
            </a:r>
            <a:r>
              <a:rPr lang="en-US" altLang="zh-CN" sz="18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Alibaba PuHuiTi R"/>
              </a:rPr>
              <a:t>delete</a:t>
            </a:r>
            <a:r>
              <a:rPr lang="en-US" altLang="zh-CN" sz="1800" dirty="0">
                <a:solidFill>
                  <a:schemeClr val="tx1">
                    <a:lumMod val="50000"/>
                  </a:schemeClr>
                </a:solidFill>
                <a:ea typeface="Alibaba PuHuiTi R"/>
              </a:rPr>
              <a:t>() </a:t>
            </a:r>
            <a:r>
              <a:rPr lang="zh-CN" altLang="en-US" sz="1800" dirty="0">
                <a:solidFill>
                  <a:schemeClr val="tx1">
                    <a:lumMod val="50000"/>
                  </a:schemeClr>
                </a:solidFill>
                <a:ea typeface="Alibaba PuHuiTi R"/>
              </a:rPr>
              <a:t>只能删除空文件夹</a:t>
            </a:r>
            <a:endParaRPr lang="zh-CN" altLang="en-US" sz="1800" dirty="0">
              <a:solidFill>
                <a:schemeClr val="tx1">
                  <a:lumMod val="50000"/>
                </a:schemeClr>
              </a:solidFill>
            </a:endParaRPr>
          </a:p>
          <a:p>
            <a:endParaRPr lang="zh-CN" altLang="en-US" sz="1800" dirty="0">
              <a:solidFill>
                <a:schemeClr val="tx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4082091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DE9404D-B0A3-52E4-8DDF-ACB8B9A548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递归统计文件夹大小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C5DD02EE-8E74-0963-5AF2-5C5DAAB8E52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sz="1800" dirty="0">
                <a:ea typeface="Alibaba PuHuiTi R"/>
              </a:rPr>
              <a:t>需求 </a:t>
            </a:r>
            <a:r>
              <a:rPr lang="en-US" altLang="zh-CN" sz="1800" dirty="0">
                <a:ea typeface="Alibaba PuHuiTi R"/>
              </a:rPr>
              <a:t>: </a:t>
            </a:r>
            <a:r>
              <a:rPr lang="zh-CN" altLang="en-US" sz="1800" dirty="0">
                <a:ea typeface="Alibaba PuHuiTi R"/>
              </a:rPr>
              <a:t>键盘录入一个文件夹路径，统计文件夹的大小</a:t>
            </a:r>
            <a:endParaRPr lang="zh-CN" altLang="en-US" sz="1800" dirty="0"/>
          </a:p>
          <a:p>
            <a:endParaRPr lang="zh-CN" altLang="en-US" sz="1800" dirty="0"/>
          </a:p>
        </p:txBody>
      </p:sp>
    </p:spTree>
    <p:extLst>
      <p:ext uri="{BB962C8B-B14F-4D97-AF65-F5344CB8AC3E}">
        <p14:creationId xmlns:p14="http://schemas.microsoft.com/office/powerpoint/2010/main" val="361350326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6098703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GUIDESSETTING" val="{&quot;Id&quot;:&quot;GuidesStyle_Normal&quot;,&quot;Name&quot;:&quot;正常&quot;,&quot;Kind&quot;:&quot;System&quot;,&quot;OldGuidesSetting&quot;:{&quot;HeaderHeight&quot;:15.0,&quot;FooterHeight&quot;:9.0,&quot;SideMargin&quot;:5.5,&quot;TopMargin&quot;:0.0,&quot;BottomMargin&quot;:0.0,&quot;IntervalMargin&quot;:1.5}}"/>
  <p:tag name="ISLIDE.THEME" val="#782110"/>
  <p:tag name="ISLIDE.TEMPLATE" val="1f6b6247-00f9-4185-bb3e-6a09396f8e3b"/>
</p:tagLst>
</file>

<file path=ppt/theme/theme1.xml><?xml version="1.0" encoding="utf-8"?>
<a:theme xmlns:a="http://schemas.openxmlformats.org/drawingml/2006/main" name="内容模板">
  <a:themeElements>
    <a:clrScheme name="自定义 11">
      <a:dk1>
        <a:srgbClr val="363C3B"/>
      </a:dk1>
      <a:lt1>
        <a:srgbClr val="FFFFFF"/>
      </a:lt1>
      <a:dk2>
        <a:srgbClr val="49504F"/>
      </a:dk2>
      <a:lt2>
        <a:srgbClr val="FFFFE4"/>
      </a:lt2>
      <a:accent1>
        <a:srgbClr val="AD2B26"/>
      </a:accent1>
      <a:accent2>
        <a:srgbClr val="49504F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传智播客">
      <a:majorFont>
        <a:latin typeface="Source Code Pro Black"/>
        <a:ea typeface="阿里巴巴普惠体 Heavy"/>
        <a:cs typeface=""/>
      </a:majorFont>
      <a:minorFont>
        <a:latin typeface="Source Code Pro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5400">
          <a:solidFill>
            <a:schemeClr val="tx1">
              <a:lumMod val="50000"/>
            </a:schemeClr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dk1"/>
        </a:lnRef>
        <a:fillRef idx="1">
          <a:schemeClr val="lt1"/>
        </a:fillRef>
        <a:effectRef idx="0">
          <a:schemeClr val="dk1"/>
        </a:effectRef>
        <a:fontRef idx="minor">
          <a:schemeClr val="dk1"/>
        </a:fontRef>
      </a:style>
    </a:spDef>
  </a:objectDefaults>
  <a:extraClrSchemeLst/>
  <a:extLst>
    <a:ext uri="{05A4C25C-085E-4340-85A3-A5531E510DB2}">
      <thm15:themeFamily xmlns:thm15="http://schemas.microsoft.com/office/thememl/2012/main" name="PresentationDefault.potx" id="{1D9758C4-BF53-48D5-9F51-21F468A6C710}" vid="{F0E1EFAF-5478-48F0-8152-DA9350739AFC}"/>
    </a:ext>
  </a:extLst>
</a:theme>
</file>

<file path=ppt/theme/theme2.xml><?xml version="1.0" encoding="utf-8"?>
<a:theme xmlns:a="http://schemas.openxmlformats.org/drawingml/2006/main" name="封面">
  <a:themeElements>
    <a:clrScheme name="自定义 11">
      <a:dk1>
        <a:srgbClr val="363C3B"/>
      </a:dk1>
      <a:lt1>
        <a:srgbClr val="FFFFFF"/>
      </a:lt1>
      <a:dk2>
        <a:srgbClr val="49504F"/>
      </a:dk2>
      <a:lt2>
        <a:srgbClr val="FFFFE4"/>
      </a:lt2>
      <a:accent1>
        <a:srgbClr val="AD2B26"/>
      </a:accent1>
      <a:accent2>
        <a:srgbClr val="49504F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Source Code Pro Black"/>
        <a:ea typeface="阿里巴巴普惠体"/>
        <a:cs typeface=""/>
      </a:majorFont>
      <a:minorFont>
        <a:latin typeface="Source Code Pro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章节目录模板">
  <a:themeElements>
    <a:clrScheme name="自定义 11">
      <a:dk1>
        <a:srgbClr val="363C3B"/>
      </a:dk1>
      <a:lt1>
        <a:srgbClr val="FFFFFF"/>
      </a:lt1>
      <a:dk2>
        <a:srgbClr val="49504F"/>
      </a:dk2>
      <a:lt2>
        <a:srgbClr val="FFFFE4"/>
      </a:lt2>
      <a:accent1>
        <a:srgbClr val="AD2B26"/>
      </a:accent1>
      <a:accent2>
        <a:srgbClr val="49504F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传智播客">
      <a:majorFont>
        <a:latin typeface="Source Code Pro Black"/>
        <a:ea typeface="阿里巴巴普惠体 Heavy"/>
        <a:cs typeface=""/>
      </a:majorFont>
      <a:minorFont>
        <a:latin typeface="Source Code Pro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小结思考模板2">
  <a:themeElements>
    <a:clrScheme name="自定义 11">
      <a:dk1>
        <a:srgbClr val="363C3B"/>
      </a:dk1>
      <a:lt1>
        <a:srgbClr val="FFFFFF"/>
      </a:lt1>
      <a:dk2>
        <a:srgbClr val="49504F"/>
      </a:dk2>
      <a:lt2>
        <a:srgbClr val="FFFFE4"/>
      </a:lt2>
      <a:accent1>
        <a:srgbClr val="AD2B26"/>
      </a:accent1>
      <a:accent2>
        <a:srgbClr val="49504F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Source Code Pro Black"/>
        <a:ea typeface="阿里巴巴普惠体"/>
        <a:cs typeface=""/>
      </a:majorFont>
      <a:minorFont>
        <a:latin typeface="Source Code Pro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1_小结思考模板2">
  <a:themeElements>
    <a:clrScheme name="自定义 11">
      <a:dk1>
        <a:srgbClr val="363C3B"/>
      </a:dk1>
      <a:lt1>
        <a:srgbClr val="FFFFFF"/>
      </a:lt1>
      <a:dk2>
        <a:srgbClr val="49504F"/>
      </a:dk2>
      <a:lt2>
        <a:srgbClr val="FFFFE4"/>
      </a:lt2>
      <a:accent1>
        <a:srgbClr val="AD2B26"/>
      </a:accent1>
      <a:accent2>
        <a:srgbClr val="49504F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Source Code Pro Black"/>
        <a:ea typeface="阿里巴巴普惠体"/>
        <a:cs typeface=""/>
      </a:majorFont>
      <a:minorFont>
        <a:latin typeface="Source Code Pro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Seven</Template>
  <TotalTime>11875</TotalTime>
  <Words>1323</Words>
  <Application>Microsoft Office PowerPoint</Application>
  <PresentationFormat>宽屏</PresentationFormat>
  <Paragraphs>220</Paragraphs>
  <Slides>34</Slides>
  <Notes>25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5</vt:i4>
      </vt:variant>
      <vt:variant>
        <vt:lpstr>幻灯片标题</vt:lpstr>
      </vt:variant>
      <vt:variant>
        <vt:i4>34</vt:i4>
      </vt:variant>
    </vt:vector>
  </HeadingPairs>
  <TitlesOfParts>
    <vt:vector size="56" baseType="lpstr">
      <vt:lpstr>Alibaba PuHuiTi B</vt:lpstr>
      <vt:lpstr>Alibaba PuHuiTi M</vt:lpstr>
      <vt:lpstr>Alibaba PuHuiTi Medium</vt:lpstr>
      <vt:lpstr>Alibaba PuHuiTi R</vt:lpstr>
      <vt:lpstr>阿里巴巴普惠体</vt:lpstr>
      <vt:lpstr>阿里巴巴普惠体 Heavy</vt:lpstr>
      <vt:lpstr>阿里巴巴普惠体 Medium</vt:lpstr>
      <vt:lpstr>等线</vt:lpstr>
      <vt:lpstr>楷体</vt:lpstr>
      <vt:lpstr>思源黑体 CN Bold</vt:lpstr>
      <vt:lpstr>微软雅黑</vt:lpstr>
      <vt:lpstr>杨任东竹石体-Bold</vt:lpstr>
      <vt:lpstr>Arial</vt:lpstr>
      <vt:lpstr>Calisto MT</vt:lpstr>
      <vt:lpstr>Consolas</vt:lpstr>
      <vt:lpstr>Source Code Pro</vt:lpstr>
      <vt:lpstr>Wingdings</vt:lpstr>
      <vt:lpstr>内容模板</vt:lpstr>
      <vt:lpstr>封面</vt:lpstr>
      <vt:lpstr>章节目录模板</vt:lpstr>
      <vt:lpstr>小结思考模板2</vt:lpstr>
      <vt:lpstr>1_小结思考模板2</vt:lpstr>
      <vt:lpstr>第十五章：File类、递归</vt:lpstr>
      <vt:lpstr>PowerPoint 演示文稿</vt:lpstr>
      <vt:lpstr>PowerPoint 演示文稿</vt:lpstr>
      <vt:lpstr>File 类</vt:lpstr>
      <vt:lpstr>File 类创建对象</vt:lpstr>
      <vt:lpstr>相对路径和绝对路径</vt:lpstr>
      <vt:lpstr>相对路径和绝对路径</vt:lpstr>
      <vt:lpstr>相对路径和绝对路径</vt:lpstr>
      <vt:lpstr>PowerPoint 演示文稿</vt:lpstr>
      <vt:lpstr>PowerPoint 演示文稿</vt:lpstr>
      <vt:lpstr>PowerPoint 演示文稿</vt:lpstr>
      <vt:lpstr>File 类的判断方法</vt:lpstr>
      <vt:lpstr>键盘录入文件夹路径</vt:lpstr>
      <vt:lpstr>File 类的常用方法</vt:lpstr>
      <vt:lpstr>File 类的创建和删除方法</vt:lpstr>
      <vt:lpstr>File 类的遍历方法</vt:lpstr>
      <vt:lpstr> </vt:lpstr>
      <vt:lpstr> </vt:lpstr>
      <vt:lpstr>PowerPoint 演示文稿</vt:lpstr>
      <vt:lpstr>PowerPoint 演示文稿</vt:lpstr>
      <vt:lpstr>递归介绍</vt:lpstr>
      <vt:lpstr>使用递归求5的阶乘</vt:lpstr>
      <vt:lpstr>使用递归求5的阶乘</vt:lpstr>
      <vt:lpstr>递归求阶乘图解</vt:lpstr>
      <vt:lpstr>不死神兔 (斐波那契数列)</vt:lpstr>
      <vt:lpstr>不死神兔 (斐波那契数列)</vt:lpstr>
      <vt:lpstr>PowerPoint 演示文稿</vt:lpstr>
      <vt:lpstr>PowerPoint 演示文稿</vt:lpstr>
      <vt:lpstr>PowerPoint 演示文稿</vt:lpstr>
      <vt:lpstr> </vt:lpstr>
      <vt:lpstr>File 类的遍历方法</vt:lpstr>
      <vt:lpstr>递归删除文件夹</vt:lpstr>
      <vt:lpstr>递归统计文件夹大小</vt:lpstr>
      <vt:lpstr>PowerPoint 演示文稿</vt:lpstr>
    </vt:vector>
  </TitlesOfParts>
  <Manager>iSlide</Manager>
  <Company>iSlide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Seven</dc:creator>
  <cp:lastModifiedBy>ys h</cp:lastModifiedBy>
  <cp:revision>1594</cp:revision>
  <cp:lastPrinted>2022-05-29T16:00:00Z</cp:lastPrinted>
  <dcterms:created xsi:type="dcterms:W3CDTF">2022-05-29T16:00:00Z</dcterms:created>
  <dcterms:modified xsi:type="dcterms:W3CDTF">2025-05-08T03:44:25Z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Slide.TEMPLATE">
    <vt:lpwstr>1f6b6247-00f9-4185-bb3e-6a09396f8e3b</vt:lpwstr>
  </property>
</Properties>
</file>