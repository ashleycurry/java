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10"/>
  </p:notesMasterIdLst>
  <p:handoutMasterIdLst>
    <p:handoutMasterId r:id="rId11"/>
  </p:handoutMasterIdLst>
  <p:sldIdLst>
    <p:sldId id="280" r:id="rId6"/>
    <p:sldId id="1045" r:id="rId7"/>
    <p:sldId id="1046" r:id="rId8"/>
    <p:sldId id="288" r:id="rId9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E1D"/>
    <a:srgbClr val="C00000"/>
    <a:srgbClr val="0000FF"/>
    <a:srgbClr val="3561FF"/>
    <a:srgbClr val="00FFFF"/>
    <a:srgbClr val="00FFCC"/>
    <a:srgbClr val="001FEE"/>
    <a:srgbClr val="00B050"/>
    <a:srgbClr val="282D2C"/>
    <a:srgbClr val="36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13" autoAdjust="0"/>
    <p:restoredTop sz="94275" autoAdjust="0"/>
  </p:normalViewPr>
  <p:slideViewPr>
    <p:cSldViewPr snapToGrid="0" showGuides="1">
      <p:cViewPr varScale="1">
        <p:scale>
          <a:sx n="82" d="100"/>
          <a:sy n="82" d="100"/>
        </p:scale>
        <p:origin x="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2025/2/14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2025/2/14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68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开发</a:t>
            </a:r>
            <a:r>
              <a:rPr lang="en-US" altLang="zh-CN"/>
              <a:t>(AI)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8BFE7-7C78-FF64-A5CB-272C747C69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- </a:t>
            </a:r>
            <a:r>
              <a:rPr lang="zh-CN" altLang="en-US"/>
              <a:t>完结 </a:t>
            </a:r>
            <a:r>
              <a:rPr lang="en-US" altLang="zh-CN"/>
              <a:t>-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标题 2">
            <a:extLst>
              <a:ext uri="{FF2B5EF4-FFF2-40B4-BE49-F238E27FC236}">
                <a16:creationId xmlns:a16="http://schemas.microsoft.com/office/drawing/2014/main" id="{0D7550A7-EB65-1CE1-5A9A-BA9EDFA30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7" y="336399"/>
            <a:ext cx="1351216" cy="474415"/>
          </a:xfrm>
        </p:spPr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开发</a:t>
            </a:r>
          </a:p>
        </p:txBody>
      </p:sp>
      <p:cxnSp>
        <p:nvCxnSpPr>
          <p:cNvPr id="5" name="Straight Connector 21">
            <a:extLst>
              <a:ext uri="{FF2B5EF4-FFF2-40B4-BE49-F238E27FC236}">
                <a16:creationId xmlns:a16="http://schemas.microsoft.com/office/drawing/2014/main" id="{59F1473A-64A8-E522-0DAE-A5ECD3CD20B7}"/>
              </a:ext>
            </a:extLst>
          </p:cNvPr>
          <p:cNvCxnSpPr>
            <a:cxnSpLocks/>
          </p:cNvCxnSpPr>
          <p:nvPr/>
        </p:nvCxnSpPr>
        <p:spPr>
          <a:xfrm rot="5400000">
            <a:off x="1624293" y="4381355"/>
            <a:ext cx="2538932" cy="186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83">
            <a:extLst>
              <a:ext uri="{FF2B5EF4-FFF2-40B4-BE49-F238E27FC236}">
                <a16:creationId xmlns:a16="http://schemas.microsoft.com/office/drawing/2014/main" id="{D9F887E5-078B-CE24-4C74-0E9998F8266A}"/>
              </a:ext>
            </a:extLst>
          </p:cNvPr>
          <p:cNvSpPr>
            <a:spLocks noEditPoints="1"/>
          </p:cNvSpPr>
          <p:nvPr/>
        </p:nvSpPr>
        <p:spPr bwMode="auto">
          <a:xfrm>
            <a:off x="1481899" y="3013250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cxnSp>
        <p:nvCxnSpPr>
          <p:cNvPr id="13" name="Straight Connector 21">
            <a:extLst>
              <a:ext uri="{FF2B5EF4-FFF2-40B4-BE49-F238E27FC236}">
                <a16:creationId xmlns:a16="http://schemas.microsoft.com/office/drawing/2014/main" id="{5214D90A-89B0-B2FF-C844-3B52A6B891D1}"/>
              </a:ext>
            </a:extLst>
          </p:cNvPr>
          <p:cNvCxnSpPr>
            <a:cxnSpLocks/>
          </p:cNvCxnSpPr>
          <p:nvPr/>
        </p:nvCxnSpPr>
        <p:spPr>
          <a:xfrm rot="5400000">
            <a:off x="3711811" y="4381355"/>
            <a:ext cx="2538932" cy="186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21">
            <a:extLst>
              <a:ext uri="{FF2B5EF4-FFF2-40B4-BE49-F238E27FC236}">
                <a16:creationId xmlns:a16="http://schemas.microsoft.com/office/drawing/2014/main" id="{E7936C02-4A5B-2215-2D56-6A840AD4F2CC}"/>
              </a:ext>
            </a:extLst>
          </p:cNvPr>
          <p:cNvCxnSpPr>
            <a:cxnSpLocks/>
          </p:cNvCxnSpPr>
          <p:nvPr/>
        </p:nvCxnSpPr>
        <p:spPr>
          <a:xfrm rot="5400000">
            <a:off x="5799329" y="4381355"/>
            <a:ext cx="2538932" cy="186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2B3053A-4D61-A11A-A5EB-D76E2D123F54}"/>
              </a:ext>
            </a:extLst>
          </p:cNvPr>
          <p:cNvGrpSpPr/>
          <p:nvPr/>
        </p:nvGrpSpPr>
        <p:grpSpPr>
          <a:xfrm>
            <a:off x="809043" y="2089191"/>
            <a:ext cx="2147451" cy="613931"/>
            <a:chOff x="1069135" y="2116795"/>
            <a:chExt cx="2147451" cy="613931"/>
          </a:xfrm>
        </p:grpSpPr>
        <p:sp>
          <p:nvSpPr>
            <p:cNvPr id="9" name="Chevron 17">
              <a:extLst>
                <a:ext uri="{FF2B5EF4-FFF2-40B4-BE49-F238E27FC236}">
                  <a16:creationId xmlns:a16="http://schemas.microsoft.com/office/drawing/2014/main" id="{0A4942E2-588F-FB39-B7AC-084F25D4CA7F}"/>
                </a:ext>
              </a:extLst>
            </p:cNvPr>
            <p:cNvSpPr/>
            <p:nvPr/>
          </p:nvSpPr>
          <p:spPr>
            <a:xfrm>
              <a:off x="1069135" y="2116795"/>
              <a:ext cx="2147451" cy="613931"/>
            </a:xfrm>
            <a:prstGeom prst="chevron">
              <a:avLst/>
            </a:prstGeom>
            <a:gradFill>
              <a:gsLst>
                <a:gs pos="0">
                  <a:srgbClr val="C00000"/>
                </a:gs>
                <a:gs pos="100000">
                  <a:srgbClr val="C00000"/>
                </a:gs>
              </a:gsLst>
              <a:lin ang="2700000" scaled="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1C491C4-559F-D614-09BA-74819AB6F35F}"/>
                </a:ext>
              </a:extLst>
            </p:cNvPr>
            <p:cNvSpPr/>
            <p:nvPr/>
          </p:nvSpPr>
          <p:spPr>
            <a:xfrm>
              <a:off x="1337740" y="2213510"/>
              <a:ext cx="1593599" cy="40549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前端基础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603A6BF-57E2-6316-B10F-36D09DE59BCC}"/>
              </a:ext>
            </a:extLst>
          </p:cNvPr>
          <p:cNvGrpSpPr/>
          <p:nvPr/>
        </p:nvGrpSpPr>
        <p:grpSpPr>
          <a:xfrm>
            <a:off x="2895627" y="2089191"/>
            <a:ext cx="2147451" cy="613931"/>
            <a:chOff x="2895627" y="2089191"/>
            <a:chExt cx="2147451" cy="613931"/>
          </a:xfrm>
        </p:grpSpPr>
        <p:sp>
          <p:nvSpPr>
            <p:cNvPr id="38" name="Chevron 17">
              <a:extLst>
                <a:ext uri="{FF2B5EF4-FFF2-40B4-BE49-F238E27FC236}">
                  <a16:creationId xmlns:a16="http://schemas.microsoft.com/office/drawing/2014/main" id="{F8DF52A8-DEB8-B9ED-B057-A541078EA0B1}"/>
                </a:ext>
              </a:extLst>
            </p:cNvPr>
            <p:cNvSpPr/>
            <p:nvPr/>
          </p:nvSpPr>
          <p:spPr>
            <a:xfrm>
              <a:off x="2895627" y="2089191"/>
              <a:ext cx="2147451" cy="613931"/>
            </a:xfrm>
            <a:prstGeom prst="chevron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E7127ED8-E109-8171-ADC2-F59F413BCE88}"/>
                </a:ext>
              </a:extLst>
            </p:cNvPr>
            <p:cNvSpPr/>
            <p:nvPr/>
          </p:nvSpPr>
          <p:spPr>
            <a:xfrm>
              <a:off x="3164232" y="2185906"/>
              <a:ext cx="1593599" cy="40549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后端基础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CC88723-D5A7-3D2E-E63B-4BAE71D822EF}"/>
              </a:ext>
            </a:extLst>
          </p:cNvPr>
          <p:cNvGrpSpPr/>
          <p:nvPr/>
        </p:nvGrpSpPr>
        <p:grpSpPr>
          <a:xfrm>
            <a:off x="4982211" y="2089191"/>
            <a:ext cx="2147451" cy="613931"/>
            <a:chOff x="4982211" y="2089191"/>
            <a:chExt cx="2147451" cy="613931"/>
          </a:xfrm>
        </p:grpSpPr>
        <p:sp>
          <p:nvSpPr>
            <p:cNvPr id="41" name="Chevron 17">
              <a:extLst>
                <a:ext uri="{FF2B5EF4-FFF2-40B4-BE49-F238E27FC236}">
                  <a16:creationId xmlns:a16="http://schemas.microsoft.com/office/drawing/2014/main" id="{121AB0CA-014E-3017-F545-9F968FC88816}"/>
                </a:ext>
              </a:extLst>
            </p:cNvPr>
            <p:cNvSpPr/>
            <p:nvPr/>
          </p:nvSpPr>
          <p:spPr>
            <a:xfrm>
              <a:off x="4982211" y="2089191"/>
              <a:ext cx="2147451" cy="613931"/>
            </a:xfrm>
            <a:prstGeom prst="chevron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061DC84-A4B7-D464-254C-AC0DA646B94C}"/>
                </a:ext>
              </a:extLst>
            </p:cNvPr>
            <p:cNvSpPr/>
            <p:nvPr/>
          </p:nvSpPr>
          <p:spPr>
            <a:xfrm>
              <a:off x="5250816" y="2185906"/>
              <a:ext cx="1593599" cy="40549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后端实战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F258A92-BCD4-C73D-1726-AC39D2AF9E3A}"/>
              </a:ext>
            </a:extLst>
          </p:cNvPr>
          <p:cNvGrpSpPr/>
          <p:nvPr/>
        </p:nvGrpSpPr>
        <p:grpSpPr>
          <a:xfrm>
            <a:off x="7068795" y="2089191"/>
            <a:ext cx="2147451" cy="613931"/>
            <a:chOff x="7068795" y="2089191"/>
            <a:chExt cx="2147451" cy="613931"/>
          </a:xfrm>
        </p:grpSpPr>
        <p:sp>
          <p:nvSpPr>
            <p:cNvPr id="44" name="Chevron 17">
              <a:extLst>
                <a:ext uri="{FF2B5EF4-FFF2-40B4-BE49-F238E27FC236}">
                  <a16:creationId xmlns:a16="http://schemas.microsoft.com/office/drawing/2014/main" id="{362B39C7-E9FA-4E49-D42C-535FA8AE147A}"/>
                </a:ext>
              </a:extLst>
            </p:cNvPr>
            <p:cNvSpPr/>
            <p:nvPr/>
          </p:nvSpPr>
          <p:spPr>
            <a:xfrm>
              <a:off x="7068795" y="2089191"/>
              <a:ext cx="2147451" cy="613931"/>
            </a:xfrm>
            <a:prstGeom prst="chevron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0A90EA3-F634-2D51-5F04-36D6DE93B3ED}"/>
                </a:ext>
              </a:extLst>
            </p:cNvPr>
            <p:cNvSpPr/>
            <p:nvPr/>
          </p:nvSpPr>
          <p:spPr>
            <a:xfrm>
              <a:off x="7449590" y="2193408"/>
              <a:ext cx="1593599" cy="40549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前端实战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7ED7384-EAC1-5794-CA4B-FB80B50466BD}"/>
              </a:ext>
            </a:extLst>
          </p:cNvPr>
          <p:cNvGrpSpPr/>
          <p:nvPr/>
        </p:nvGrpSpPr>
        <p:grpSpPr>
          <a:xfrm>
            <a:off x="9155379" y="2089191"/>
            <a:ext cx="2147451" cy="613931"/>
            <a:chOff x="9155379" y="2089191"/>
            <a:chExt cx="2147451" cy="613931"/>
          </a:xfrm>
        </p:grpSpPr>
        <p:sp>
          <p:nvSpPr>
            <p:cNvPr id="47" name="Chevron 17">
              <a:extLst>
                <a:ext uri="{FF2B5EF4-FFF2-40B4-BE49-F238E27FC236}">
                  <a16:creationId xmlns:a16="http://schemas.microsoft.com/office/drawing/2014/main" id="{639BC92B-1F18-17EA-D565-3D2BA2781364}"/>
                </a:ext>
              </a:extLst>
            </p:cNvPr>
            <p:cNvSpPr/>
            <p:nvPr/>
          </p:nvSpPr>
          <p:spPr>
            <a:xfrm>
              <a:off x="9155379" y="2089191"/>
              <a:ext cx="2147451" cy="613931"/>
            </a:xfrm>
            <a:prstGeom prst="chevron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E8B3751-6069-8238-1182-80CA48C8D024}"/>
                </a:ext>
              </a:extLst>
            </p:cNvPr>
            <p:cNvSpPr/>
            <p:nvPr/>
          </p:nvSpPr>
          <p:spPr>
            <a:xfrm>
              <a:off x="9423984" y="2185906"/>
              <a:ext cx="1593599" cy="40549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项目部署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0" name="Straight Connector 21">
            <a:extLst>
              <a:ext uri="{FF2B5EF4-FFF2-40B4-BE49-F238E27FC236}">
                <a16:creationId xmlns:a16="http://schemas.microsoft.com/office/drawing/2014/main" id="{A98EF234-3FC7-E867-2084-4CED8360ADCE}"/>
              </a:ext>
            </a:extLst>
          </p:cNvPr>
          <p:cNvCxnSpPr>
            <a:cxnSpLocks/>
          </p:cNvCxnSpPr>
          <p:nvPr/>
        </p:nvCxnSpPr>
        <p:spPr>
          <a:xfrm rot="5400000">
            <a:off x="7886846" y="4381355"/>
            <a:ext cx="2538932" cy="186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reeform 83">
            <a:extLst>
              <a:ext uri="{FF2B5EF4-FFF2-40B4-BE49-F238E27FC236}">
                <a16:creationId xmlns:a16="http://schemas.microsoft.com/office/drawing/2014/main" id="{F49C1183-41E3-F0CD-8058-128B00D53636}"/>
              </a:ext>
            </a:extLst>
          </p:cNvPr>
          <p:cNvSpPr>
            <a:spLocks noEditPoints="1"/>
          </p:cNvSpPr>
          <p:nvPr/>
        </p:nvSpPr>
        <p:spPr bwMode="auto">
          <a:xfrm>
            <a:off x="3596452" y="3013250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57" name="Freeform 83">
            <a:extLst>
              <a:ext uri="{FF2B5EF4-FFF2-40B4-BE49-F238E27FC236}">
                <a16:creationId xmlns:a16="http://schemas.microsoft.com/office/drawing/2014/main" id="{797717AC-4DDD-E71F-B0BD-50F0D9942AEF}"/>
              </a:ext>
            </a:extLst>
          </p:cNvPr>
          <p:cNvSpPr>
            <a:spLocks noEditPoints="1"/>
          </p:cNvSpPr>
          <p:nvPr/>
        </p:nvSpPr>
        <p:spPr bwMode="auto">
          <a:xfrm>
            <a:off x="5758310" y="3013250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59" name="Freeform 83">
            <a:extLst>
              <a:ext uri="{FF2B5EF4-FFF2-40B4-BE49-F238E27FC236}">
                <a16:creationId xmlns:a16="http://schemas.microsoft.com/office/drawing/2014/main" id="{203401C1-3518-611E-5F02-5F354DD660C1}"/>
              </a:ext>
            </a:extLst>
          </p:cNvPr>
          <p:cNvSpPr>
            <a:spLocks noEditPoints="1"/>
          </p:cNvSpPr>
          <p:nvPr/>
        </p:nvSpPr>
        <p:spPr bwMode="auto">
          <a:xfrm>
            <a:off x="7841091" y="3013249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61" name="Freeform 83">
            <a:extLst>
              <a:ext uri="{FF2B5EF4-FFF2-40B4-BE49-F238E27FC236}">
                <a16:creationId xmlns:a16="http://schemas.microsoft.com/office/drawing/2014/main" id="{1C98404D-0397-3830-914C-B79517CC847F}"/>
              </a:ext>
            </a:extLst>
          </p:cNvPr>
          <p:cNvSpPr>
            <a:spLocks noEditPoints="1"/>
          </p:cNvSpPr>
          <p:nvPr/>
        </p:nvSpPr>
        <p:spPr bwMode="auto">
          <a:xfrm>
            <a:off x="9955644" y="3013248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F99C1B04-165E-8748-2FF6-D68B3F1FA828}"/>
              </a:ext>
            </a:extLst>
          </p:cNvPr>
          <p:cNvSpPr/>
          <p:nvPr/>
        </p:nvSpPr>
        <p:spPr>
          <a:xfrm>
            <a:off x="1167466" y="365344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HTML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2CCD0E28-2EA8-FAA7-11EC-6A907C4539EE}"/>
              </a:ext>
            </a:extLst>
          </p:cNvPr>
          <p:cNvSpPr/>
          <p:nvPr/>
        </p:nvSpPr>
        <p:spPr>
          <a:xfrm>
            <a:off x="1167466" y="408171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CSS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23C6ABCE-43CB-6DEC-772D-71BDCCE2F793}"/>
              </a:ext>
            </a:extLst>
          </p:cNvPr>
          <p:cNvSpPr/>
          <p:nvPr/>
        </p:nvSpPr>
        <p:spPr>
          <a:xfrm>
            <a:off x="1167466" y="450998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JavaScript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4A9F8193-5B22-191A-4481-01F2750414C4}"/>
              </a:ext>
            </a:extLst>
          </p:cNvPr>
          <p:cNvSpPr/>
          <p:nvPr/>
        </p:nvSpPr>
        <p:spPr>
          <a:xfrm>
            <a:off x="1167466" y="493825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Vue3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9227435B-B3A9-CADB-00D7-944C84FB3A34}"/>
              </a:ext>
            </a:extLst>
          </p:cNvPr>
          <p:cNvSpPr/>
          <p:nvPr/>
        </p:nvSpPr>
        <p:spPr>
          <a:xfrm>
            <a:off x="1167466" y="536652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Ajax/Axios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FE9E1D98-2E8D-835C-E3D6-061E3DCD5DFD}"/>
              </a:ext>
            </a:extLst>
          </p:cNvPr>
          <p:cNvSpPr/>
          <p:nvPr/>
        </p:nvSpPr>
        <p:spPr>
          <a:xfrm>
            <a:off x="3321882" y="365344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Maven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081F69E0-90CA-3D35-F751-08D2386981E9}"/>
              </a:ext>
            </a:extLst>
          </p:cNvPr>
          <p:cNvSpPr/>
          <p:nvPr/>
        </p:nvSpPr>
        <p:spPr>
          <a:xfrm>
            <a:off x="3321882" y="408171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Web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基础知识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29716E5D-B193-46D7-5379-0837D4FB51AD}"/>
              </a:ext>
            </a:extLst>
          </p:cNvPr>
          <p:cNvSpPr/>
          <p:nvPr/>
        </p:nvSpPr>
        <p:spPr>
          <a:xfrm>
            <a:off x="3321882" y="450998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MySQL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C1DA700E-363F-09E2-DBB1-35DB2725B04D}"/>
              </a:ext>
            </a:extLst>
          </p:cNvPr>
          <p:cNvSpPr/>
          <p:nvPr/>
        </p:nvSpPr>
        <p:spPr>
          <a:xfrm>
            <a:off x="3321882" y="493825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JDBC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214E0CDB-753B-18D6-1D5E-0E8B298E8098}"/>
              </a:ext>
            </a:extLst>
          </p:cNvPr>
          <p:cNvSpPr/>
          <p:nvPr/>
        </p:nvSpPr>
        <p:spPr>
          <a:xfrm>
            <a:off x="3321882" y="536652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Mybatis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!!矩形: 圆角 3">
            <a:extLst>
              <a:ext uri="{FF2B5EF4-FFF2-40B4-BE49-F238E27FC236}">
                <a16:creationId xmlns:a16="http://schemas.microsoft.com/office/drawing/2014/main" id="{4A8E1FEC-BE6E-02B0-FB10-518B14D497D5}"/>
              </a:ext>
            </a:extLst>
          </p:cNvPr>
          <p:cNvSpPr/>
          <p:nvPr/>
        </p:nvSpPr>
        <p:spPr>
          <a:xfrm>
            <a:off x="5431980" y="3653440"/>
            <a:ext cx="1231270" cy="85654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Tlias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案例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433DA097-11C0-77E4-E7D2-6EC87470A7F5}"/>
              </a:ext>
            </a:extLst>
          </p:cNvPr>
          <p:cNvSpPr/>
          <p:nvPr/>
        </p:nvSpPr>
        <p:spPr>
          <a:xfrm>
            <a:off x="7521075" y="4547733"/>
            <a:ext cx="1231270" cy="856540"/>
          </a:xfrm>
          <a:prstGeom prst="roundRect">
            <a:avLst>
              <a:gd name="adj" fmla="val 8294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Tlias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案例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A4419490-C1E9-53D1-B232-10AEE4D2F184}"/>
              </a:ext>
            </a:extLst>
          </p:cNvPr>
          <p:cNvSpPr/>
          <p:nvPr/>
        </p:nvSpPr>
        <p:spPr>
          <a:xfrm>
            <a:off x="9604113" y="3653439"/>
            <a:ext cx="1231270" cy="52820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Linux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CCD52AB6-2C7B-F4C8-CEB8-86ACAE1F2240}"/>
              </a:ext>
            </a:extLst>
          </p:cNvPr>
          <p:cNvSpPr/>
          <p:nvPr/>
        </p:nvSpPr>
        <p:spPr>
          <a:xfrm>
            <a:off x="9604113" y="4336685"/>
            <a:ext cx="1231270" cy="52820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Docker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1BE12F2-D3BF-A8C1-F6A8-33B6447A6C02}"/>
              </a:ext>
            </a:extLst>
          </p:cNvPr>
          <p:cNvSpPr/>
          <p:nvPr/>
        </p:nvSpPr>
        <p:spPr>
          <a:xfrm>
            <a:off x="7510193" y="3691193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Vue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工程化</a:t>
            </a:r>
            <a:endParaRPr lang="en-US" altLang="zh-CN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15EBD38-07BA-91B3-7F7B-C2A5808FD303}"/>
              </a:ext>
            </a:extLst>
          </p:cNvPr>
          <p:cNvSpPr/>
          <p:nvPr/>
        </p:nvSpPr>
        <p:spPr>
          <a:xfrm>
            <a:off x="7510193" y="4119463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ElementPlus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28008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6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6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BC2C4-AF15-FD49-B84F-00CDCD212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后续学习路线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B775E9-5A54-ADB4-12ED-4DB8FA477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26" y="1213059"/>
            <a:ext cx="2606266" cy="206519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3168361-C7A7-BCEA-D265-6B0FD0331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239" y="1247351"/>
            <a:ext cx="2606266" cy="199661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3981571-3EC8-F7A3-7BBF-C0A11D725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866" y="1266404"/>
            <a:ext cx="2537680" cy="201185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BBA1AC6-AD8A-AA46-C9C6-7FBC962F9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26" y="3681699"/>
            <a:ext cx="2568163" cy="204233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A3DF85E-670F-7B04-EDC9-DBCBF9507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239" y="3681697"/>
            <a:ext cx="2591025" cy="208806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C1F9CAF-AB8B-3FF3-7261-4A97735AB4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8593" y="1266404"/>
            <a:ext cx="2651990" cy="206519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17E1888-BF0A-7FB1-DEC4-00504D690F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7644" y="3681697"/>
            <a:ext cx="2613887" cy="201947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7F8DFC8-8F82-666D-3D66-28DBDFC5AB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6866" y="3680023"/>
            <a:ext cx="2598645" cy="20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04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26870</TotalTime>
  <Words>51</Words>
  <Application>Microsoft Office PowerPoint</Application>
  <PresentationFormat>宽屏</PresentationFormat>
  <Paragraphs>25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Alibaba PuHuiTi B</vt:lpstr>
      <vt:lpstr>阿里巴巴普惠体 Heavy</vt:lpstr>
      <vt:lpstr>阿里巴巴普惠体 Medium</vt:lpstr>
      <vt:lpstr>等线</vt:lpstr>
      <vt:lpstr>楷体</vt:lpstr>
      <vt:lpstr>Arial</vt:lpstr>
      <vt:lpstr>Calisto MT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Web开发(AI)</vt:lpstr>
      <vt:lpstr>Web开发</vt:lpstr>
      <vt:lpstr>后续学习路线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2545</cp:revision>
  <cp:lastPrinted>2022-05-29T16:00:00Z</cp:lastPrinted>
  <dcterms:created xsi:type="dcterms:W3CDTF">2022-05-29T16:00:00Z</dcterms:created>
  <dcterms:modified xsi:type="dcterms:W3CDTF">2025-02-14T06:46:03Z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