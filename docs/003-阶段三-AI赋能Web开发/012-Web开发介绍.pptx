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22"/>
  </p:notesMasterIdLst>
  <p:handoutMasterIdLst>
    <p:handoutMasterId r:id="rId23"/>
  </p:handoutMasterIdLst>
  <p:sldIdLst>
    <p:sldId id="280" r:id="rId6"/>
    <p:sldId id="914" r:id="rId7"/>
    <p:sldId id="918" r:id="rId8"/>
    <p:sldId id="915" r:id="rId9"/>
    <p:sldId id="916" r:id="rId10"/>
    <p:sldId id="917" r:id="rId11"/>
    <p:sldId id="919" r:id="rId12"/>
    <p:sldId id="920" r:id="rId13"/>
    <p:sldId id="928" r:id="rId14"/>
    <p:sldId id="929" r:id="rId15"/>
    <p:sldId id="930" r:id="rId16"/>
    <p:sldId id="921" r:id="rId17"/>
    <p:sldId id="923" r:id="rId18"/>
    <p:sldId id="924" r:id="rId19"/>
    <p:sldId id="931" r:id="rId20"/>
    <p:sldId id="288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8FFC"/>
    <a:srgbClr val="00B0F0"/>
    <a:srgbClr val="92D050"/>
    <a:srgbClr val="00B050"/>
    <a:srgbClr val="CCEFFC"/>
    <a:srgbClr val="282D2C"/>
    <a:srgbClr val="001FEE"/>
    <a:srgbClr val="3561FF"/>
    <a:srgbClr val="363C3B"/>
    <a:srgbClr val="871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7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2024/9/12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开发介绍（</a:t>
            </a:r>
            <a:r>
              <a:rPr lang="en-US" altLang="zh-CN"/>
              <a:t>AI</a:t>
            </a:r>
            <a:r>
              <a:rPr lang="zh-CN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Web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205AD-AEC1-CEB2-E701-483EE59D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Web</a:t>
            </a:r>
            <a:r>
              <a:rPr lang="zh-CN" altLang="en-US">
                <a:latin typeface="Fira Code" panose="020B0809050000020004" pitchFamily="49" charset="0"/>
              </a:rPr>
              <a:t>：全球广域网，也称为万维网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(www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orld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ide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eb)</a:t>
            </a:r>
            <a:r>
              <a:rPr lang="zh-CN" altLang="en-US">
                <a:latin typeface="Fira Code" panose="020B0809050000020004" pitchFamily="49" charset="0"/>
              </a:rPr>
              <a:t>，能够通过浏览器访问的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网站。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C01960-6BF1-02F4-7A5B-ECD9D1C60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32" y="1576083"/>
            <a:ext cx="9170633" cy="3583920"/>
          </a:xfrm>
          <a:prstGeom prst="roundRect">
            <a:avLst>
              <a:gd name="adj" fmla="val 1269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6D0804-A900-09AA-185B-D579272A7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435" y="2164350"/>
            <a:ext cx="8881333" cy="3853704"/>
          </a:xfrm>
          <a:prstGeom prst="roundRect">
            <a:avLst>
              <a:gd name="adj" fmla="val 889"/>
            </a:avLst>
          </a:prstGeom>
          <a:ln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D00E06-D9F0-02E1-0E6B-8F24C8D14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397" y="2697528"/>
            <a:ext cx="8516281" cy="3853704"/>
          </a:xfrm>
          <a:prstGeom prst="roundRect">
            <a:avLst>
              <a:gd name="adj" fmla="val 2572"/>
            </a:avLst>
          </a:prstGeom>
          <a:ln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05977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FA0AD96C-47B6-0BB9-47AB-20175A0EB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12" y="1706932"/>
            <a:ext cx="3438824" cy="1787452"/>
          </a:xfrm>
          <a:prstGeom prst="roundRect">
            <a:avLst>
              <a:gd name="adj" fmla="val 2520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DBDB085-623D-26F0-5592-DE059096A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752" y="1707964"/>
            <a:ext cx="3585583" cy="1786259"/>
          </a:xfrm>
          <a:prstGeom prst="roundRect">
            <a:avLst>
              <a:gd name="adj" fmla="val 2750"/>
            </a:avLst>
          </a:prstGeom>
          <a:ln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33336A5-F2C2-9AE7-2374-565909079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73" y="1706771"/>
            <a:ext cx="3390136" cy="1787452"/>
          </a:xfrm>
          <a:prstGeom prst="roundRect">
            <a:avLst>
              <a:gd name="adj" fmla="val 2572"/>
            </a:avLst>
          </a:prstGeom>
          <a:ln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Web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205AD-AEC1-CEB2-E701-483EE59D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Web</a:t>
            </a:r>
            <a:r>
              <a:rPr lang="zh-CN" altLang="en-US">
                <a:latin typeface="Fira Code" panose="020B0809050000020004" pitchFamily="49" charset="0"/>
              </a:rPr>
              <a:t>：全球广域网，也称为万维网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(www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orld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ide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eb)</a:t>
            </a:r>
            <a:r>
              <a:rPr lang="zh-CN" altLang="en-US">
                <a:latin typeface="Fira Code" panose="020B0809050000020004" pitchFamily="49" charset="0"/>
              </a:rPr>
              <a:t>，能够通过浏览器访问的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网站。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3187CE-9A7F-DF21-BAFA-B84363E0C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705" y="1576083"/>
            <a:ext cx="9086250" cy="3968585"/>
          </a:xfrm>
          <a:prstGeom prst="roundRect">
            <a:avLst>
              <a:gd name="adj" fmla="val 1918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9" name="图片 7">
            <a:extLst>
              <a:ext uri="{FF2B5EF4-FFF2-40B4-BE49-F238E27FC236}">
                <a16:creationId xmlns:a16="http://schemas.microsoft.com/office/drawing/2014/main" id="{FADCDD4D-25BA-DC30-5BE9-8533A1DE1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758" y="2111398"/>
            <a:ext cx="8416105" cy="3962632"/>
          </a:xfrm>
          <a:prstGeom prst="roundRect">
            <a:avLst>
              <a:gd name="adj" fmla="val 2824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FD99C6C-1B62-1EC8-3A08-CAE3FB9E75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9395" y="2729164"/>
            <a:ext cx="8114298" cy="3880181"/>
          </a:xfrm>
          <a:prstGeom prst="roundRect">
            <a:avLst>
              <a:gd name="adj" fmla="val 1918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60892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Web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205AD-AEC1-CEB2-E701-483EE59D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Web</a:t>
            </a:r>
            <a:r>
              <a:rPr lang="zh-CN" altLang="en-US">
                <a:latin typeface="Fira Code" panose="020B0809050000020004" pitchFamily="49" charset="0"/>
              </a:rPr>
              <a:t>：全球广域网，也称为万维网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(www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orld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ide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eb)</a:t>
            </a:r>
            <a:r>
              <a:rPr lang="zh-CN" altLang="en-US">
                <a:latin typeface="Fira Code" panose="020B0809050000020004" pitchFamily="49" charset="0"/>
              </a:rPr>
              <a:t>，能够通过浏览器访问的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网站。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8C1410-09FA-FFD8-0BC7-ACF899B87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73" y="1706771"/>
            <a:ext cx="3390136" cy="1787452"/>
          </a:xfrm>
          <a:prstGeom prst="roundRect">
            <a:avLst>
              <a:gd name="adj" fmla="val 2572"/>
            </a:avLst>
          </a:prstGeom>
          <a:ln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1991158-0A2B-3ACA-F178-4DDD77E7C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12" y="1706932"/>
            <a:ext cx="3438824" cy="1787452"/>
          </a:xfrm>
          <a:prstGeom prst="roundRect">
            <a:avLst>
              <a:gd name="adj" fmla="val 2520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3153380-F560-864A-174A-509E96981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752" y="1707964"/>
            <a:ext cx="3585583" cy="1786259"/>
          </a:xfrm>
          <a:prstGeom prst="roundRect">
            <a:avLst>
              <a:gd name="adj" fmla="val 2750"/>
            </a:avLst>
          </a:prstGeom>
          <a:ln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59583C-3D7D-ABE0-8697-2C444DFE1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12" y="3859841"/>
            <a:ext cx="3438824" cy="1728439"/>
          </a:xfrm>
          <a:prstGeom prst="roundRect">
            <a:avLst>
              <a:gd name="adj" fmla="val 1918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1BB4C85-DF57-43D7-AA94-A63B423BD7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752" y="3859840"/>
            <a:ext cx="3585583" cy="1728439"/>
          </a:xfrm>
          <a:prstGeom prst="roundRect">
            <a:avLst>
              <a:gd name="adj" fmla="val 2824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590D64-569B-75C3-17D4-CB9981205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574" y="3859840"/>
            <a:ext cx="3390135" cy="1728439"/>
          </a:xfrm>
          <a:prstGeom prst="roundRect">
            <a:avLst>
              <a:gd name="adj" fmla="val 1918"/>
            </a:avLst>
          </a:prstGeom>
          <a:ln w="6350">
            <a:solidFill>
              <a:schemeClr val="tx1">
                <a:lumMod val="40000"/>
                <a:lumOff val="60000"/>
              </a:scheme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785718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Web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205AD-AEC1-CEB2-E701-483EE59D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 Web</a:t>
            </a:r>
            <a:r>
              <a:rPr lang="zh-CN" altLang="en-US">
                <a:latin typeface="Fira Code" panose="020B0809050000020004" pitchFamily="49" charset="0"/>
              </a:rPr>
              <a:t>：全球广域网，也称为万维网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(www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orld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ide </a:t>
            </a:r>
            <a:r>
              <a:rPr lang="en-US" altLang="zh-CN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W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eb)</a:t>
            </a:r>
            <a:r>
              <a:rPr lang="zh-CN" altLang="en-US">
                <a:latin typeface="Fira Code" panose="020B0809050000020004" pitchFamily="49" charset="0"/>
              </a:rPr>
              <a:t>，能够通过浏览器访问的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网站。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69392154-87E7-BC7D-CED0-857FC79D2661}"/>
              </a:ext>
            </a:extLst>
          </p:cNvPr>
          <p:cNvSpPr>
            <a:spLocks noEditPoints="1"/>
          </p:cNvSpPr>
          <p:nvPr/>
        </p:nvSpPr>
        <p:spPr bwMode="auto">
          <a:xfrm>
            <a:off x="2333882" y="2702154"/>
            <a:ext cx="2245596" cy="2233831"/>
          </a:xfrm>
          <a:custGeom>
            <a:avLst/>
            <a:gdLst>
              <a:gd name="T0" fmla="*/ 2474 w 4948"/>
              <a:gd name="T1" fmla="*/ 4348 h 4921"/>
              <a:gd name="T2" fmla="*/ 2474 w 4948"/>
              <a:gd name="T3" fmla="*/ 573 h 4921"/>
              <a:gd name="T4" fmla="*/ 2675 w 4948"/>
              <a:gd name="T5" fmla="*/ 0 h 4921"/>
              <a:gd name="T6" fmla="*/ 2178 w 4948"/>
              <a:gd name="T7" fmla="*/ 391 h 4921"/>
              <a:gd name="T8" fmla="*/ 1696 w 4948"/>
              <a:gd name="T9" fmla="*/ 116 h 4921"/>
              <a:gd name="T10" fmla="*/ 1393 w 4948"/>
              <a:gd name="T11" fmla="*/ 677 h 4921"/>
              <a:gd name="T12" fmla="*/ 867 w 4948"/>
              <a:gd name="T13" fmla="*/ 579 h 4921"/>
              <a:gd name="T14" fmla="*/ 801 w 4948"/>
              <a:gd name="T15" fmla="*/ 1218 h 4921"/>
              <a:gd name="T16" fmla="*/ 245 w 4948"/>
              <a:gd name="T17" fmla="*/ 1374 h 4921"/>
              <a:gd name="T18" fmla="*/ 444 w 4948"/>
              <a:gd name="T19" fmla="*/ 1988 h 4921"/>
              <a:gd name="T20" fmla="*/ 0 w 4948"/>
              <a:gd name="T21" fmla="*/ 2260 h 4921"/>
              <a:gd name="T22" fmla="*/ 412 w 4948"/>
              <a:gd name="T23" fmla="*/ 2760 h 4921"/>
              <a:gd name="T24" fmla="*/ 109 w 4948"/>
              <a:gd name="T25" fmla="*/ 3210 h 4921"/>
              <a:gd name="T26" fmla="*/ 678 w 4948"/>
              <a:gd name="T27" fmla="*/ 3517 h 4921"/>
              <a:gd name="T28" fmla="*/ 582 w 4948"/>
              <a:gd name="T29" fmla="*/ 4059 h 4921"/>
              <a:gd name="T30" fmla="*/ 1221 w 4948"/>
              <a:gd name="T31" fmla="*/ 4127 h 4921"/>
              <a:gd name="T32" fmla="*/ 1322 w 4948"/>
              <a:gd name="T33" fmla="*/ 4647 h 4921"/>
              <a:gd name="T34" fmla="*/ 1934 w 4948"/>
              <a:gd name="T35" fmla="*/ 4479 h 4921"/>
              <a:gd name="T36" fmla="*/ 2273 w 4948"/>
              <a:gd name="T37" fmla="*/ 4921 h 4921"/>
              <a:gd name="T38" fmla="*/ 2768 w 4948"/>
              <a:gd name="T39" fmla="*/ 4536 h 4921"/>
              <a:gd name="T40" fmla="*/ 3252 w 4948"/>
              <a:gd name="T41" fmla="*/ 4805 h 4921"/>
              <a:gd name="T42" fmla="*/ 3558 w 4948"/>
              <a:gd name="T43" fmla="*/ 4267 h 4921"/>
              <a:gd name="T44" fmla="*/ 4081 w 4948"/>
              <a:gd name="T45" fmla="*/ 4342 h 4921"/>
              <a:gd name="T46" fmla="*/ 4165 w 4948"/>
              <a:gd name="T47" fmla="*/ 3735 h 4921"/>
              <a:gd name="T48" fmla="*/ 4703 w 4948"/>
              <a:gd name="T49" fmla="*/ 3547 h 4921"/>
              <a:gd name="T50" fmla="*/ 4540 w 4948"/>
              <a:gd name="T51" fmla="*/ 2959 h 4921"/>
              <a:gd name="T52" fmla="*/ 4948 w 4948"/>
              <a:gd name="T53" fmla="*/ 2661 h 4921"/>
              <a:gd name="T54" fmla="*/ 4580 w 4948"/>
              <a:gd name="T55" fmla="*/ 2173 h 4921"/>
              <a:gd name="T56" fmla="*/ 4839 w 4948"/>
              <a:gd name="T57" fmla="*/ 1711 h 4921"/>
              <a:gd name="T58" fmla="*/ 4310 w 4948"/>
              <a:gd name="T59" fmla="*/ 1399 h 4921"/>
              <a:gd name="T60" fmla="*/ 4366 w 4948"/>
              <a:gd name="T61" fmla="*/ 862 h 4921"/>
              <a:gd name="T62" fmla="*/ 3752 w 4948"/>
              <a:gd name="T63" fmla="*/ 781 h 4921"/>
              <a:gd name="T64" fmla="*/ 3626 w 4948"/>
              <a:gd name="T65" fmla="*/ 274 h 4921"/>
              <a:gd name="T66" fmla="*/ 3022 w 4948"/>
              <a:gd name="T67" fmla="*/ 433 h 4921"/>
              <a:gd name="T68" fmla="*/ 2675 w 4948"/>
              <a:gd name="T69" fmla="*/ 0 h 4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48" h="4921">
                <a:moveTo>
                  <a:pt x="4362" y="2461"/>
                </a:moveTo>
                <a:cubicBezTo>
                  <a:pt x="4362" y="3503"/>
                  <a:pt x="3517" y="4348"/>
                  <a:pt x="2474" y="4348"/>
                </a:cubicBezTo>
                <a:cubicBezTo>
                  <a:pt x="1431" y="4348"/>
                  <a:pt x="586" y="3503"/>
                  <a:pt x="586" y="2461"/>
                </a:cubicBezTo>
                <a:cubicBezTo>
                  <a:pt x="586" y="1418"/>
                  <a:pt x="1431" y="573"/>
                  <a:pt x="2474" y="573"/>
                </a:cubicBezTo>
                <a:cubicBezTo>
                  <a:pt x="3517" y="573"/>
                  <a:pt x="4362" y="1418"/>
                  <a:pt x="4362" y="2461"/>
                </a:cubicBezTo>
                <a:close/>
                <a:moveTo>
                  <a:pt x="2675" y="0"/>
                </a:moveTo>
                <a:lnTo>
                  <a:pt x="2282" y="0"/>
                </a:lnTo>
                <a:lnTo>
                  <a:pt x="2178" y="391"/>
                </a:lnTo>
                <a:cubicBezTo>
                  <a:pt x="2097" y="403"/>
                  <a:pt x="2017" y="420"/>
                  <a:pt x="1939" y="441"/>
                </a:cubicBezTo>
                <a:lnTo>
                  <a:pt x="1696" y="116"/>
                </a:lnTo>
                <a:lnTo>
                  <a:pt x="1334" y="269"/>
                </a:lnTo>
                <a:lnTo>
                  <a:pt x="1393" y="677"/>
                </a:lnTo>
                <a:cubicBezTo>
                  <a:pt x="1334" y="713"/>
                  <a:pt x="1276" y="752"/>
                  <a:pt x="1221" y="794"/>
                </a:cubicBezTo>
                <a:lnTo>
                  <a:pt x="867" y="579"/>
                </a:lnTo>
                <a:lnTo>
                  <a:pt x="588" y="856"/>
                </a:lnTo>
                <a:lnTo>
                  <a:pt x="801" y="1218"/>
                </a:lnTo>
                <a:cubicBezTo>
                  <a:pt x="751" y="1286"/>
                  <a:pt x="704" y="1357"/>
                  <a:pt x="662" y="1431"/>
                </a:cubicBezTo>
                <a:lnTo>
                  <a:pt x="245" y="1374"/>
                </a:lnTo>
                <a:lnTo>
                  <a:pt x="101" y="1738"/>
                </a:lnTo>
                <a:lnTo>
                  <a:pt x="444" y="1988"/>
                </a:lnTo>
                <a:cubicBezTo>
                  <a:pt x="431" y="2045"/>
                  <a:pt x="420" y="2103"/>
                  <a:pt x="412" y="2161"/>
                </a:cubicBezTo>
                <a:lnTo>
                  <a:pt x="0" y="2260"/>
                </a:lnTo>
                <a:lnTo>
                  <a:pt x="0" y="2652"/>
                </a:lnTo>
                <a:lnTo>
                  <a:pt x="412" y="2760"/>
                </a:lnTo>
                <a:cubicBezTo>
                  <a:pt x="421" y="2829"/>
                  <a:pt x="435" y="2897"/>
                  <a:pt x="451" y="2963"/>
                </a:cubicBezTo>
                <a:lnTo>
                  <a:pt x="109" y="3210"/>
                </a:lnTo>
                <a:lnTo>
                  <a:pt x="259" y="3572"/>
                </a:lnTo>
                <a:lnTo>
                  <a:pt x="678" y="3517"/>
                </a:lnTo>
                <a:cubicBezTo>
                  <a:pt x="715" y="3581"/>
                  <a:pt x="756" y="3643"/>
                  <a:pt x="801" y="3703"/>
                </a:cubicBezTo>
                <a:lnTo>
                  <a:pt x="582" y="4059"/>
                </a:lnTo>
                <a:lnTo>
                  <a:pt x="861" y="4336"/>
                </a:lnTo>
                <a:lnTo>
                  <a:pt x="1221" y="4127"/>
                </a:lnTo>
                <a:cubicBezTo>
                  <a:pt x="1275" y="4168"/>
                  <a:pt x="1331" y="4206"/>
                  <a:pt x="1389" y="4242"/>
                </a:cubicBezTo>
                <a:lnTo>
                  <a:pt x="1322" y="4647"/>
                </a:lnTo>
                <a:lnTo>
                  <a:pt x="1684" y="4800"/>
                </a:lnTo>
                <a:lnTo>
                  <a:pt x="1934" y="4479"/>
                </a:lnTo>
                <a:cubicBezTo>
                  <a:pt x="2014" y="4500"/>
                  <a:pt x="2095" y="4518"/>
                  <a:pt x="2178" y="4531"/>
                </a:cubicBezTo>
                <a:lnTo>
                  <a:pt x="2273" y="4921"/>
                </a:lnTo>
                <a:lnTo>
                  <a:pt x="2667" y="4921"/>
                </a:lnTo>
                <a:lnTo>
                  <a:pt x="2768" y="4536"/>
                </a:lnTo>
                <a:cubicBezTo>
                  <a:pt x="2853" y="4525"/>
                  <a:pt x="2936" y="4510"/>
                  <a:pt x="3017" y="4489"/>
                </a:cubicBezTo>
                <a:lnTo>
                  <a:pt x="3252" y="4805"/>
                </a:lnTo>
                <a:lnTo>
                  <a:pt x="3614" y="4653"/>
                </a:lnTo>
                <a:lnTo>
                  <a:pt x="3558" y="4267"/>
                </a:lnTo>
                <a:cubicBezTo>
                  <a:pt x="3625" y="4229"/>
                  <a:pt x="3689" y="4187"/>
                  <a:pt x="3750" y="4141"/>
                </a:cubicBezTo>
                <a:lnTo>
                  <a:pt x="4081" y="4342"/>
                </a:lnTo>
                <a:lnTo>
                  <a:pt x="4360" y="4065"/>
                </a:lnTo>
                <a:lnTo>
                  <a:pt x="4165" y="3735"/>
                </a:lnTo>
                <a:cubicBezTo>
                  <a:pt x="4224" y="3659"/>
                  <a:pt x="4277" y="3579"/>
                  <a:pt x="4325" y="3495"/>
                </a:cubicBezTo>
                <a:lnTo>
                  <a:pt x="4703" y="3547"/>
                </a:lnTo>
                <a:lnTo>
                  <a:pt x="4847" y="3183"/>
                </a:lnTo>
                <a:lnTo>
                  <a:pt x="4540" y="2959"/>
                </a:lnTo>
                <a:cubicBezTo>
                  <a:pt x="4557" y="2891"/>
                  <a:pt x="4570" y="2821"/>
                  <a:pt x="4580" y="2749"/>
                </a:cubicBezTo>
                <a:lnTo>
                  <a:pt x="4948" y="2661"/>
                </a:lnTo>
                <a:lnTo>
                  <a:pt x="4948" y="2269"/>
                </a:lnTo>
                <a:lnTo>
                  <a:pt x="4580" y="2173"/>
                </a:lnTo>
                <a:cubicBezTo>
                  <a:pt x="4569" y="2091"/>
                  <a:pt x="4553" y="2011"/>
                  <a:pt x="4533" y="1932"/>
                </a:cubicBezTo>
                <a:lnTo>
                  <a:pt x="4839" y="1711"/>
                </a:lnTo>
                <a:lnTo>
                  <a:pt x="4690" y="1349"/>
                </a:lnTo>
                <a:lnTo>
                  <a:pt x="4310" y="1399"/>
                </a:lnTo>
                <a:cubicBezTo>
                  <a:pt x="4266" y="1326"/>
                  <a:pt x="4218" y="1255"/>
                  <a:pt x="4166" y="1188"/>
                </a:cubicBezTo>
                <a:lnTo>
                  <a:pt x="4366" y="862"/>
                </a:lnTo>
                <a:lnTo>
                  <a:pt x="4087" y="585"/>
                </a:lnTo>
                <a:lnTo>
                  <a:pt x="3752" y="781"/>
                </a:lnTo>
                <a:cubicBezTo>
                  <a:pt x="3691" y="736"/>
                  <a:pt x="3628" y="695"/>
                  <a:pt x="3563" y="656"/>
                </a:cubicBezTo>
                <a:lnTo>
                  <a:pt x="3626" y="274"/>
                </a:lnTo>
                <a:lnTo>
                  <a:pt x="3264" y="121"/>
                </a:lnTo>
                <a:lnTo>
                  <a:pt x="3022" y="433"/>
                </a:lnTo>
                <a:cubicBezTo>
                  <a:pt x="2939" y="412"/>
                  <a:pt x="2855" y="396"/>
                  <a:pt x="2769" y="385"/>
                </a:cubicBezTo>
                <a:lnTo>
                  <a:pt x="2675" y="0"/>
                </a:lnTo>
                <a:close/>
              </a:path>
            </a:pathLst>
          </a:custGeom>
          <a:solidFill>
            <a:srgbClr val="C00000"/>
          </a:solidFill>
          <a:ln w="28575" cap="flat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ct val="20000"/>
              </a:spcBef>
              <a:buChar char="•"/>
            </a:pPr>
            <a:endParaRPr lang="zh-CN" altLang="en-US" sz="1400">
              <a:solidFill>
                <a:schemeClr val="tx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!!web网站工作流程">
            <a:extLst>
              <a:ext uri="{FF2B5EF4-FFF2-40B4-BE49-F238E27FC236}">
                <a16:creationId xmlns:a16="http://schemas.microsoft.com/office/drawing/2014/main" id="{8978063A-FE92-959B-F83B-711DFA6BA61B}"/>
              </a:ext>
            </a:extLst>
          </p:cNvPr>
          <p:cNvSpPr txBox="1"/>
          <p:nvPr/>
        </p:nvSpPr>
        <p:spPr>
          <a:xfrm>
            <a:off x="2893261" y="3477430"/>
            <a:ext cx="1126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web</a:t>
            </a:r>
            <a:r>
              <a:rPr lang="zh-CN" altLang="en-US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网站工作流程</a:t>
            </a:r>
            <a:endParaRPr lang="zh-CN" altLang="en-US" b="1" dirty="0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D3E429F-964D-2389-78F5-D6F2D8D191EA}"/>
              </a:ext>
            </a:extLst>
          </p:cNvPr>
          <p:cNvSpPr>
            <a:spLocks noEditPoints="1"/>
          </p:cNvSpPr>
          <p:nvPr/>
        </p:nvSpPr>
        <p:spPr bwMode="auto">
          <a:xfrm>
            <a:off x="7281827" y="2703378"/>
            <a:ext cx="2245596" cy="2233831"/>
          </a:xfrm>
          <a:custGeom>
            <a:avLst/>
            <a:gdLst>
              <a:gd name="T0" fmla="*/ 2474 w 4948"/>
              <a:gd name="T1" fmla="*/ 4348 h 4921"/>
              <a:gd name="T2" fmla="*/ 2474 w 4948"/>
              <a:gd name="T3" fmla="*/ 573 h 4921"/>
              <a:gd name="T4" fmla="*/ 2675 w 4948"/>
              <a:gd name="T5" fmla="*/ 0 h 4921"/>
              <a:gd name="T6" fmla="*/ 2178 w 4948"/>
              <a:gd name="T7" fmla="*/ 391 h 4921"/>
              <a:gd name="T8" fmla="*/ 1696 w 4948"/>
              <a:gd name="T9" fmla="*/ 116 h 4921"/>
              <a:gd name="T10" fmla="*/ 1393 w 4948"/>
              <a:gd name="T11" fmla="*/ 677 h 4921"/>
              <a:gd name="T12" fmla="*/ 867 w 4948"/>
              <a:gd name="T13" fmla="*/ 579 h 4921"/>
              <a:gd name="T14" fmla="*/ 801 w 4948"/>
              <a:gd name="T15" fmla="*/ 1218 h 4921"/>
              <a:gd name="T16" fmla="*/ 245 w 4948"/>
              <a:gd name="T17" fmla="*/ 1374 h 4921"/>
              <a:gd name="T18" fmla="*/ 444 w 4948"/>
              <a:gd name="T19" fmla="*/ 1988 h 4921"/>
              <a:gd name="T20" fmla="*/ 0 w 4948"/>
              <a:gd name="T21" fmla="*/ 2260 h 4921"/>
              <a:gd name="T22" fmla="*/ 412 w 4948"/>
              <a:gd name="T23" fmla="*/ 2760 h 4921"/>
              <a:gd name="T24" fmla="*/ 109 w 4948"/>
              <a:gd name="T25" fmla="*/ 3210 h 4921"/>
              <a:gd name="T26" fmla="*/ 678 w 4948"/>
              <a:gd name="T27" fmla="*/ 3517 h 4921"/>
              <a:gd name="T28" fmla="*/ 582 w 4948"/>
              <a:gd name="T29" fmla="*/ 4059 h 4921"/>
              <a:gd name="T30" fmla="*/ 1221 w 4948"/>
              <a:gd name="T31" fmla="*/ 4127 h 4921"/>
              <a:gd name="T32" fmla="*/ 1322 w 4948"/>
              <a:gd name="T33" fmla="*/ 4647 h 4921"/>
              <a:gd name="T34" fmla="*/ 1934 w 4948"/>
              <a:gd name="T35" fmla="*/ 4479 h 4921"/>
              <a:gd name="T36" fmla="*/ 2273 w 4948"/>
              <a:gd name="T37" fmla="*/ 4921 h 4921"/>
              <a:gd name="T38" fmla="*/ 2768 w 4948"/>
              <a:gd name="T39" fmla="*/ 4536 h 4921"/>
              <a:gd name="T40" fmla="*/ 3252 w 4948"/>
              <a:gd name="T41" fmla="*/ 4805 h 4921"/>
              <a:gd name="T42" fmla="*/ 3558 w 4948"/>
              <a:gd name="T43" fmla="*/ 4267 h 4921"/>
              <a:gd name="T44" fmla="*/ 4081 w 4948"/>
              <a:gd name="T45" fmla="*/ 4342 h 4921"/>
              <a:gd name="T46" fmla="*/ 4165 w 4948"/>
              <a:gd name="T47" fmla="*/ 3735 h 4921"/>
              <a:gd name="T48" fmla="*/ 4703 w 4948"/>
              <a:gd name="T49" fmla="*/ 3547 h 4921"/>
              <a:gd name="T50" fmla="*/ 4540 w 4948"/>
              <a:gd name="T51" fmla="*/ 2959 h 4921"/>
              <a:gd name="T52" fmla="*/ 4948 w 4948"/>
              <a:gd name="T53" fmla="*/ 2661 h 4921"/>
              <a:gd name="T54" fmla="*/ 4580 w 4948"/>
              <a:gd name="T55" fmla="*/ 2173 h 4921"/>
              <a:gd name="T56" fmla="*/ 4839 w 4948"/>
              <a:gd name="T57" fmla="*/ 1711 h 4921"/>
              <a:gd name="T58" fmla="*/ 4310 w 4948"/>
              <a:gd name="T59" fmla="*/ 1399 h 4921"/>
              <a:gd name="T60" fmla="*/ 4366 w 4948"/>
              <a:gd name="T61" fmla="*/ 862 h 4921"/>
              <a:gd name="T62" fmla="*/ 3752 w 4948"/>
              <a:gd name="T63" fmla="*/ 781 h 4921"/>
              <a:gd name="T64" fmla="*/ 3626 w 4948"/>
              <a:gd name="T65" fmla="*/ 274 h 4921"/>
              <a:gd name="T66" fmla="*/ 3022 w 4948"/>
              <a:gd name="T67" fmla="*/ 433 h 4921"/>
              <a:gd name="T68" fmla="*/ 2675 w 4948"/>
              <a:gd name="T69" fmla="*/ 0 h 4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48" h="4921">
                <a:moveTo>
                  <a:pt x="4362" y="2461"/>
                </a:moveTo>
                <a:cubicBezTo>
                  <a:pt x="4362" y="3503"/>
                  <a:pt x="3517" y="4348"/>
                  <a:pt x="2474" y="4348"/>
                </a:cubicBezTo>
                <a:cubicBezTo>
                  <a:pt x="1431" y="4348"/>
                  <a:pt x="586" y="3503"/>
                  <a:pt x="586" y="2461"/>
                </a:cubicBezTo>
                <a:cubicBezTo>
                  <a:pt x="586" y="1418"/>
                  <a:pt x="1431" y="573"/>
                  <a:pt x="2474" y="573"/>
                </a:cubicBezTo>
                <a:cubicBezTo>
                  <a:pt x="3517" y="573"/>
                  <a:pt x="4362" y="1418"/>
                  <a:pt x="4362" y="2461"/>
                </a:cubicBezTo>
                <a:close/>
                <a:moveTo>
                  <a:pt x="2675" y="0"/>
                </a:moveTo>
                <a:lnTo>
                  <a:pt x="2282" y="0"/>
                </a:lnTo>
                <a:lnTo>
                  <a:pt x="2178" y="391"/>
                </a:lnTo>
                <a:cubicBezTo>
                  <a:pt x="2097" y="403"/>
                  <a:pt x="2017" y="420"/>
                  <a:pt x="1939" y="441"/>
                </a:cubicBezTo>
                <a:lnTo>
                  <a:pt x="1696" y="116"/>
                </a:lnTo>
                <a:lnTo>
                  <a:pt x="1334" y="269"/>
                </a:lnTo>
                <a:lnTo>
                  <a:pt x="1393" y="677"/>
                </a:lnTo>
                <a:cubicBezTo>
                  <a:pt x="1334" y="713"/>
                  <a:pt x="1276" y="752"/>
                  <a:pt x="1221" y="794"/>
                </a:cubicBezTo>
                <a:lnTo>
                  <a:pt x="867" y="579"/>
                </a:lnTo>
                <a:lnTo>
                  <a:pt x="588" y="856"/>
                </a:lnTo>
                <a:lnTo>
                  <a:pt x="801" y="1218"/>
                </a:lnTo>
                <a:cubicBezTo>
                  <a:pt x="751" y="1286"/>
                  <a:pt x="704" y="1357"/>
                  <a:pt x="662" y="1431"/>
                </a:cubicBezTo>
                <a:lnTo>
                  <a:pt x="245" y="1374"/>
                </a:lnTo>
                <a:lnTo>
                  <a:pt x="101" y="1738"/>
                </a:lnTo>
                <a:lnTo>
                  <a:pt x="444" y="1988"/>
                </a:lnTo>
                <a:cubicBezTo>
                  <a:pt x="431" y="2045"/>
                  <a:pt x="420" y="2103"/>
                  <a:pt x="412" y="2161"/>
                </a:cubicBezTo>
                <a:lnTo>
                  <a:pt x="0" y="2260"/>
                </a:lnTo>
                <a:lnTo>
                  <a:pt x="0" y="2652"/>
                </a:lnTo>
                <a:lnTo>
                  <a:pt x="412" y="2760"/>
                </a:lnTo>
                <a:cubicBezTo>
                  <a:pt x="421" y="2829"/>
                  <a:pt x="435" y="2897"/>
                  <a:pt x="451" y="2963"/>
                </a:cubicBezTo>
                <a:lnTo>
                  <a:pt x="109" y="3210"/>
                </a:lnTo>
                <a:lnTo>
                  <a:pt x="259" y="3572"/>
                </a:lnTo>
                <a:lnTo>
                  <a:pt x="678" y="3517"/>
                </a:lnTo>
                <a:cubicBezTo>
                  <a:pt x="715" y="3581"/>
                  <a:pt x="756" y="3643"/>
                  <a:pt x="801" y="3703"/>
                </a:cubicBezTo>
                <a:lnTo>
                  <a:pt x="582" y="4059"/>
                </a:lnTo>
                <a:lnTo>
                  <a:pt x="861" y="4336"/>
                </a:lnTo>
                <a:lnTo>
                  <a:pt x="1221" y="4127"/>
                </a:lnTo>
                <a:cubicBezTo>
                  <a:pt x="1275" y="4168"/>
                  <a:pt x="1331" y="4206"/>
                  <a:pt x="1389" y="4242"/>
                </a:cubicBezTo>
                <a:lnTo>
                  <a:pt x="1322" y="4647"/>
                </a:lnTo>
                <a:lnTo>
                  <a:pt x="1684" y="4800"/>
                </a:lnTo>
                <a:lnTo>
                  <a:pt x="1934" y="4479"/>
                </a:lnTo>
                <a:cubicBezTo>
                  <a:pt x="2014" y="4500"/>
                  <a:pt x="2095" y="4518"/>
                  <a:pt x="2178" y="4531"/>
                </a:cubicBezTo>
                <a:lnTo>
                  <a:pt x="2273" y="4921"/>
                </a:lnTo>
                <a:lnTo>
                  <a:pt x="2667" y="4921"/>
                </a:lnTo>
                <a:lnTo>
                  <a:pt x="2768" y="4536"/>
                </a:lnTo>
                <a:cubicBezTo>
                  <a:pt x="2853" y="4525"/>
                  <a:pt x="2936" y="4510"/>
                  <a:pt x="3017" y="4489"/>
                </a:cubicBezTo>
                <a:lnTo>
                  <a:pt x="3252" y="4805"/>
                </a:lnTo>
                <a:lnTo>
                  <a:pt x="3614" y="4653"/>
                </a:lnTo>
                <a:lnTo>
                  <a:pt x="3558" y="4267"/>
                </a:lnTo>
                <a:cubicBezTo>
                  <a:pt x="3625" y="4229"/>
                  <a:pt x="3689" y="4187"/>
                  <a:pt x="3750" y="4141"/>
                </a:cubicBezTo>
                <a:lnTo>
                  <a:pt x="4081" y="4342"/>
                </a:lnTo>
                <a:lnTo>
                  <a:pt x="4360" y="4065"/>
                </a:lnTo>
                <a:lnTo>
                  <a:pt x="4165" y="3735"/>
                </a:lnTo>
                <a:cubicBezTo>
                  <a:pt x="4224" y="3659"/>
                  <a:pt x="4277" y="3579"/>
                  <a:pt x="4325" y="3495"/>
                </a:cubicBezTo>
                <a:lnTo>
                  <a:pt x="4703" y="3547"/>
                </a:lnTo>
                <a:lnTo>
                  <a:pt x="4847" y="3183"/>
                </a:lnTo>
                <a:lnTo>
                  <a:pt x="4540" y="2959"/>
                </a:lnTo>
                <a:cubicBezTo>
                  <a:pt x="4557" y="2891"/>
                  <a:pt x="4570" y="2821"/>
                  <a:pt x="4580" y="2749"/>
                </a:cubicBezTo>
                <a:lnTo>
                  <a:pt x="4948" y="2661"/>
                </a:lnTo>
                <a:lnTo>
                  <a:pt x="4948" y="2269"/>
                </a:lnTo>
                <a:lnTo>
                  <a:pt x="4580" y="2173"/>
                </a:lnTo>
                <a:cubicBezTo>
                  <a:pt x="4569" y="2091"/>
                  <a:pt x="4553" y="2011"/>
                  <a:pt x="4533" y="1932"/>
                </a:cubicBezTo>
                <a:lnTo>
                  <a:pt x="4839" y="1711"/>
                </a:lnTo>
                <a:lnTo>
                  <a:pt x="4690" y="1349"/>
                </a:lnTo>
                <a:lnTo>
                  <a:pt x="4310" y="1399"/>
                </a:lnTo>
                <a:cubicBezTo>
                  <a:pt x="4266" y="1326"/>
                  <a:pt x="4218" y="1255"/>
                  <a:pt x="4166" y="1188"/>
                </a:cubicBezTo>
                <a:lnTo>
                  <a:pt x="4366" y="862"/>
                </a:lnTo>
                <a:lnTo>
                  <a:pt x="4087" y="585"/>
                </a:lnTo>
                <a:lnTo>
                  <a:pt x="3752" y="781"/>
                </a:lnTo>
                <a:cubicBezTo>
                  <a:pt x="3691" y="736"/>
                  <a:pt x="3628" y="695"/>
                  <a:pt x="3563" y="656"/>
                </a:cubicBezTo>
                <a:lnTo>
                  <a:pt x="3626" y="274"/>
                </a:lnTo>
                <a:lnTo>
                  <a:pt x="3264" y="121"/>
                </a:lnTo>
                <a:lnTo>
                  <a:pt x="3022" y="433"/>
                </a:lnTo>
                <a:cubicBezTo>
                  <a:pt x="2939" y="412"/>
                  <a:pt x="2855" y="396"/>
                  <a:pt x="2769" y="385"/>
                </a:cubicBezTo>
                <a:lnTo>
                  <a:pt x="2675" y="0"/>
                </a:lnTo>
                <a:close/>
              </a:path>
            </a:pathLst>
          </a:custGeom>
          <a:solidFill>
            <a:srgbClr val="C00000"/>
          </a:solidFill>
          <a:ln w="28575" cap="flat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ct val="20000"/>
              </a:spcBef>
              <a:buChar char="•"/>
            </a:pPr>
            <a:endParaRPr lang="zh-CN" altLang="en-US" sz="1400">
              <a:solidFill>
                <a:schemeClr val="tx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F75B9A-492E-2429-2986-1AD87FFDD98D}"/>
              </a:ext>
            </a:extLst>
          </p:cNvPr>
          <p:cNvSpPr txBox="1"/>
          <p:nvPr/>
        </p:nvSpPr>
        <p:spPr>
          <a:xfrm>
            <a:off x="7674718" y="3477429"/>
            <a:ext cx="145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web</a:t>
            </a:r>
            <a:r>
              <a:rPr lang="zh-CN" altLang="en-US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en-US" altLang="zh-CN" b="1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课程安排</a:t>
            </a:r>
            <a:endParaRPr lang="en-US" altLang="zh-CN" b="1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871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web网站工作流程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网站的工作流程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D5CB44-010C-BCE2-4821-6A3A7C68C050}"/>
              </a:ext>
            </a:extLst>
          </p:cNvPr>
          <p:cNvSpPr/>
          <p:nvPr/>
        </p:nvSpPr>
        <p:spPr>
          <a:xfrm>
            <a:off x="862566" y="2119280"/>
            <a:ext cx="866961" cy="390617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浏览器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1EDC24-D248-4F44-8972-78658CDF428A}"/>
              </a:ext>
            </a:extLst>
          </p:cNvPr>
          <p:cNvSpPr/>
          <p:nvPr/>
        </p:nvSpPr>
        <p:spPr>
          <a:xfrm>
            <a:off x="3419871" y="2119279"/>
            <a:ext cx="1302106" cy="3906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前端服务器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E5B210-B06B-BCAF-0AE2-110D5DE60E17}"/>
              </a:ext>
            </a:extLst>
          </p:cNvPr>
          <p:cNvSpPr/>
          <p:nvPr/>
        </p:nvSpPr>
        <p:spPr>
          <a:xfrm>
            <a:off x="6533097" y="2119279"/>
            <a:ext cx="1302106" cy="390617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后端服务器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A05928-1429-64F1-FCA6-28EE2882D1F5}"/>
              </a:ext>
            </a:extLst>
          </p:cNvPr>
          <p:cNvSpPr/>
          <p:nvPr/>
        </p:nvSpPr>
        <p:spPr>
          <a:xfrm>
            <a:off x="9419880" y="2119279"/>
            <a:ext cx="1302106" cy="390617"/>
          </a:xfrm>
          <a:prstGeom prst="rect">
            <a:avLst/>
          </a:prstGeom>
          <a:solidFill>
            <a:srgbClr val="C78FFC"/>
          </a:solidFill>
          <a:ln w="9525" cap="flat" cmpd="sng" algn="ctr">
            <a:solidFill>
              <a:srgbClr val="C78FF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数据库服务器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D536E68-7DFE-6913-B4DE-21780E54BCFA}"/>
              </a:ext>
            </a:extLst>
          </p:cNvPr>
          <p:cNvCxnSpPr>
            <a:stCxn id="22" idx="2"/>
          </p:cNvCxnSpPr>
          <p:nvPr/>
        </p:nvCxnSpPr>
        <p:spPr>
          <a:xfrm flipH="1">
            <a:off x="1296046" y="2509897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119FFB7-A92D-7DF8-096E-B07D53E3EC95}"/>
              </a:ext>
            </a:extLst>
          </p:cNvPr>
          <p:cNvSpPr/>
          <p:nvPr/>
        </p:nvSpPr>
        <p:spPr>
          <a:xfrm>
            <a:off x="1196174" y="2705710"/>
            <a:ext cx="184464" cy="3393706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9E25687-D435-A4B9-4E73-44C188EB3AB2}"/>
              </a:ext>
            </a:extLst>
          </p:cNvPr>
          <p:cNvCxnSpPr/>
          <p:nvPr/>
        </p:nvCxnSpPr>
        <p:spPr>
          <a:xfrm flipH="1">
            <a:off x="4080213" y="2509895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82568CF-FB81-6341-26CA-D7FC6F7CF9B3}"/>
              </a:ext>
            </a:extLst>
          </p:cNvPr>
          <p:cNvCxnSpPr/>
          <p:nvPr/>
        </p:nvCxnSpPr>
        <p:spPr>
          <a:xfrm flipH="1">
            <a:off x="7172109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FCB6203-531C-8CF4-37BA-0B227417A56A}"/>
              </a:ext>
            </a:extLst>
          </p:cNvPr>
          <p:cNvCxnSpPr/>
          <p:nvPr/>
        </p:nvCxnSpPr>
        <p:spPr>
          <a:xfrm flipH="1">
            <a:off x="10100354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204AAE0-BDDB-A9F7-B588-A7A3307210E7}"/>
              </a:ext>
            </a:extLst>
          </p:cNvPr>
          <p:cNvCxnSpPr>
            <a:cxnSpLocks/>
          </p:cNvCxnSpPr>
          <p:nvPr/>
        </p:nvCxnSpPr>
        <p:spPr>
          <a:xfrm>
            <a:off x="1380638" y="3100793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CDF4D53-6AAF-B801-E127-2B7067BB15DD}"/>
              </a:ext>
            </a:extLst>
          </p:cNvPr>
          <p:cNvCxnSpPr>
            <a:cxnSpLocks/>
          </p:cNvCxnSpPr>
          <p:nvPr/>
        </p:nvCxnSpPr>
        <p:spPr>
          <a:xfrm flipH="1">
            <a:off x="1370838" y="3501654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33" name="文本占位符 8">
            <a:extLst>
              <a:ext uri="{FF2B5EF4-FFF2-40B4-BE49-F238E27FC236}">
                <a16:creationId xmlns:a16="http://schemas.microsoft.com/office/drawing/2014/main" id="{573F3A91-408D-40A5-ED8A-B19B566F8572}"/>
              </a:ext>
            </a:extLst>
          </p:cNvPr>
          <p:cNvSpPr txBox="1">
            <a:spLocks/>
          </p:cNvSpPr>
          <p:nvPr/>
        </p:nvSpPr>
        <p:spPr>
          <a:xfrm>
            <a:off x="2345578" y="2746913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+mn-ea"/>
              <a:cs typeface="阿里巴巴普惠体" panose="00020600040101010101" pitchFamily="18" charset="-122"/>
            </a:endParaRPr>
          </a:p>
        </p:txBody>
      </p:sp>
      <p:sp>
        <p:nvSpPr>
          <p:cNvPr id="34" name="文本占位符 8">
            <a:extLst>
              <a:ext uri="{FF2B5EF4-FFF2-40B4-BE49-F238E27FC236}">
                <a16:creationId xmlns:a16="http://schemas.microsoft.com/office/drawing/2014/main" id="{5C6B6783-5EB5-8D54-3D9C-9E8F5FFD1629}"/>
              </a:ext>
            </a:extLst>
          </p:cNvPr>
          <p:cNvSpPr txBox="1">
            <a:spLocks/>
          </p:cNvSpPr>
          <p:nvPr/>
        </p:nvSpPr>
        <p:spPr>
          <a:xfrm>
            <a:off x="2375159" y="3420031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+mn-ea"/>
              <a:cs typeface="阿里巴巴普惠体" panose="00020600040101010101" pitchFamily="18" charset="-122"/>
            </a:endParaRPr>
          </a:p>
        </p:txBody>
      </p:sp>
      <p:sp>
        <p:nvSpPr>
          <p:cNvPr id="35" name="!!矩形: 圆角 24">
            <a:extLst>
              <a:ext uri="{FF2B5EF4-FFF2-40B4-BE49-F238E27FC236}">
                <a16:creationId xmlns:a16="http://schemas.microsoft.com/office/drawing/2014/main" id="{63CC56EE-FE98-C7F5-DBED-8613F4A3F0CB}"/>
              </a:ext>
            </a:extLst>
          </p:cNvPr>
          <p:cNvSpPr/>
          <p:nvPr/>
        </p:nvSpPr>
        <p:spPr>
          <a:xfrm>
            <a:off x="1403709" y="3598500"/>
            <a:ext cx="941869" cy="356938"/>
          </a:xfrm>
          <a:prstGeom prst="roundRect">
            <a:avLst/>
          </a:prstGeom>
          <a:solidFill>
            <a:srgbClr val="F7964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前端代码</a:t>
            </a:r>
          </a:p>
        </p:txBody>
      </p:sp>
      <p:sp>
        <p:nvSpPr>
          <p:cNvPr id="36" name="users_94970">
            <a:extLst>
              <a:ext uri="{FF2B5EF4-FFF2-40B4-BE49-F238E27FC236}">
                <a16:creationId xmlns:a16="http://schemas.microsoft.com/office/drawing/2014/main" id="{03666355-7041-7FAE-C6AD-D5A28632DFB2}"/>
              </a:ext>
            </a:extLst>
          </p:cNvPr>
          <p:cNvSpPr/>
          <p:nvPr/>
        </p:nvSpPr>
        <p:spPr>
          <a:xfrm>
            <a:off x="1016746" y="1480768"/>
            <a:ext cx="531609" cy="475613"/>
          </a:xfrm>
          <a:custGeom>
            <a:avLst/>
            <a:gdLst>
              <a:gd name="connsiteX0" fmla="*/ 60025 w 605236"/>
              <a:gd name="connsiteY0" fmla="*/ 344571 h 595643"/>
              <a:gd name="connsiteX1" fmla="*/ 290527 w 605236"/>
              <a:gd name="connsiteY1" fmla="*/ 344571 h 595643"/>
              <a:gd name="connsiteX2" fmla="*/ 329370 w 605236"/>
              <a:gd name="connsiteY2" fmla="*/ 376465 h 595643"/>
              <a:gd name="connsiteX3" fmla="*/ 349814 w 605236"/>
              <a:gd name="connsiteY3" fmla="*/ 479931 h 595643"/>
              <a:gd name="connsiteX4" fmla="*/ 331031 w 605236"/>
              <a:gd name="connsiteY4" fmla="*/ 528793 h 595643"/>
              <a:gd name="connsiteX5" fmla="*/ 175276 w 605236"/>
              <a:gd name="connsiteY5" fmla="*/ 595643 h 595643"/>
              <a:gd name="connsiteX6" fmla="*/ 19393 w 605236"/>
              <a:gd name="connsiteY6" fmla="*/ 528793 h 595643"/>
              <a:gd name="connsiteX7" fmla="*/ 738 w 605236"/>
              <a:gd name="connsiteY7" fmla="*/ 479931 h 595643"/>
              <a:gd name="connsiteX8" fmla="*/ 21182 w 605236"/>
              <a:gd name="connsiteY8" fmla="*/ 376465 h 595643"/>
              <a:gd name="connsiteX9" fmla="*/ 60025 w 605236"/>
              <a:gd name="connsiteY9" fmla="*/ 344571 h 595643"/>
              <a:gd name="connsiteX10" fmla="*/ 357987 w 605236"/>
              <a:gd name="connsiteY10" fmla="*/ 252695 h 595643"/>
              <a:gd name="connsiteX11" fmla="*/ 553093 w 605236"/>
              <a:gd name="connsiteY11" fmla="*/ 252695 h 595643"/>
              <a:gd name="connsiteX12" fmla="*/ 587208 w 605236"/>
              <a:gd name="connsiteY12" fmla="*/ 280762 h 595643"/>
              <a:gd name="connsiteX13" fmla="*/ 604585 w 605236"/>
              <a:gd name="connsiteY13" fmla="*/ 368409 h 595643"/>
              <a:gd name="connsiteX14" fmla="*/ 588231 w 605236"/>
              <a:gd name="connsiteY14" fmla="*/ 411020 h 595643"/>
              <a:gd name="connsiteX15" fmla="*/ 455476 w 605236"/>
              <a:gd name="connsiteY15" fmla="*/ 467920 h 595643"/>
              <a:gd name="connsiteX16" fmla="*/ 402323 w 605236"/>
              <a:gd name="connsiteY16" fmla="*/ 455928 h 595643"/>
              <a:gd name="connsiteX17" fmla="*/ 388524 w 605236"/>
              <a:gd name="connsiteY17" fmla="*/ 440618 h 595643"/>
              <a:gd name="connsiteX18" fmla="*/ 388269 w 605236"/>
              <a:gd name="connsiteY18" fmla="*/ 439725 h 595643"/>
              <a:gd name="connsiteX19" fmla="*/ 371403 w 605236"/>
              <a:gd name="connsiteY19" fmla="*/ 354503 h 595643"/>
              <a:gd name="connsiteX20" fmla="*/ 334732 w 605236"/>
              <a:gd name="connsiteY20" fmla="*/ 308064 h 595643"/>
              <a:gd name="connsiteX21" fmla="*/ 322722 w 605236"/>
              <a:gd name="connsiteY21" fmla="*/ 290458 h 595643"/>
              <a:gd name="connsiteX22" fmla="*/ 322722 w 605236"/>
              <a:gd name="connsiteY22" fmla="*/ 289693 h 595643"/>
              <a:gd name="connsiteX23" fmla="*/ 324127 w 605236"/>
              <a:gd name="connsiteY23" fmla="*/ 280762 h 595643"/>
              <a:gd name="connsiteX24" fmla="*/ 357987 w 605236"/>
              <a:gd name="connsiteY24" fmla="*/ 252695 h 595643"/>
              <a:gd name="connsiteX25" fmla="*/ 175276 w 605236"/>
              <a:gd name="connsiteY25" fmla="*/ 50313 h 595643"/>
              <a:gd name="connsiteX26" fmla="*/ 303670 w 605236"/>
              <a:gd name="connsiteY26" fmla="*/ 178531 h 595643"/>
              <a:gd name="connsiteX27" fmla="*/ 175276 w 605236"/>
              <a:gd name="connsiteY27" fmla="*/ 306749 h 595643"/>
              <a:gd name="connsiteX28" fmla="*/ 46882 w 605236"/>
              <a:gd name="connsiteY28" fmla="*/ 178531 h 595643"/>
              <a:gd name="connsiteX29" fmla="*/ 175276 w 605236"/>
              <a:gd name="connsiteY29" fmla="*/ 50313 h 595643"/>
              <a:gd name="connsiteX30" fmla="*/ 455527 w 605236"/>
              <a:gd name="connsiteY30" fmla="*/ 0 h 595643"/>
              <a:gd name="connsiteX31" fmla="*/ 562928 w 605236"/>
              <a:gd name="connsiteY31" fmla="*/ 107260 h 595643"/>
              <a:gd name="connsiteX32" fmla="*/ 455527 w 605236"/>
              <a:gd name="connsiteY32" fmla="*/ 214520 h 595643"/>
              <a:gd name="connsiteX33" fmla="*/ 348126 w 605236"/>
              <a:gd name="connsiteY33" fmla="*/ 107260 h 595643"/>
              <a:gd name="connsiteX34" fmla="*/ 455527 w 605236"/>
              <a:gd name="connsiteY34" fmla="*/ 0 h 59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5236" h="595643">
                <a:moveTo>
                  <a:pt x="60025" y="344571"/>
                </a:moveTo>
                <a:lnTo>
                  <a:pt x="290527" y="344571"/>
                </a:lnTo>
                <a:cubicBezTo>
                  <a:pt x="308671" y="344571"/>
                  <a:pt x="325793" y="358605"/>
                  <a:pt x="329370" y="376465"/>
                </a:cubicBezTo>
                <a:lnTo>
                  <a:pt x="349814" y="479931"/>
                </a:lnTo>
                <a:cubicBezTo>
                  <a:pt x="353136" y="496898"/>
                  <a:pt x="344959" y="518331"/>
                  <a:pt x="331031" y="528793"/>
                </a:cubicBezTo>
                <a:cubicBezTo>
                  <a:pt x="327454" y="531472"/>
                  <a:pt x="241079" y="595643"/>
                  <a:pt x="175276" y="595643"/>
                </a:cubicBezTo>
                <a:cubicBezTo>
                  <a:pt x="109473" y="595643"/>
                  <a:pt x="23098" y="531472"/>
                  <a:pt x="19393" y="528793"/>
                </a:cubicBezTo>
                <a:cubicBezTo>
                  <a:pt x="5593" y="518331"/>
                  <a:pt x="-2584" y="496898"/>
                  <a:pt x="738" y="479931"/>
                </a:cubicBezTo>
                <a:lnTo>
                  <a:pt x="21182" y="376465"/>
                </a:lnTo>
                <a:cubicBezTo>
                  <a:pt x="24759" y="358605"/>
                  <a:pt x="41753" y="344571"/>
                  <a:pt x="60025" y="344571"/>
                </a:cubicBezTo>
                <a:close/>
                <a:moveTo>
                  <a:pt x="357987" y="252695"/>
                </a:moveTo>
                <a:lnTo>
                  <a:pt x="553093" y="252695"/>
                </a:lnTo>
                <a:cubicBezTo>
                  <a:pt x="569065" y="252695"/>
                  <a:pt x="584142" y="265070"/>
                  <a:pt x="587208" y="280762"/>
                </a:cubicBezTo>
                <a:lnTo>
                  <a:pt x="604585" y="368409"/>
                </a:lnTo>
                <a:cubicBezTo>
                  <a:pt x="607524" y="383208"/>
                  <a:pt x="600241" y="401834"/>
                  <a:pt x="588231" y="411020"/>
                </a:cubicBezTo>
                <a:cubicBezTo>
                  <a:pt x="585164" y="413316"/>
                  <a:pt x="511696" y="467920"/>
                  <a:pt x="455476" y="467920"/>
                </a:cubicBezTo>
                <a:cubicBezTo>
                  <a:pt x="440272" y="467920"/>
                  <a:pt x="422384" y="463838"/>
                  <a:pt x="402323" y="455928"/>
                </a:cubicBezTo>
                <a:cubicBezTo>
                  <a:pt x="395679" y="453249"/>
                  <a:pt x="390824" y="447890"/>
                  <a:pt x="388524" y="440618"/>
                </a:cubicBezTo>
                <a:lnTo>
                  <a:pt x="388269" y="439725"/>
                </a:lnTo>
                <a:lnTo>
                  <a:pt x="371403" y="354503"/>
                </a:lnTo>
                <a:cubicBezTo>
                  <a:pt x="367697" y="335621"/>
                  <a:pt x="354537" y="318653"/>
                  <a:pt x="334732" y="308064"/>
                </a:cubicBezTo>
                <a:cubicBezTo>
                  <a:pt x="322722" y="301685"/>
                  <a:pt x="322722" y="291607"/>
                  <a:pt x="322722" y="290458"/>
                </a:cubicBezTo>
                <a:lnTo>
                  <a:pt x="322722" y="289693"/>
                </a:lnTo>
                <a:lnTo>
                  <a:pt x="324127" y="280762"/>
                </a:lnTo>
                <a:cubicBezTo>
                  <a:pt x="327194" y="265070"/>
                  <a:pt x="341888" y="252695"/>
                  <a:pt x="357987" y="252695"/>
                </a:cubicBezTo>
                <a:close/>
                <a:moveTo>
                  <a:pt x="175276" y="50313"/>
                </a:moveTo>
                <a:cubicBezTo>
                  <a:pt x="246186" y="50313"/>
                  <a:pt x="303670" y="107718"/>
                  <a:pt x="303670" y="178531"/>
                </a:cubicBezTo>
                <a:cubicBezTo>
                  <a:pt x="303670" y="249344"/>
                  <a:pt x="246186" y="306749"/>
                  <a:pt x="175276" y="306749"/>
                </a:cubicBezTo>
                <a:cubicBezTo>
                  <a:pt x="104366" y="306749"/>
                  <a:pt x="46882" y="249344"/>
                  <a:pt x="46882" y="178531"/>
                </a:cubicBezTo>
                <a:cubicBezTo>
                  <a:pt x="46882" y="107718"/>
                  <a:pt x="104366" y="50313"/>
                  <a:pt x="175276" y="50313"/>
                </a:cubicBezTo>
                <a:close/>
                <a:moveTo>
                  <a:pt x="455527" y="0"/>
                </a:moveTo>
                <a:cubicBezTo>
                  <a:pt x="514843" y="0"/>
                  <a:pt x="562928" y="48022"/>
                  <a:pt x="562928" y="107260"/>
                </a:cubicBezTo>
                <a:cubicBezTo>
                  <a:pt x="562928" y="166498"/>
                  <a:pt x="514843" y="214520"/>
                  <a:pt x="455527" y="214520"/>
                </a:cubicBezTo>
                <a:cubicBezTo>
                  <a:pt x="396211" y="214520"/>
                  <a:pt x="348126" y="166498"/>
                  <a:pt x="348126" y="107260"/>
                </a:cubicBezTo>
                <a:cubicBezTo>
                  <a:pt x="348126" y="48022"/>
                  <a:pt x="396211" y="0"/>
                  <a:pt x="455527" y="0"/>
                </a:cubicBez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E95F4ED-1A48-17B2-A796-ED3A71008457}"/>
              </a:ext>
            </a:extLst>
          </p:cNvPr>
          <p:cNvSpPr/>
          <p:nvPr/>
        </p:nvSpPr>
        <p:spPr>
          <a:xfrm>
            <a:off x="3989299" y="2972354"/>
            <a:ext cx="184465" cy="80656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6AE39572-5F7A-9539-6168-7853FE0EF7E3}"/>
              </a:ext>
            </a:extLst>
          </p:cNvPr>
          <p:cNvSpPr/>
          <p:nvPr/>
        </p:nvSpPr>
        <p:spPr>
          <a:xfrm>
            <a:off x="3631439" y="2402503"/>
            <a:ext cx="914549" cy="294537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前端程序</a:t>
            </a:r>
          </a:p>
        </p:txBody>
      </p:sp>
      <p:sp>
        <p:nvSpPr>
          <p:cNvPr id="39" name="!!矩形: 对角圆角 42">
            <a:extLst>
              <a:ext uri="{FF2B5EF4-FFF2-40B4-BE49-F238E27FC236}">
                <a16:creationId xmlns:a16="http://schemas.microsoft.com/office/drawing/2014/main" id="{7481A177-A742-7BF3-ECA5-CC10D4C8369C}"/>
              </a:ext>
            </a:extLst>
          </p:cNvPr>
          <p:cNvSpPr/>
          <p:nvPr/>
        </p:nvSpPr>
        <p:spPr>
          <a:xfrm>
            <a:off x="6710767" y="2398431"/>
            <a:ext cx="914549" cy="294537"/>
          </a:xfrm>
          <a:prstGeom prst="round2DiagRect">
            <a:avLst/>
          </a:prstGeom>
          <a:solidFill>
            <a:srgbClr val="92D050"/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Java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程序</a:t>
            </a:r>
          </a:p>
        </p:txBody>
      </p:sp>
    </p:spTree>
    <p:extLst>
      <p:ext uri="{BB962C8B-B14F-4D97-AF65-F5344CB8AC3E}">
        <p14:creationId xmlns:p14="http://schemas.microsoft.com/office/powerpoint/2010/main" val="3240028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7" presetClass="emph" presetSubtype="0" repeatCount="2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7" grpId="0" animBg="1"/>
      <p:bldP spid="33" grpId="0"/>
      <p:bldP spid="34" grpId="0"/>
      <p:bldP spid="35" grpId="0" animBg="1"/>
      <p:bldP spid="35" grpId="1" animBg="1"/>
      <p:bldP spid="36" grpId="0" animBg="1"/>
      <p:bldP spid="37" grpId="0" animBg="1"/>
      <p:bldP spid="38" grpId="0" animBg="1"/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网站的工作流程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60AA43F-5007-F62E-336B-2A3162BF10EE}"/>
              </a:ext>
            </a:extLst>
          </p:cNvPr>
          <p:cNvSpPr/>
          <p:nvPr/>
        </p:nvSpPr>
        <p:spPr>
          <a:xfrm>
            <a:off x="862566" y="2119280"/>
            <a:ext cx="866961" cy="390617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浏览器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CB6CEF-FFEC-B019-6F4D-DF290BFD7655}"/>
              </a:ext>
            </a:extLst>
          </p:cNvPr>
          <p:cNvSpPr/>
          <p:nvPr/>
        </p:nvSpPr>
        <p:spPr>
          <a:xfrm>
            <a:off x="3419871" y="2119279"/>
            <a:ext cx="1302106" cy="3906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前端服务器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40D8796-B37E-AD0B-588E-B470874271AB}"/>
              </a:ext>
            </a:extLst>
          </p:cNvPr>
          <p:cNvSpPr/>
          <p:nvPr/>
        </p:nvSpPr>
        <p:spPr>
          <a:xfrm>
            <a:off x="6533097" y="2119279"/>
            <a:ext cx="1302106" cy="390617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后端服务器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BD9D928-B8B3-9F30-2D27-30A327A289C5}"/>
              </a:ext>
            </a:extLst>
          </p:cNvPr>
          <p:cNvSpPr/>
          <p:nvPr/>
        </p:nvSpPr>
        <p:spPr>
          <a:xfrm>
            <a:off x="9419880" y="2119279"/>
            <a:ext cx="1302106" cy="390617"/>
          </a:xfrm>
          <a:prstGeom prst="rect">
            <a:avLst/>
          </a:prstGeom>
          <a:solidFill>
            <a:srgbClr val="C78FFC"/>
          </a:solidFill>
          <a:ln w="9525" cap="flat" cmpd="sng" algn="ctr">
            <a:solidFill>
              <a:srgbClr val="C78FF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数据库服务器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A96293F-138E-0364-5CA9-9EE3EC424DA1}"/>
              </a:ext>
            </a:extLst>
          </p:cNvPr>
          <p:cNvCxnSpPr>
            <a:stCxn id="44" idx="2"/>
          </p:cNvCxnSpPr>
          <p:nvPr/>
        </p:nvCxnSpPr>
        <p:spPr>
          <a:xfrm flipH="1">
            <a:off x="1296046" y="2509897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9FB22E9-9C13-DFD0-3897-9204E40A7034}"/>
              </a:ext>
            </a:extLst>
          </p:cNvPr>
          <p:cNvSpPr/>
          <p:nvPr/>
        </p:nvSpPr>
        <p:spPr>
          <a:xfrm>
            <a:off x="1196174" y="2705710"/>
            <a:ext cx="184464" cy="3393706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5A00939-C2D3-C6A2-C532-D944067AB681}"/>
              </a:ext>
            </a:extLst>
          </p:cNvPr>
          <p:cNvCxnSpPr/>
          <p:nvPr/>
        </p:nvCxnSpPr>
        <p:spPr>
          <a:xfrm flipH="1">
            <a:off x="4080213" y="2509895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CAB11EE-9EFF-0D8E-12DE-CBFAD11E5DA8}"/>
              </a:ext>
            </a:extLst>
          </p:cNvPr>
          <p:cNvCxnSpPr/>
          <p:nvPr/>
        </p:nvCxnSpPr>
        <p:spPr>
          <a:xfrm flipH="1">
            <a:off x="7172109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28CBC91-CF38-ABB1-44AB-7B055C9B01C2}"/>
              </a:ext>
            </a:extLst>
          </p:cNvPr>
          <p:cNvCxnSpPr/>
          <p:nvPr/>
        </p:nvCxnSpPr>
        <p:spPr>
          <a:xfrm flipH="1">
            <a:off x="10100354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68DCB22-C59F-7069-E5D5-F2F3CE84C945}"/>
              </a:ext>
            </a:extLst>
          </p:cNvPr>
          <p:cNvCxnSpPr>
            <a:cxnSpLocks/>
          </p:cNvCxnSpPr>
          <p:nvPr/>
        </p:nvCxnSpPr>
        <p:spPr>
          <a:xfrm>
            <a:off x="1380638" y="3100793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C3F0D1F0-A6AF-33A7-19D3-7CF43300A139}"/>
              </a:ext>
            </a:extLst>
          </p:cNvPr>
          <p:cNvCxnSpPr>
            <a:cxnSpLocks/>
          </p:cNvCxnSpPr>
          <p:nvPr/>
        </p:nvCxnSpPr>
        <p:spPr>
          <a:xfrm flipH="1">
            <a:off x="1370838" y="3501654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55" name="文本占位符 8">
            <a:extLst>
              <a:ext uri="{FF2B5EF4-FFF2-40B4-BE49-F238E27FC236}">
                <a16:creationId xmlns:a16="http://schemas.microsoft.com/office/drawing/2014/main" id="{AE2173CD-765F-294D-3AC2-3A7262AFE296}"/>
              </a:ext>
            </a:extLst>
          </p:cNvPr>
          <p:cNvSpPr txBox="1">
            <a:spLocks/>
          </p:cNvSpPr>
          <p:nvPr/>
        </p:nvSpPr>
        <p:spPr>
          <a:xfrm>
            <a:off x="2345578" y="2746913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n-lt"/>
                <a:ea typeface="+mn-ea"/>
              </a:rPr>
              <a:t>请求</a:t>
            </a:r>
            <a:endParaRPr sz="1400">
              <a:solidFill>
                <a:prstClr val="black">
                  <a:lumMod val="85000"/>
                  <a:lumOff val="15000"/>
                </a:prstClr>
              </a:solidFill>
              <a:latin typeface="+mn-lt"/>
              <a:ea typeface="+mn-ea"/>
            </a:endParaRPr>
          </a:p>
        </p:txBody>
      </p:sp>
      <p:sp>
        <p:nvSpPr>
          <p:cNvPr id="56" name="文本占位符 8">
            <a:extLst>
              <a:ext uri="{FF2B5EF4-FFF2-40B4-BE49-F238E27FC236}">
                <a16:creationId xmlns:a16="http://schemas.microsoft.com/office/drawing/2014/main" id="{46F834EE-CB89-634E-0A17-E4EAC3D470D7}"/>
              </a:ext>
            </a:extLst>
          </p:cNvPr>
          <p:cNvSpPr txBox="1">
            <a:spLocks/>
          </p:cNvSpPr>
          <p:nvPr/>
        </p:nvSpPr>
        <p:spPr>
          <a:xfrm>
            <a:off x="2375159" y="3420031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+mn-ea"/>
              <a:cs typeface="阿里巴巴普惠体" panose="00020600040101010101" pitchFamily="18" charset="-122"/>
            </a:endParaRPr>
          </a:p>
        </p:txBody>
      </p:sp>
      <p:sp>
        <p:nvSpPr>
          <p:cNvPr id="57" name="users_94970">
            <a:extLst>
              <a:ext uri="{FF2B5EF4-FFF2-40B4-BE49-F238E27FC236}">
                <a16:creationId xmlns:a16="http://schemas.microsoft.com/office/drawing/2014/main" id="{66195006-EE6B-B4D1-DC94-E2BE65D77DD3}"/>
              </a:ext>
            </a:extLst>
          </p:cNvPr>
          <p:cNvSpPr/>
          <p:nvPr/>
        </p:nvSpPr>
        <p:spPr>
          <a:xfrm>
            <a:off x="1016746" y="1480768"/>
            <a:ext cx="531609" cy="475613"/>
          </a:xfrm>
          <a:custGeom>
            <a:avLst/>
            <a:gdLst>
              <a:gd name="connsiteX0" fmla="*/ 60025 w 605236"/>
              <a:gd name="connsiteY0" fmla="*/ 344571 h 595643"/>
              <a:gd name="connsiteX1" fmla="*/ 290527 w 605236"/>
              <a:gd name="connsiteY1" fmla="*/ 344571 h 595643"/>
              <a:gd name="connsiteX2" fmla="*/ 329370 w 605236"/>
              <a:gd name="connsiteY2" fmla="*/ 376465 h 595643"/>
              <a:gd name="connsiteX3" fmla="*/ 349814 w 605236"/>
              <a:gd name="connsiteY3" fmla="*/ 479931 h 595643"/>
              <a:gd name="connsiteX4" fmla="*/ 331031 w 605236"/>
              <a:gd name="connsiteY4" fmla="*/ 528793 h 595643"/>
              <a:gd name="connsiteX5" fmla="*/ 175276 w 605236"/>
              <a:gd name="connsiteY5" fmla="*/ 595643 h 595643"/>
              <a:gd name="connsiteX6" fmla="*/ 19393 w 605236"/>
              <a:gd name="connsiteY6" fmla="*/ 528793 h 595643"/>
              <a:gd name="connsiteX7" fmla="*/ 738 w 605236"/>
              <a:gd name="connsiteY7" fmla="*/ 479931 h 595643"/>
              <a:gd name="connsiteX8" fmla="*/ 21182 w 605236"/>
              <a:gd name="connsiteY8" fmla="*/ 376465 h 595643"/>
              <a:gd name="connsiteX9" fmla="*/ 60025 w 605236"/>
              <a:gd name="connsiteY9" fmla="*/ 344571 h 595643"/>
              <a:gd name="connsiteX10" fmla="*/ 357987 w 605236"/>
              <a:gd name="connsiteY10" fmla="*/ 252695 h 595643"/>
              <a:gd name="connsiteX11" fmla="*/ 553093 w 605236"/>
              <a:gd name="connsiteY11" fmla="*/ 252695 h 595643"/>
              <a:gd name="connsiteX12" fmla="*/ 587208 w 605236"/>
              <a:gd name="connsiteY12" fmla="*/ 280762 h 595643"/>
              <a:gd name="connsiteX13" fmla="*/ 604585 w 605236"/>
              <a:gd name="connsiteY13" fmla="*/ 368409 h 595643"/>
              <a:gd name="connsiteX14" fmla="*/ 588231 w 605236"/>
              <a:gd name="connsiteY14" fmla="*/ 411020 h 595643"/>
              <a:gd name="connsiteX15" fmla="*/ 455476 w 605236"/>
              <a:gd name="connsiteY15" fmla="*/ 467920 h 595643"/>
              <a:gd name="connsiteX16" fmla="*/ 402323 w 605236"/>
              <a:gd name="connsiteY16" fmla="*/ 455928 h 595643"/>
              <a:gd name="connsiteX17" fmla="*/ 388524 w 605236"/>
              <a:gd name="connsiteY17" fmla="*/ 440618 h 595643"/>
              <a:gd name="connsiteX18" fmla="*/ 388269 w 605236"/>
              <a:gd name="connsiteY18" fmla="*/ 439725 h 595643"/>
              <a:gd name="connsiteX19" fmla="*/ 371403 w 605236"/>
              <a:gd name="connsiteY19" fmla="*/ 354503 h 595643"/>
              <a:gd name="connsiteX20" fmla="*/ 334732 w 605236"/>
              <a:gd name="connsiteY20" fmla="*/ 308064 h 595643"/>
              <a:gd name="connsiteX21" fmla="*/ 322722 w 605236"/>
              <a:gd name="connsiteY21" fmla="*/ 290458 h 595643"/>
              <a:gd name="connsiteX22" fmla="*/ 322722 w 605236"/>
              <a:gd name="connsiteY22" fmla="*/ 289693 h 595643"/>
              <a:gd name="connsiteX23" fmla="*/ 324127 w 605236"/>
              <a:gd name="connsiteY23" fmla="*/ 280762 h 595643"/>
              <a:gd name="connsiteX24" fmla="*/ 357987 w 605236"/>
              <a:gd name="connsiteY24" fmla="*/ 252695 h 595643"/>
              <a:gd name="connsiteX25" fmla="*/ 175276 w 605236"/>
              <a:gd name="connsiteY25" fmla="*/ 50313 h 595643"/>
              <a:gd name="connsiteX26" fmla="*/ 303670 w 605236"/>
              <a:gd name="connsiteY26" fmla="*/ 178531 h 595643"/>
              <a:gd name="connsiteX27" fmla="*/ 175276 w 605236"/>
              <a:gd name="connsiteY27" fmla="*/ 306749 h 595643"/>
              <a:gd name="connsiteX28" fmla="*/ 46882 w 605236"/>
              <a:gd name="connsiteY28" fmla="*/ 178531 h 595643"/>
              <a:gd name="connsiteX29" fmla="*/ 175276 w 605236"/>
              <a:gd name="connsiteY29" fmla="*/ 50313 h 595643"/>
              <a:gd name="connsiteX30" fmla="*/ 455527 w 605236"/>
              <a:gd name="connsiteY30" fmla="*/ 0 h 595643"/>
              <a:gd name="connsiteX31" fmla="*/ 562928 w 605236"/>
              <a:gd name="connsiteY31" fmla="*/ 107260 h 595643"/>
              <a:gd name="connsiteX32" fmla="*/ 455527 w 605236"/>
              <a:gd name="connsiteY32" fmla="*/ 214520 h 595643"/>
              <a:gd name="connsiteX33" fmla="*/ 348126 w 605236"/>
              <a:gd name="connsiteY33" fmla="*/ 107260 h 595643"/>
              <a:gd name="connsiteX34" fmla="*/ 455527 w 605236"/>
              <a:gd name="connsiteY34" fmla="*/ 0 h 59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5236" h="595643">
                <a:moveTo>
                  <a:pt x="60025" y="344571"/>
                </a:moveTo>
                <a:lnTo>
                  <a:pt x="290527" y="344571"/>
                </a:lnTo>
                <a:cubicBezTo>
                  <a:pt x="308671" y="344571"/>
                  <a:pt x="325793" y="358605"/>
                  <a:pt x="329370" y="376465"/>
                </a:cubicBezTo>
                <a:lnTo>
                  <a:pt x="349814" y="479931"/>
                </a:lnTo>
                <a:cubicBezTo>
                  <a:pt x="353136" y="496898"/>
                  <a:pt x="344959" y="518331"/>
                  <a:pt x="331031" y="528793"/>
                </a:cubicBezTo>
                <a:cubicBezTo>
                  <a:pt x="327454" y="531472"/>
                  <a:pt x="241079" y="595643"/>
                  <a:pt x="175276" y="595643"/>
                </a:cubicBezTo>
                <a:cubicBezTo>
                  <a:pt x="109473" y="595643"/>
                  <a:pt x="23098" y="531472"/>
                  <a:pt x="19393" y="528793"/>
                </a:cubicBezTo>
                <a:cubicBezTo>
                  <a:pt x="5593" y="518331"/>
                  <a:pt x="-2584" y="496898"/>
                  <a:pt x="738" y="479931"/>
                </a:cubicBezTo>
                <a:lnTo>
                  <a:pt x="21182" y="376465"/>
                </a:lnTo>
                <a:cubicBezTo>
                  <a:pt x="24759" y="358605"/>
                  <a:pt x="41753" y="344571"/>
                  <a:pt x="60025" y="344571"/>
                </a:cubicBezTo>
                <a:close/>
                <a:moveTo>
                  <a:pt x="357987" y="252695"/>
                </a:moveTo>
                <a:lnTo>
                  <a:pt x="553093" y="252695"/>
                </a:lnTo>
                <a:cubicBezTo>
                  <a:pt x="569065" y="252695"/>
                  <a:pt x="584142" y="265070"/>
                  <a:pt x="587208" y="280762"/>
                </a:cubicBezTo>
                <a:lnTo>
                  <a:pt x="604585" y="368409"/>
                </a:lnTo>
                <a:cubicBezTo>
                  <a:pt x="607524" y="383208"/>
                  <a:pt x="600241" y="401834"/>
                  <a:pt x="588231" y="411020"/>
                </a:cubicBezTo>
                <a:cubicBezTo>
                  <a:pt x="585164" y="413316"/>
                  <a:pt x="511696" y="467920"/>
                  <a:pt x="455476" y="467920"/>
                </a:cubicBezTo>
                <a:cubicBezTo>
                  <a:pt x="440272" y="467920"/>
                  <a:pt x="422384" y="463838"/>
                  <a:pt x="402323" y="455928"/>
                </a:cubicBezTo>
                <a:cubicBezTo>
                  <a:pt x="395679" y="453249"/>
                  <a:pt x="390824" y="447890"/>
                  <a:pt x="388524" y="440618"/>
                </a:cubicBezTo>
                <a:lnTo>
                  <a:pt x="388269" y="439725"/>
                </a:lnTo>
                <a:lnTo>
                  <a:pt x="371403" y="354503"/>
                </a:lnTo>
                <a:cubicBezTo>
                  <a:pt x="367697" y="335621"/>
                  <a:pt x="354537" y="318653"/>
                  <a:pt x="334732" y="308064"/>
                </a:cubicBezTo>
                <a:cubicBezTo>
                  <a:pt x="322722" y="301685"/>
                  <a:pt x="322722" y="291607"/>
                  <a:pt x="322722" y="290458"/>
                </a:cubicBezTo>
                <a:lnTo>
                  <a:pt x="322722" y="289693"/>
                </a:lnTo>
                <a:lnTo>
                  <a:pt x="324127" y="280762"/>
                </a:lnTo>
                <a:cubicBezTo>
                  <a:pt x="327194" y="265070"/>
                  <a:pt x="341888" y="252695"/>
                  <a:pt x="357987" y="252695"/>
                </a:cubicBezTo>
                <a:close/>
                <a:moveTo>
                  <a:pt x="175276" y="50313"/>
                </a:moveTo>
                <a:cubicBezTo>
                  <a:pt x="246186" y="50313"/>
                  <a:pt x="303670" y="107718"/>
                  <a:pt x="303670" y="178531"/>
                </a:cubicBezTo>
                <a:cubicBezTo>
                  <a:pt x="303670" y="249344"/>
                  <a:pt x="246186" y="306749"/>
                  <a:pt x="175276" y="306749"/>
                </a:cubicBezTo>
                <a:cubicBezTo>
                  <a:pt x="104366" y="306749"/>
                  <a:pt x="46882" y="249344"/>
                  <a:pt x="46882" y="178531"/>
                </a:cubicBezTo>
                <a:cubicBezTo>
                  <a:pt x="46882" y="107718"/>
                  <a:pt x="104366" y="50313"/>
                  <a:pt x="175276" y="50313"/>
                </a:cubicBezTo>
                <a:close/>
                <a:moveTo>
                  <a:pt x="455527" y="0"/>
                </a:moveTo>
                <a:cubicBezTo>
                  <a:pt x="514843" y="0"/>
                  <a:pt x="562928" y="48022"/>
                  <a:pt x="562928" y="107260"/>
                </a:cubicBezTo>
                <a:cubicBezTo>
                  <a:pt x="562928" y="166498"/>
                  <a:pt x="514843" y="214520"/>
                  <a:pt x="455527" y="214520"/>
                </a:cubicBezTo>
                <a:cubicBezTo>
                  <a:pt x="396211" y="214520"/>
                  <a:pt x="348126" y="166498"/>
                  <a:pt x="348126" y="107260"/>
                </a:cubicBezTo>
                <a:cubicBezTo>
                  <a:pt x="348126" y="48022"/>
                  <a:pt x="396211" y="0"/>
                  <a:pt x="455527" y="0"/>
                </a:cubicBez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3297B23B-9A00-C7F2-698F-A0183C41617A}"/>
              </a:ext>
            </a:extLst>
          </p:cNvPr>
          <p:cNvSpPr/>
          <p:nvPr/>
        </p:nvSpPr>
        <p:spPr>
          <a:xfrm>
            <a:off x="3989299" y="2972354"/>
            <a:ext cx="184465" cy="80656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9" name="!!矩形: 圆角 24">
            <a:extLst>
              <a:ext uri="{FF2B5EF4-FFF2-40B4-BE49-F238E27FC236}">
                <a16:creationId xmlns:a16="http://schemas.microsoft.com/office/drawing/2014/main" id="{63F4E99B-8BDB-A824-4B44-740B7328EEA7}"/>
              </a:ext>
            </a:extLst>
          </p:cNvPr>
          <p:cNvSpPr/>
          <p:nvPr/>
        </p:nvSpPr>
        <p:spPr>
          <a:xfrm>
            <a:off x="3029826" y="2781669"/>
            <a:ext cx="6074845" cy="2546543"/>
          </a:xfrm>
          <a:prstGeom prst="roundRect">
            <a:avLst>
              <a:gd name="adj" fmla="val 4151"/>
            </a:avLst>
          </a:prstGeom>
          <a:solidFill>
            <a:srgbClr val="9BBB59">
              <a:lumMod val="20000"/>
              <a:lumOff val="80000"/>
            </a:srgbClr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lgDash"/>
          </a:ln>
          <a:effectLst/>
        </p:spPr>
        <p:txBody>
          <a:bodyPr rtlCol="0" anchor="t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&lt;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el-table-column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174AD4"/>
                </a:solidFill>
                <a:effectLst/>
                <a:uLnTx/>
                <a:uFillTx/>
                <a:cs typeface="+mn-cs"/>
              </a:rPr>
              <a:t>prop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="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brand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Name"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174AD4"/>
                </a:solidFill>
                <a:effectLst/>
                <a:uLnTx/>
                <a:uFillTx/>
                <a:cs typeface="+mn-cs"/>
              </a:rPr>
              <a:t>label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="</a:t>
            </a: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品牌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名称"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&gt;</a:t>
            </a:r>
            <a:endParaRPr kumimoji="0" lang="en-US" altLang="zh-CN" sz="11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&lt;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el-table-column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174AD4"/>
                </a:solidFill>
                <a:effectLst/>
                <a:uLnTx/>
                <a:uFillTx/>
                <a:cs typeface="+mn-cs"/>
              </a:rPr>
              <a:t>prop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="companyName"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174AD4"/>
                </a:solidFill>
                <a:effectLst/>
                <a:uLnTx/>
                <a:uFillTx/>
                <a:cs typeface="+mn-cs"/>
              </a:rPr>
              <a:t>label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="企业名称"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&gt;</a:t>
            </a:r>
            <a:endParaRPr kumimoji="0" lang="en-US" altLang="zh-CN" sz="11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&lt;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el-table-column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174AD4"/>
                </a:solidFill>
                <a:effectLst/>
                <a:uLnTx/>
                <a:uFillTx/>
                <a:cs typeface="+mn-cs"/>
              </a:rPr>
              <a:t>prop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="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status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"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174AD4"/>
                </a:solidFill>
                <a:effectLst/>
                <a:uLnTx/>
                <a:uFillTx/>
                <a:cs typeface="+mn-cs"/>
              </a:rPr>
              <a:t>label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="</a:t>
            </a: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当前状态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"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&gt;</a:t>
            </a:r>
            <a:endParaRPr kumimoji="0" lang="en-US" altLang="zh-CN" sz="11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&lt;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script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&gt;</a:t>
            </a:r>
            <a:endParaRPr kumimoji="0" lang="en-US" altLang="zh-CN" sz="11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7A7A43"/>
                </a:solidFill>
                <a:effectLst/>
                <a:uLnTx/>
                <a:uFillTx/>
                <a:cs typeface="+mn-cs"/>
              </a:rPr>
              <a:t>selectAll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() {</a:t>
            </a:r>
            <a:b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</a:b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   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cs typeface="+mn-cs"/>
              </a:rPr>
              <a:t>axios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({</a:t>
            </a:r>
            <a:b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</a:b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       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cs typeface="+mn-cs"/>
              </a:rPr>
              <a:t>method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: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"get"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,</a:t>
            </a:r>
            <a:b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</a:b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       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cs typeface="+mn-cs"/>
              </a:rPr>
              <a:t>url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: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"</a:t>
            </a:r>
            <a:r>
              <a:rPr kumimoji="0" lang="en-US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                                       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"</a:t>
            </a:r>
            <a:b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</a:b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cs typeface="+mn-cs"/>
              </a:rPr>
              <a:t>   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}).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7A7A43"/>
                </a:solidFill>
                <a:effectLst/>
                <a:uLnTx/>
                <a:uFillTx/>
                <a:cs typeface="+mn-cs"/>
              </a:rPr>
              <a:t>then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(resp =&gt; {</a:t>
            </a:r>
            <a:b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</a:b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       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this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.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cs typeface="+mn-cs"/>
              </a:rPr>
              <a:t>tableData 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= resp.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cs typeface="+mn-cs"/>
              </a:rPr>
              <a:t>data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;</a:t>
            </a:r>
            <a:b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</a:b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    })</a:t>
            </a:r>
            <a:b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</a:b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}</a:t>
            </a:r>
            <a:endParaRPr kumimoji="0" lang="zh-CN" altLang="zh-CN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&lt;/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cs typeface="+mn-cs"/>
              </a:rPr>
              <a:t>script</a:t>
            </a:r>
            <a:r>
              <a:rPr kumimoji="0" lang="zh-CN" altLang="zh-CN" sz="11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cs typeface="+mn-cs"/>
              </a:rPr>
              <a:t>&gt;</a:t>
            </a:r>
            <a:endParaRPr kumimoji="0" lang="zh-CN" altLang="zh-CN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0" name="文本占位符 8">
            <a:extLst>
              <a:ext uri="{FF2B5EF4-FFF2-40B4-BE49-F238E27FC236}">
                <a16:creationId xmlns:a16="http://schemas.microsoft.com/office/drawing/2014/main" id="{AE6608DB-193F-85E7-6FB7-723CBAAEED00}"/>
              </a:ext>
            </a:extLst>
          </p:cNvPr>
          <p:cNvSpPr txBox="1">
            <a:spLocks/>
          </p:cNvSpPr>
          <p:nvPr/>
        </p:nvSpPr>
        <p:spPr>
          <a:xfrm>
            <a:off x="4173764" y="4068579"/>
            <a:ext cx="3626742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sz="1200">
                <a:solidFill>
                  <a:srgbClr val="067D17"/>
                </a:solidFill>
                <a:latin typeface="+mn-lt"/>
                <a:ea typeface="+mn-ea"/>
              </a:rPr>
              <a:t>http://localhost:8080/</a:t>
            </a:r>
            <a:r>
              <a:rPr sz="1200">
                <a:solidFill>
                  <a:srgbClr val="067D17"/>
                </a:solidFill>
                <a:latin typeface="+mn-lt"/>
                <a:ea typeface="+mn-ea"/>
              </a:rPr>
              <a:t>item</a:t>
            </a:r>
            <a:r>
              <a:rPr lang="zh-CN" sz="1200">
                <a:solidFill>
                  <a:srgbClr val="067D17"/>
                </a:solidFill>
                <a:latin typeface="+mn-lt"/>
                <a:ea typeface="+mn-ea"/>
              </a:rPr>
              <a:t>/selectAll</a:t>
            </a:r>
            <a:endParaRPr sz="1200">
              <a:solidFill>
                <a:prstClr val="black">
                  <a:lumMod val="85000"/>
                  <a:lumOff val="15000"/>
                </a:prstClr>
              </a:solidFill>
              <a:latin typeface="+mn-lt"/>
              <a:ea typeface="+mn-ea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E1ACC3D2-322B-1D16-8C8A-90C2EBA35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806" y="2776141"/>
            <a:ext cx="7751106" cy="3805652"/>
          </a:xfrm>
          <a:prstGeom prst="roundRect">
            <a:avLst>
              <a:gd name="adj" fmla="val 1607"/>
            </a:avLst>
          </a:prstGeom>
          <a:ln w="6350">
            <a:solidFill>
              <a:sysClr val="windowText" lastClr="000000">
                <a:lumMod val="50000"/>
                <a:lumOff val="50000"/>
              </a:sysClr>
            </a:solidFill>
            <a:prstDash val="lgDash"/>
          </a:ln>
        </p:spPr>
      </p:pic>
      <p:sp>
        <p:nvSpPr>
          <p:cNvPr id="62" name="矩形: 对角圆角 61">
            <a:extLst>
              <a:ext uri="{FF2B5EF4-FFF2-40B4-BE49-F238E27FC236}">
                <a16:creationId xmlns:a16="http://schemas.microsoft.com/office/drawing/2014/main" id="{1B3D1732-1162-50D4-63C4-627274DF2B62}"/>
              </a:ext>
            </a:extLst>
          </p:cNvPr>
          <p:cNvSpPr/>
          <p:nvPr/>
        </p:nvSpPr>
        <p:spPr>
          <a:xfrm>
            <a:off x="3631439" y="2402503"/>
            <a:ext cx="914549" cy="294537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前端程序</a:t>
            </a:r>
          </a:p>
        </p:txBody>
      </p:sp>
      <p:sp>
        <p:nvSpPr>
          <p:cNvPr id="63" name="!!矩形: 对角圆角 42">
            <a:extLst>
              <a:ext uri="{FF2B5EF4-FFF2-40B4-BE49-F238E27FC236}">
                <a16:creationId xmlns:a16="http://schemas.microsoft.com/office/drawing/2014/main" id="{9627E7FC-B452-022F-F98C-5E758477ACB1}"/>
              </a:ext>
            </a:extLst>
          </p:cNvPr>
          <p:cNvSpPr/>
          <p:nvPr/>
        </p:nvSpPr>
        <p:spPr>
          <a:xfrm>
            <a:off x="6710767" y="2398431"/>
            <a:ext cx="914549" cy="294537"/>
          </a:xfrm>
          <a:prstGeom prst="round2DiagRect">
            <a:avLst/>
          </a:prstGeom>
          <a:solidFill>
            <a:srgbClr val="92D050"/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Java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程序</a:t>
            </a:r>
          </a:p>
        </p:txBody>
      </p:sp>
    </p:spTree>
    <p:extLst>
      <p:ext uri="{BB962C8B-B14F-4D97-AF65-F5344CB8AC3E}">
        <p14:creationId xmlns:p14="http://schemas.microsoft.com/office/powerpoint/2010/main" val="4250480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网站的工作流程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4F0A57-C468-91D9-CD6B-8F27765B721E}"/>
              </a:ext>
            </a:extLst>
          </p:cNvPr>
          <p:cNvSpPr/>
          <p:nvPr/>
        </p:nvSpPr>
        <p:spPr>
          <a:xfrm>
            <a:off x="862566" y="2119280"/>
            <a:ext cx="866961" cy="390617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浏览器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AD38D9-2EE6-EDE1-5A87-A6D2EFC37F3D}"/>
              </a:ext>
            </a:extLst>
          </p:cNvPr>
          <p:cNvSpPr/>
          <p:nvPr/>
        </p:nvSpPr>
        <p:spPr>
          <a:xfrm>
            <a:off x="3419871" y="2119279"/>
            <a:ext cx="1302106" cy="3906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前端服务器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BDF7913-7AFA-FA5E-8E93-EB61039EED62}"/>
              </a:ext>
            </a:extLst>
          </p:cNvPr>
          <p:cNvSpPr/>
          <p:nvPr/>
        </p:nvSpPr>
        <p:spPr>
          <a:xfrm>
            <a:off x="6533097" y="2119279"/>
            <a:ext cx="1302106" cy="390617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后端服务器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B0F35C8-52AD-7A3E-1A31-48EE883632DC}"/>
              </a:ext>
            </a:extLst>
          </p:cNvPr>
          <p:cNvSpPr/>
          <p:nvPr/>
        </p:nvSpPr>
        <p:spPr>
          <a:xfrm>
            <a:off x="9419880" y="2119279"/>
            <a:ext cx="1302106" cy="390617"/>
          </a:xfrm>
          <a:prstGeom prst="rect">
            <a:avLst/>
          </a:prstGeom>
          <a:solidFill>
            <a:srgbClr val="C78FFC"/>
          </a:solidFill>
          <a:ln w="9525" cap="flat" cmpd="sng" algn="ctr">
            <a:solidFill>
              <a:srgbClr val="C78FF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数据库服务器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B0F7E15-6C64-6E0F-7966-40F36E987222}"/>
              </a:ext>
            </a:extLst>
          </p:cNvPr>
          <p:cNvCxnSpPr>
            <a:stCxn id="34" idx="2"/>
          </p:cNvCxnSpPr>
          <p:nvPr/>
        </p:nvCxnSpPr>
        <p:spPr>
          <a:xfrm flipH="1">
            <a:off x="1296046" y="2509897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2F596F5D-733C-5AE3-679E-1A7588AA4E1B}"/>
              </a:ext>
            </a:extLst>
          </p:cNvPr>
          <p:cNvCxnSpPr/>
          <p:nvPr/>
        </p:nvCxnSpPr>
        <p:spPr>
          <a:xfrm flipH="1">
            <a:off x="4080213" y="2509895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EDF2628-530B-3538-A234-E83F30A86485}"/>
              </a:ext>
            </a:extLst>
          </p:cNvPr>
          <p:cNvCxnSpPr/>
          <p:nvPr/>
        </p:nvCxnSpPr>
        <p:spPr>
          <a:xfrm flipH="1">
            <a:off x="7172109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42911E6-A558-1EC4-A24E-29327BEB0A1A}"/>
              </a:ext>
            </a:extLst>
          </p:cNvPr>
          <p:cNvCxnSpPr/>
          <p:nvPr/>
        </p:nvCxnSpPr>
        <p:spPr>
          <a:xfrm flipH="1">
            <a:off x="10100354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8803CB9-6A18-7421-EA5F-CA853803D501}"/>
              </a:ext>
            </a:extLst>
          </p:cNvPr>
          <p:cNvCxnSpPr>
            <a:cxnSpLocks/>
          </p:cNvCxnSpPr>
          <p:nvPr/>
        </p:nvCxnSpPr>
        <p:spPr>
          <a:xfrm>
            <a:off x="1380638" y="3100793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F6D2295-A19B-C86C-CD82-52C56484EFDA}"/>
              </a:ext>
            </a:extLst>
          </p:cNvPr>
          <p:cNvCxnSpPr>
            <a:cxnSpLocks/>
          </p:cNvCxnSpPr>
          <p:nvPr/>
        </p:nvCxnSpPr>
        <p:spPr>
          <a:xfrm flipH="1">
            <a:off x="1370838" y="3501654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44" name="文本占位符 8">
            <a:extLst>
              <a:ext uri="{FF2B5EF4-FFF2-40B4-BE49-F238E27FC236}">
                <a16:creationId xmlns:a16="http://schemas.microsoft.com/office/drawing/2014/main" id="{B6B1680C-CAAC-4409-FDD4-5E31101228DF}"/>
              </a:ext>
            </a:extLst>
          </p:cNvPr>
          <p:cNvSpPr txBox="1">
            <a:spLocks/>
          </p:cNvSpPr>
          <p:nvPr/>
        </p:nvSpPr>
        <p:spPr>
          <a:xfrm>
            <a:off x="2345578" y="2746913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文本占位符 8">
            <a:extLst>
              <a:ext uri="{FF2B5EF4-FFF2-40B4-BE49-F238E27FC236}">
                <a16:creationId xmlns:a16="http://schemas.microsoft.com/office/drawing/2014/main" id="{F9B427B0-2F38-031F-4D82-5C9B8D2BA542}"/>
              </a:ext>
            </a:extLst>
          </p:cNvPr>
          <p:cNvSpPr txBox="1">
            <a:spLocks/>
          </p:cNvSpPr>
          <p:nvPr/>
        </p:nvSpPr>
        <p:spPr>
          <a:xfrm>
            <a:off x="2375159" y="3420031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users_94970">
            <a:extLst>
              <a:ext uri="{FF2B5EF4-FFF2-40B4-BE49-F238E27FC236}">
                <a16:creationId xmlns:a16="http://schemas.microsoft.com/office/drawing/2014/main" id="{01142706-6FFE-D0FB-4CF5-B2C985C819DB}"/>
              </a:ext>
            </a:extLst>
          </p:cNvPr>
          <p:cNvSpPr/>
          <p:nvPr/>
        </p:nvSpPr>
        <p:spPr>
          <a:xfrm>
            <a:off x="1016746" y="1480768"/>
            <a:ext cx="531609" cy="475613"/>
          </a:xfrm>
          <a:custGeom>
            <a:avLst/>
            <a:gdLst>
              <a:gd name="connsiteX0" fmla="*/ 60025 w 605236"/>
              <a:gd name="connsiteY0" fmla="*/ 344571 h 595643"/>
              <a:gd name="connsiteX1" fmla="*/ 290527 w 605236"/>
              <a:gd name="connsiteY1" fmla="*/ 344571 h 595643"/>
              <a:gd name="connsiteX2" fmla="*/ 329370 w 605236"/>
              <a:gd name="connsiteY2" fmla="*/ 376465 h 595643"/>
              <a:gd name="connsiteX3" fmla="*/ 349814 w 605236"/>
              <a:gd name="connsiteY3" fmla="*/ 479931 h 595643"/>
              <a:gd name="connsiteX4" fmla="*/ 331031 w 605236"/>
              <a:gd name="connsiteY4" fmla="*/ 528793 h 595643"/>
              <a:gd name="connsiteX5" fmla="*/ 175276 w 605236"/>
              <a:gd name="connsiteY5" fmla="*/ 595643 h 595643"/>
              <a:gd name="connsiteX6" fmla="*/ 19393 w 605236"/>
              <a:gd name="connsiteY6" fmla="*/ 528793 h 595643"/>
              <a:gd name="connsiteX7" fmla="*/ 738 w 605236"/>
              <a:gd name="connsiteY7" fmla="*/ 479931 h 595643"/>
              <a:gd name="connsiteX8" fmla="*/ 21182 w 605236"/>
              <a:gd name="connsiteY8" fmla="*/ 376465 h 595643"/>
              <a:gd name="connsiteX9" fmla="*/ 60025 w 605236"/>
              <a:gd name="connsiteY9" fmla="*/ 344571 h 595643"/>
              <a:gd name="connsiteX10" fmla="*/ 357987 w 605236"/>
              <a:gd name="connsiteY10" fmla="*/ 252695 h 595643"/>
              <a:gd name="connsiteX11" fmla="*/ 553093 w 605236"/>
              <a:gd name="connsiteY11" fmla="*/ 252695 h 595643"/>
              <a:gd name="connsiteX12" fmla="*/ 587208 w 605236"/>
              <a:gd name="connsiteY12" fmla="*/ 280762 h 595643"/>
              <a:gd name="connsiteX13" fmla="*/ 604585 w 605236"/>
              <a:gd name="connsiteY13" fmla="*/ 368409 h 595643"/>
              <a:gd name="connsiteX14" fmla="*/ 588231 w 605236"/>
              <a:gd name="connsiteY14" fmla="*/ 411020 h 595643"/>
              <a:gd name="connsiteX15" fmla="*/ 455476 w 605236"/>
              <a:gd name="connsiteY15" fmla="*/ 467920 h 595643"/>
              <a:gd name="connsiteX16" fmla="*/ 402323 w 605236"/>
              <a:gd name="connsiteY16" fmla="*/ 455928 h 595643"/>
              <a:gd name="connsiteX17" fmla="*/ 388524 w 605236"/>
              <a:gd name="connsiteY17" fmla="*/ 440618 h 595643"/>
              <a:gd name="connsiteX18" fmla="*/ 388269 w 605236"/>
              <a:gd name="connsiteY18" fmla="*/ 439725 h 595643"/>
              <a:gd name="connsiteX19" fmla="*/ 371403 w 605236"/>
              <a:gd name="connsiteY19" fmla="*/ 354503 h 595643"/>
              <a:gd name="connsiteX20" fmla="*/ 334732 w 605236"/>
              <a:gd name="connsiteY20" fmla="*/ 308064 h 595643"/>
              <a:gd name="connsiteX21" fmla="*/ 322722 w 605236"/>
              <a:gd name="connsiteY21" fmla="*/ 290458 h 595643"/>
              <a:gd name="connsiteX22" fmla="*/ 322722 w 605236"/>
              <a:gd name="connsiteY22" fmla="*/ 289693 h 595643"/>
              <a:gd name="connsiteX23" fmla="*/ 324127 w 605236"/>
              <a:gd name="connsiteY23" fmla="*/ 280762 h 595643"/>
              <a:gd name="connsiteX24" fmla="*/ 357987 w 605236"/>
              <a:gd name="connsiteY24" fmla="*/ 252695 h 595643"/>
              <a:gd name="connsiteX25" fmla="*/ 175276 w 605236"/>
              <a:gd name="connsiteY25" fmla="*/ 50313 h 595643"/>
              <a:gd name="connsiteX26" fmla="*/ 303670 w 605236"/>
              <a:gd name="connsiteY26" fmla="*/ 178531 h 595643"/>
              <a:gd name="connsiteX27" fmla="*/ 175276 w 605236"/>
              <a:gd name="connsiteY27" fmla="*/ 306749 h 595643"/>
              <a:gd name="connsiteX28" fmla="*/ 46882 w 605236"/>
              <a:gd name="connsiteY28" fmla="*/ 178531 h 595643"/>
              <a:gd name="connsiteX29" fmla="*/ 175276 w 605236"/>
              <a:gd name="connsiteY29" fmla="*/ 50313 h 595643"/>
              <a:gd name="connsiteX30" fmla="*/ 455527 w 605236"/>
              <a:gd name="connsiteY30" fmla="*/ 0 h 595643"/>
              <a:gd name="connsiteX31" fmla="*/ 562928 w 605236"/>
              <a:gd name="connsiteY31" fmla="*/ 107260 h 595643"/>
              <a:gd name="connsiteX32" fmla="*/ 455527 w 605236"/>
              <a:gd name="connsiteY32" fmla="*/ 214520 h 595643"/>
              <a:gd name="connsiteX33" fmla="*/ 348126 w 605236"/>
              <a:gd name="connsiteY33" fmla="*/ 107260 h 595643"/>
              <a:gd name="connsiteX34" fmla="*/ 455527 w 605236"/>
              <a:gd name="connsiteY34" fmla="*/ 0 h 59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5236" h="595643">
                <a:moveTo>
                  <a:pt x="60025" y="344571"/>
                </a:moveTo>
                <a:lnTo>
                  <a:pt x="290527" y="344571"/>
                </a:lnTo>
                <a:cubicBezTo>
                  <a:pt x="308671" y="344571"/>
                  <a:pt x="325793" y="358605"/>
                  <a:pt x="329370" y="376465"/>
                </a:cubicBezTo>
                <a:lnTo>
                  <a:pt x="349814" y="479931"/>
                </a:lnTo>
                <a:cubicBezTo>
                  <a:pt x="353136" y="496898"/>
                  <a:pt x="344959" y="518331"/>
                  <a:pt x="331031" y="528793"/>
                </a:cubicBezTo>
                <a:cubicBezTo>
                  <a:pt x="327454" y="531472"/>
                  <a:pt x="241079" y="595643"/>
                  <a:pt x="175276" y="595643"/>
                </a:cubicBezTo>
                <a:cubicBezTo>
                  <a:pt x="109473" y="595643"/>
                  <a:pt x="23098" y="531472"/>
                  <a:pt x="19393" y="528793"/>
                </a:cubicBezTo>
                <a:cubicBezTo>
                  <a:pt x="5593" y="518331"/>
                  <a:pt x="-2584" y="496898"/>
                  <a:pt x="738" y="479931"/>
                </a:cubicBezTo>
                <a:lnTo>
                  <a:pt x="21182" y="376465"/>
                </a:lnTo>
                <a:cubicBezTo>
                  <a:pt x="24759" y="358605"/>
                  <a:pt x="41753" y="344571"/>
                  <a:pt x="60025" y="344571"/>
                </a:cubicBezTo>
                <a:close/>
                <a:moveTo>
                  <a:pt x="357987" y="252695"/>
                </a:moveTo>
                <a:lnTo>
                  <a:pt x="553093" y="252695"/>
                </a:lnTo>
                <a:cubicBezTo>
                  <a:pt x="569065" y="252695"/>
                  <a:pt x="584142" y="265070"/>
                  <a:pt x="587208" y="280762"/>
                </a:cubicBezTo>
                <a:lnTo>
                  <a:pt x="604585" y="368409"/>
                </a:lnTo>
                <a:cubicBezTo>
                  <a:pt x="607524" y="383208"/>
                  <a:pt x="600241" y="401834"/>
                  <a:pt x="588231" y="411020"/>
                </a:cubicBezTo>
                <a:cubicBezTo>
                  <a:pt x="585164" y="413316"/>
                  <a:pt x="511696" y="467920"/>
                  <a:pt x="455476" y="467920"/>
                </a:cubicBezTo>
                <a:cubicBezTo>
                  <a:pt x="440272" y="467920"/>
                  <a:pt x="422384" y="463838"/>
                  <a:pt x="402323" y="455928"/>
                </a:cubicBezTo>
                <a:cubicBezTo>
                  <a:pt x="395679" y="453249"/>
                  <a:pt x="390824" y="447890"/>
                  <a:pt x="388524" y="440618"/>
                </a:cubicBezTo>
                <a:lnTo>
                  <a:pt x="388269" y="439725"/>
                </a:lnTo>
                <a:lnTo>
                  <a:pt x="371403" y="354503"/>
                </a:lnTo>
                <a:cubicBezTo>
                  <a:pt x="367697" y="335621"/>
                  <a:pt x="354537" y="318653"/>
                  <a:pt x="334732" y="308064"/>
                </a:cubicBezTo>
                <a:cubicBezTo>
                  <a:pt x="322722" y="301685"/>
                  <a:pt x="322722" y="291607"/>
                  <a:pt x="322722" y="290458"/>
                </a:cubicBezTo>
                <a:lnTo>
                  <a:pt x="322722" y="289693"/>
                </a:lnTo>
                <a:lnTo>
                  <a:pt x="324127" y="280762"/>
                </a:lnTo>
                <a:cubicBezTo>
                  <a:pt x="327194" y="265070"/>
                  <a:pt x="341888" y="252695"/>
                  <a:pt x="357987" y="252695"/>
                </a:cubicBezTo>
                <a:close/>
                <a:moveTo>
                  <a:pt x="175276" y="50313"/>
                </a:moveTo>
                <a:cubicBezTo>
                  <a:pt x="246186" y="50313"/>
                  <a:pt x="303670" y="107718"/>
                  <a:pt x="303670" y="178531"/>
                </a:cubicBezTo>
                <a:cubicBezTo>
                  <a:pt x="303670" y="249344"/>
                  <a:pt x="246186" y="306749"/>
                  <a:pt x="175276" y="306749"/>
                </a:cubicBezTo>
                <a:cubicBezTo>
                  <a:pt x="104366" y="306749"/>
                  <a:pt x="46882" y="249344"/>
                  <a:pt x="46882" y="178531"/>
                </a:cubicBezTo>
                <a:cubicBezTo>
                  <a:pt x="46882" y="107718"/>
                  <a:pt x="104366" y="50313"/>
                  <a:pt x="175276" y="50313"/>
                </a:cubicBezTo>
                <a:close/>
                <a:moveTo>
                  <a:pt x="455527" y="0"/>
                </a:moveTo>
                <a:cubicBezTo>
                  <a:pt x="514843" y="0"/>
                  <a:pt x="562928" y="48022"/>
                  <a:pt x="562928" y="107260"/>
                </a:cubicBezTo>
                <a:cubicBezTo>
                  <a:pt x="562928" y="166498"/>
                  <a:pt x="514843" y="214520"/>
                  <a:pt x="455527" y="214520"/>
                </a:cubicBezTo>
                <a:cubicBezTo>
                  <a:pt x="396211" y="214520"/>
                  <a:pt x="348126" y="166498"/>
                  <a:pt x="348126" y="107260"/>
                </a:cubicBezTo>
                <a:cubicBezTo>
                  <a:pt x="348126" y="48022"/>
                  <a:pt x="396211" y="0"/>
                  <a:pt x="455527" y="0"/>
                </a:cubicBez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996FE11-259B-F802-EE14-CAD95DF4556A}"/>
              </a:ext>
            </a:extLst>
          </p:cNvPr>
          <p:cNvSpPr/>
          <p:nvPr/>
        </p:nvSpPr>
        <p:spPr>
          <a:xfrm>
            <a:off x="3989299" y="2972354"/>
            <a:ext cx="184465" cy="80656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sp>
        <p:nvSpPr>
          <p:cNvPr id="48" name="文本占位符 8">
            <a:extLst>
              <a:ext uri="{FF2B5EF4-FFF2-40B4-BE49-F238E27FC236}">
                <a16:creationId xmlns:a16="http://schemas.microsoft.com/office/drawing/2014/main" id="{C5AA53A1-92AA-12EC-9563-55478DF463E5}"/>
              </a:ext>
            </a:extLst>
          </p:cNvPr>
          <p:cNvSpPr txBox="1">
            <a:spLocks/>
          </p:cNvSpPr>
          <p:nvPr/>
        </p:nvSpPr>
        <p:spPr>
          <a:xfrm>
            <a:off x="2769079" y="4093318"/>
            <a:ext cx="3689167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sz="1200">
                <a:solidFill>
                  <a:srgbClr val="067D17"/>
                </a:solidFill>
                <a:latin typeface="+mn-lt"/>
                <a:ea typeface="JetBrains Mono"/>
              </a:rPr>
              <a:t>http://localhost:8080/</a:t>
            </a:r>
            <a:r>
              <a:rPr sz="1200">
                <a:solidFill>
                  <a:srgbClr val="067D17"/>
                </a:solidFill>
                <a:latin typeface="+mn-lt"/>
                <a:ea typeface="JetBrains Mono"/>
              </a:rPr>
              <a:t>item</a:t>
            </a:r>
            <a:r>
              <a:rPr lang="zh-CN" sz="1200">
                <a:solidFill>
                  <a:srgbClr val="067D17"/>
                </a:solidFill>
                <a:latin typeface="+mn-lt"/>
                <a:ea typeface="JetBrains Mono"/>
              </a:rPr>
              <a:t>/selectAll</a:t>
            </a:r>
            <a:endParaRPr sz="1200">
              <a:solidFill>
                <a:prstClr val="black">
                  <a:lumMod val="85000"/>
                  <a:lumOff val="15000"/>
                </a:prstClr>
              </a:solidFill>
              <a:latin typeface="+mn-lt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665C5CA-3791-8692-CB85-FB20EAFADC00}"/>
              </a:ext>
            </a:extLst>
          </p:cNvPr>
          <p:cNvCxnSpPr>
            <a:cxnSpLocks/>
          </p:cNvCxnSpPr>
          <p:nvPr/>
        </p:nvCxnSpPr>
        <p:spPr>
          <a:xfrm>
            <a:off x="1387186" y="4434908"/>
            <a:ext cx="5692691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sp>
        <p:nvSpPr>
          <p:cNvPr id="50" name="文本占位符 8">
            <a:extLst>
              <a:ext uri="{FF2B5EF4-FFF2-40B4-BE49-F238E27FC236}">
                <a16:creationId xmlns:a16="http://schemas.microsoft.com/office/drawing/2014/main" id="{CC2EE08D-14C0-6F05-F43B-57774D015D6D}"/>
              </a:ext>
            </a:extLst>
          </p:cNvPr>
          <p:cNvSpPr txBox="1">
            <a:spLocks/>
          </p:cNvSpPr>
          <p:nvPr/>
        </p:nvSpPr>
        <p:spPr>
          <a:xfrm>
            <a:off x="2352126" y="4081028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16D624A-7976-6893-6393-29115E0B029B}"/>
              </a:ext>
            </a:extLst>
          </p:cNvPr>
          <p:cNvSpPr/>
          <p:nvPr/>
        </p:nvSpPr>
        <p:spPr>
          <a:xfrm>
            <a:off x="7079877" y="4271179"/>
            <a:ext cx="176330" cy="159868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86748209-7F64-E428-D5D4-CF2630BE78B4}"/>
              </a:ext>
            </a:extLst>
          </p:cNvPr>
          <p:cNvSpPr/>
          <p:nvPr/>
        </p:nvSpPr>
        <p:spPr>
          <a:xfrm>
            <a:off x="10008122" y="4540600"/>
            <a:ext cx="176330" cy="106379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C172898-78C1-AF77-EC74-CB2D1AB32905}"/>
              </a:ext>
            </a:extLst>
          </p:cNvPr>
          <p:cNvCxnSpPr>
            <a:cxnSpLocks/>
          </p:cNvCxnSpPr>
          <p:nvPr/>
        </p:nvCxnSpPr>
        <p:spPr>
          <a:xfrm>
            <a:off x="7256207" y="4734792"/>
            <a:ext cx="2751915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5B70004-3931-1D19-B631-72A4669C04EB}"/>
              </a:ext>
            </a:extLst>
          </p:cNvPr>
          <p:cNvCxnSpPr>
            <a:cxnSpLocks/>
          </p:cNvCxnSpPr>
          <p:nvPr/>
        </p:nvCxnSpPr>
        <p:spPr>
          <a:xfrm flipH="1">
            <a:off x="7256207" y="5355034"/>
            <a:ext cx="2751915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3F2CECC-0425-5579-77C9-EB6128591A28}"/>
              </a:ext>
            </a:extLst>
          </p:cNvPr>
          <p:cNvCxnSpPr>
            <a:cxnSpLocks/>
          </p:cNvCxnSpPr>
          <p:nvPr/>
        </p:nvCxnSpPr>
        <p:spPr>
          <a:xfrm flipH="1">
            <a:off x="1403709" y="5615589"/>
            <a:ext cx="5655852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56" name="文本占位符 8">
            <a:extLst>
              <a:ext uri="{FF2B5EF4-FFF2-40B4-BE49-F238E27FC236}">
                <a16:creationId xmlns:a16="http://schemas.microsoft.com/office/drawing/2014/main" id="{33420132-AC08-4EAA-DFCB-9361A4353A5A}"/>
              </a:ext>
            </a:extLst>
          </p:cNvPr>
          <p:cNvSpPr txBox="1">
            <a:spLocks/>
          </p:cNvSpPr>
          <p:nvPr/>
        </p:nvSpPr>
        <p:spPr>
          <a:xfrm>
            <a:off x="8413125" y="4378023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7" name="文本占位符 8">
            <a:extLst>
              <a:ext uri="{FF2B5EF4-FFF2-40B4-BE49-F238E27FC236}">
                <a16:creationId xmlns:a16="http://schemas.microsoft.com/office/drawing/2014/main" id="{D3667F55-4D06-8EA4-F319-EF3024604660}"/>
              </a:ext>
            </a:extLst>
          </p:cNvPr>
          <p:cNvSpPr txBox="1">
            <a:spLocks/>
          </p:cNvSpPr>
          <p:nvPr/>
        </p:nvSpPr>
        <p:spPr>
          <a:xfrm>
            <a:off x="8387433" y="5266446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8" name="文本占位符 8">
            <a:extLst>
              <a:ext uri="{FF2B5EF4-FFF2-40B4-BE49-F238E27FC236}">
                <a16:creationId xmlns:a16="http://schemas.microsoft.com/office/drawing/2014/main" id="{9B150C7E-BC7B-063B-581A-730CB3024C50}"/>
              </a:ext>
            </a:extLst>
          </p:cNvPr>
          <p:cNvSpPr txBox="1">
            <a:spLocks/>
          </p:cNvSpPr>
          <p:nvPr/>
        </p:nvSpPr>
        <p:spPr>
          <a:xfrm>
            <a:off x="2383309" y="5544828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D4D73C48-A1B4-D057-C289-41325C808875}"/>
              </a:ext>
            </a:extLst>
          </p:cNvPr>
          <p:cNvSpPr/>
          <p:nvPr/>
        </p:nvSpPr>
        <p:spPr>
          <a:xfrm>
            <a:off x="1421951" y="5678303"/>
            <a:ext cx="961358" cy="356939"/>
          </a:xfrm>
          <a:prstGeom prst="roundRect">
            <a:avLst/>
          </a:prstGeom>
          <a:solidFill>
            <a:srgbClr val="BCE292"/>
          </a:solidFill>
          <a:ln w="25400" cap="flat" cmpd="sng" algn="ctr">
            <a:noFill/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数据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AD4E343-A63C-8618-13DC-FFC0F4515D6A}"/>
              </a:ext>
            </a:extLst>
          </p:cNvPr>
          <p:cNvSpPr/>
          <p:nvPr/>
        </p:nvSpPr>
        <p:spPr>
          <a:xfrm>
            <a:off x="1196174" y="2705710"/>
            <a:ext cx="184464" cy="3393706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sp>
        <p:nvSpPr>
          <p:cNvPr id="61" name="!!矩形: 圆角 24">
            <a:extLst>
              <a:ext uri="{FF2B5EF4-FFF2-40B4-BE49-F238E27FC236}">
                <a16:creationId xmlns:a16="http://schemas.microsoft.com/office/drawing/2014/main" id="{7C7C2E35-4B45-BECB-3422-B368C9E7AE1D}"/>
              </a:ext>
            </a:extLst>
          </p:cNvPr>
          <p:cNvSpPr/>
          <p:nvPr/>
        </p:nvSpPr>
        <p:spPr>
          <a:xfrm>
            <a:off x="1403709" y="3598500"/>
            <a:ext cx="941869" cy="356938"/>
          </a:xfrm>
          <a:prstGeom prst="roundRect">
            <a:avLst/>
          </a:prstGeom>
          <a:solidFill>
            <a:srgbClr val="F7964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前端代码</a:t>
            </a:r>
          </a:p>
        </p:txBody>
      </p:sp>
      <p:sp>
        <p:nvSpPr>
          <p:cNvPr id="62" name="矩形: 对角圆角 61">
            <a:extLst>
              <a:ext uri="{FF2B5EF4-FFF2-40B4-BE49-F238E27FC236}">
                <a16:creationId xmlns:a16="http://schemas.microsoft.com/office/drawing/2014/main" id="{6CF53318-7E67-30A5-E3D8-02C942BA372F}"/>
              </a:ext>
            </a:extLst>
          </p:cNvPr>
          <p:cNvSpPr/>
          <p:nvPr/>
        </p:nvSpPr>
        <p:spPr>
          <a:xfrm>
            <a:off x="3631439" y="2402503"/>
            <a:ext cx="914549" cy="294537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前端程序</a:t>
            </a:r>
          </a:p>
        </p:txBody>
      </p:sp>
      <p:sp>
        <p:nvSpPr>
          <p:cNvPr id="63" name="!!矩形: 对角圆角 42">
            <a:extLst>
              <a:ext uri="{FF2B5EF4-FFF2-40B4-BE49-F238E27FC236}">
                <a16:creationId xmlns:a16="http://schemas.microsoft.com/office/drawing/2014/main" id="{AC497864-377C-880A-B2F8-12AA847A24AF}"/>
              </a:ext>
            </a:extLst>
          </p:cNvPr>
          <p:cNvSpPr/>
          <p:nvPr/>
        </p:nvSpPr>
        <p:spPr>
          <a:xfrm>
            <a:off x="6710767" y="2398431"/>
            <a:ext cx="914549" cy="294537"/>
          </a:xfrm>
          <a:prstGeom prst="round2DiagRect">
            <a:avLst/>
          </a:prstGeom>
          <a:solidFill>
            <a:srgbClr val="92D050"/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Fira Code" panose="020B0809050000020004" pitchFamily="49" charset="0"/>
                <a:cs typeface="阿里巴巴普惠体" panose="00020600040101010101" pitchFamily="18" charset="-122"/>
              </a:rPr>
              <a:t>Java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程序</a:t>
            </a:r>
          </a:p>
        </p:txBody>
      </p:sp>
    </p:spTree>
    <p:extLst>
      <p:ext uri="{BB962C8B-B14F-4D97-AF65-F5344CB8AC3E}">
        <p14:creationId xmlns:p14="http://schemas.microsoft.com/office/powerpoint/2010/main" val="276616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 animBg="1"/>
      <p:bldP spid="52" grpId="0" animBg="1"/>
      <p:bldP spid="56" grpId="0"/>
      <p:bldP spid="57" grpId="0"/>
      <p:bldP spid="58" grpId="0"/>
      <p:bldP spid="5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网站的工作流程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B129FF7-82F7-3A1C-4A9E-65AB46A497CD}"/>
              </a:ext>
            </a:extLst>
          </p:cNvPr>
          <p:cNvSpPr/>
          <p:nvPr/>
        </p:nvSpPr>
        <p:spPr>
          <a:xfrm>
            <a:off x="862566" y="2119280"/>
            <a:ext cx="866961" cy="390617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浏览器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6A6CE5A-81C3-866D-9DAD-0E3381237839}"/>
              </a:ext>
            </a:extLst>
          </p:cNvPr>
          <p:cNvSpPr/>
          <p:nvPr/>
        </p:nvSpPr>
        <p:spPr>
          <a:xfrm>
            <a:off x="3419871" y="2119279"/>
            <a:ext cx="1302106" cy="3906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前端服务器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F35C1FF-0967-EDE9-6522-7DC2E40B5CED}"/>
              </a:ext>
            </a:extLst>
          </p:cNvPr>
          <p:cNvSpPr/>
          <p:nvPr/>
        </p:nvSpPr>
        <p:spPr>
          <a:xfrm>
            <a:off x="6533097" y="2119279"/>
            <a:ext cx="1302106" cy="390617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后端服务器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2ADD48B-057A-54FC-99F7-C96929A98323}"/>
              </a:ext>
            </a:extLst>
          </p:cNvPr>
          <p:cNvSpPr/>
          <p:nvPr/>
        </p:nvSpPr>
        <p:spPr>
          <a:xfrm>
            <a:off x="9419880" y="2119279"/>
            <a:ext cx="1302106" cy="390617"/>
          </a:xfrm>
          <a:prstGeom prst="rect">
            <a:avLst/>
          </a:prstGeom>
          <a:solidFill>
            <a:srgbClr val="C78FFC"/>
          </a:solidFill>
          <a:ln w="9525" cap="flat" cmpd="sng" algn="ctr">
            <a:solidFill>
              <a:srgbClr val="C78FF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数据库服务器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F780BCE-DAAD-5743-E8B3-C5AB829EB939}"/>
              </a:ext>
            </a:extLst>
          </p:cNvPr>
          <p:cNvCxnSpPr>
            <a:stCxn id="35" idx="2"/>
          </p:cNvCxnSpPr>
          <p:nvPr/>
        </p:nvCxnSpPr>
        <p:spPr>
          <a:xfrm flipH="1">
            <a:off x="1296046" y="2509897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B058ED5-409B-C141-0603-5FA056B8EB70}"/>
              </a:ext>
            </a:extLst>
          </p:cNvPr>
          <p:cNvCxnSpPr/>
          <p:nvPr/>
        </p:nvCxnSpPr>
        <p:spPr>
          <a:xfrm flipH="1">
            <a:off x="4080213" y="2509895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B5AD0F7-D254-D5B3-E6E6-B0F44DCE6BB8}"/>
              </a:ext>
            </a:extLst>
          </p:cNvPr>
          <p:cNvCxnSpPr/>
          <p:nvPr/>
        </p:nvCxnSpPr>
        <p:spPr>
          <a:xfrm flipH="1">
            <a:off x="7172109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18743E3-F486-716A-56EF-F4F5958DF615}"/>
              </a:ext>
            </a:extLst>
          </p:cNvPr>
          <p:cNvCxnSpPr/>
          <p:nvPr/>
        </p:nvCxnSpPr>
        <p:spPr>
          <a:xfrm flipH="1">
            <a:off x="10100354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FD7488D-1119-F117-010E-D6613D07CB90}"/>
              </a:ext>
            </a:extLst>
          </p:cNvPr>
          <p:cNvCxnSpPr>
            <a:cxnSpLocks/>
          </p:cNvCxnSpPr>
          <p:nvPr/>
        </p:nvCxnSpPr>
        <p:spPr>
          <a:xfrm>
            <a:off x="1380638" y="3100793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8BEF2B44-5275-2FA1-DBCA-617D9B8E4736}"/>
              </a:ext>
            </a:extLst>
          </p:cNvPr>
          <p:cNvCxnSpPr>
            <a:cxnSpLocks/>
          </p:cNvCxnSpPr>
          <p:nvPr/>
        </p:nvCxnSpPr>
        <p:spPr>
          <a:xfrm flipH="1">
            <a:off x="1370838" y="3501654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45" name="文本占位符 8">
            <a:extLst>
              <a:ext uri="{FF2B5EF4-FFF2-40B4-BE49-F238E27FC236}">
                <a16:creationId xmlns:a16="http://schemas.microsoft.com/office/drawing/2014/main" id="{54C1F47F-B594-78CC-C6F6-487B9426D0EF}"/>
              </a:ext>
            </a:extLst>
          </p:cNvPr>
          <p:cNvSpPr txBox="1">
            <a:spLocks/>
          </p:cNvSpPr>
          <p:nvPr/>
        </p:nvSpPr>
        <p:spPr>
          <a:xfrm>
            <a:off x="2345578" y="2746913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+mn-lt"/>
              </a:rPr>
              <a:t>请求</a:t>
            </a:r>
            <a:endParaRPr sz="1400">
              <a:solidFill>
                <a:prstClr val="black">
                  <a:lumMod val="85000"/>
                  <a:lumOff val="15000"/>
                </a:prstClr>
              </a:solidFill>
              <a:latin typeface="+mn-lt"/>
              <a:ea typeface="Fira Code" panose="020B0809050000020004" pitchFamily="49" charset="0"/>
            </a:endParaRPr>
          </a:p>
        </p:txBody>
      </p:sp>
      <p:sp>
        <p:nvSpPr>
          <p:cNvPr id="46" name="文本占位符 8">
            <a:extLst>
              <a:ext uri="{FF2B5EF4-FFF2-40B4-BE49-F238E27FC236}">
                <a16:creationId xmlns:a16="http://schemas.microsoft.com/office/drawing/2014/main" id="{3E14DE45-D70E-B593-2471-904A5167F51B}"/>
              </a:ext>
            </a:extLst>
          </p:cNvPr>
          <p:cNvSpPr txBox="1">
            <a:spLocks/>
          </p:cNvSpPr>
          <p:nvPr/>
        </p:nvSpPr>
        <p:spPr>
          <a:xfrm>
            <a:off x="2375159" y="3420031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7" name="users_94970">
            <a:extLst>
              <a:ext uri="{FF2B5EF4-FFF2-40B4-BE49-F238E27FC236}">
                <a16:creationId xmlns:a16="http://schemas.microsoft.com/office/drawing/2014/main" id="{F534E31F-1211-B698-E745-FCFF9208A954}"/>
              </a:ext>
            </a:extLst>
          </p:cNvPr>
          <p:cNvSpPr/>
          <p:nvPr/>
        </p:nvSpPr>
        <p:spPr>
          <a:xfrm>
            <a:off x="1016746" y="1480768"/>
            <a:ext cx="531609" cy="475613"/>
          </a:xfrm>
          <a:custGeom>
            <a:avLst/>
            <a:gdLst>
              <a:gd name="connsiteX0" fmla="*/ 60025 w 605236"/>
              <a:gd name="connsiteY0" fmla="*/ 344571 h 595643"/>
              <a:gd name="connsiteX1" fmla="*/ 290527 w 605236"/>
              <a:gd name="connsiteY1" fmla="*/ 344571 h 595643"/>
              <a:gd name="connsiteX2" fmla="*/ 329370 w 605236"/>
              <a:gd name="connsiteY2" fmla="*/ 376465 h 595643"/>
              <a:gd name="connsiteX3" fmla="*/ 349814 w 605236"/>
              <a:gd name="connsiteY3" fmla="*/ 479931 h 595643"/>
              <a:gd name="connsiteX4" fmla="*/ 331031 w 605236"/>
              <a:gd name="connsiteY4" fmla="*/ 528793 h 595643"/>
              <a:gd name="connsiteX5" fmla="*/ 175276 w 605236"/>
              <a:gd name="connsiteY5" fmla="*/ 595643 h 595643"/>
              <a:gd name="connsiteX6" fmla="*/ 19393 w 605236"/>
              <a:gd name="connsiteY6" fmla="*/ 528793 h 595643"/>
              <a:gd name="connsiteX7" fmla="*/ 738 w 605236"/>
              <a:gd name="connsiteY7" fmla="*/ 479931 h 595643"/>
              <a:gd name="connsiteX8" fmla="*/ 21182 w 605236"/>
              <a:gd name="connsiteY8" fmla="*/ 376465 h 595643"/>
              <a:gd name="connsiteX9" fmla="*/ 60025 w 605236"/>
              <a:gd name="connsiteY9" fmla="*/ 344571 h 595643"/>
              <a:gd name="connsiteX10" fmla="*/ 357987 w 605236"/>
              <a:gd name="connsiteY10" fmla="*/ 252695 h 595643"/>
              <a:gd name="connsiteX11" fmla="*/ 553093 w 605236"/>
              <a:gd name="connsiteY11" fmla="*/ 252695 h 595643"/>
              <a:gd name="connsiteX12" fmla="*/ 587208 w 605236"/>
              <a:gd name="connsiteY12" fmla="*/ 280762 h 595643"/>
              <a:gd name="connsiteX13" fmla="*/ 604585 w 605236"/>
              <a:gd name="connsiteY13" fmla="*/ 368409 h 595643"/>
              <a:gd name="connsiteX14" fmla="*/ 588231 w 605236"/>
              <a:gd name="connsiteY14" fmla="*/ 411020 h 595643"/>
              <a:gd name="connsiteX15" fmla="*/ 455476 w 605236"/>
              <a:gd name="connsiteY15" fmla="*/ 467920 h 595643"/>
              <a:gd name="connsiteX16" fmla="*/ 402323 w 605236"/>
              <a:gd name="connsiteY16" fmla="*/ 455928 h 595643"/>
              <a:gd name="connsiteX17" fmla="*/ 388524 w 605236"/>
              <a:gd name="connsiteY17" fmla="*/ 440618 h 595643"/>
              <a:gd name="connsiteX18" fmla="*/ 388269 w 605236"/>
              <a:gd name="connsiteY18" fmla="*/ 439725 h 595643"/>
              <a:gd name="connsiteX19" fmla="*/ 371403 w 605236"/>
              <a:gd name="connsiteY19" fmla="*/ 354503 h 595643"/>
              <a:gd name="connsiteX20" fmla="*/ 334732 w 605236"/>
              <a:gd name="connsiteY20" fmla="*/ 308064 h 595643"/>
              <a:gd name="connsiteX21" fmla="*/ 322722 w 605236"/>
              <a:gd name="connsiteY21" fmla="*/ 290458 h 595643"/>
              <a:gd name="connsiteX22" fmla="*/ 322722 w 605236"/>
              <a:gd name="connsiteY22" fmla="*/ 289693 h 595643"/>
              <a:gd name="connsiteX23" fmla="*/ 324127 w 605236"/>
              <a:gd name="connsiteY23" fmla="*/ 280762 h 595643"/>
              <a:gd name="connsiteX24" fmla="*/ 357987 w 605236"/>
              <a:gd name="connsiteY24" fmla="*/ 252695 h 595643"/>
              <a:gd name="connsiteX25" fmla="*/ 175276 w 605236"/>
              <a:gd name="connsiteY25" fmla="*/ 50313 h 595643"/>
              <a:gd name="connsiteX26" fmla="*/ 303670 w 605236"/>
              <a:gd name="connsiteY26" fmla="*/ 178531 h 595643"/>
              <a:gd name="connsiteX27" fmla="*/ 175276 w 605236"/>
              <a:gd name="connsiteY27" fmla="*/ 306749 h 595643"/>
              <a:gd name="connsiteX28" fmla="*/ 46882 w 605236"/>
              <a:gd name="connsiteY28" fmla="*/ 178531 h 595643"/>
              <a:gd name="connsiteX29" fmla="*/ 175276 w 605236"/>
              <a:gd name="connsiteY29" fmla="*/ 50313 h 595643"/>
              <a:gd name="connsiteX30" fmla="*/ 455527 w 605236"/>
              <a:gd name="connsiteY30" fmla="*/ 0 h 595643"/>
              <a:gd name="connsiteX31" fmla="*/ 562928 w 605236"/>
              <a:gd name="connsiteY31" fmla="*/ 107260 h 595643"/>
              <a:gd name="connsiteX32" fmla="*/ 455527 w 605236"/>
              <a:gd name="connsiteY32" fmla="*/ 214520 h 595643"/>
              <a:gd name="connsiteX33" fmla="*/ 348126 w 605236"/>
              <a:gd name="connsiteY33" fmla="*/ 107260 h 595643"/>
              <a:gd name="connsiteX34" fmla="*/ 455527 w 605236"/>
              <a:gd name="connsiteY34" fmla="*/ 0 h 59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5236" h="595643">
                <a:moveTo>
                  <a:pt x="60025" y="344571"/>
                </a:moveTo>
                <a:lnTo>
                  <a:pt x="290527" y="344571"/>
                </a:lnTo>
                <a:cubicBezTo>
                  <a:pt x="308671" y="344571"/>
                  <a:pt x="325793" y="358605"/>
                  <a:pt x="329370" y="376465"/>
                </a:cubicBezTo>
                <a:lnTo>
                  <a:pt x="349814" y="479931"/>
                </a:lnTo>
                <a:cubicBezTo>
                  <a:pt x="353136" y="496898"/>
                  <a:pt x="344959" y="518331"/>
                  <a:pt x="331031" y="528793"/>
                </a:cubicBezTo>
                <a:cubicBezTo>
                  <a:pt x="327454" y="531472"/>
                  <a:pt x="241079" y="595643"/>
                  <a:pt x="175276" y="595643"/>
                </a:cubicBezTo>
                <a:cubicBezTo>
                  <a:pt x="109473" y="595643"/>
                  <a:pt x="23098" y="531472"/>
                  <a:pt x="19393" y="528793"/>
                </a:cubicBezTo>
                <a:cubicBezTo>
                  <a:pt x="5593" y="518331"/>
                  <a:pt x="-2584" y="496898"/>
                  <a:pt x="738" y="479931"/>
                </a:cubicBezTo>
                <a:lnTo>
                  <a:pt x="21182" y="376465"/>
                </a:lnTo>
                <a:cubicBezTo>
                  <a:pt x="24759" y="358605"/>
                  <a:pt x="41753" y="344571"/>
                  <a:pt x="60025" y="344571"/>
                </a:cubicBezTo>
                <a:close/>
                <a:moveTo>
                  <a:pt x="357987" y="252695"/>
                </a:moveTo>
                <a:lnTo>
                  <a:pt x="553093" y="252695"/>
                </a:lnTo>
                <a:cubicBezTo>
                  <a:pt x="569065" y="252695"/>
                  <a:pt x="584142" y="265070"/>
                  <a:pt x="587208" y="280762"/>
                </a:cubicBezTo>
                <a:lnTo>
                  <a:pt x="604585" y="368409"/>
                </a:lnTo>
                <a:cubicBezTo>
                  <a:pt x="607524" y="383208"/>
                  <a:pt x="600241" y="401834"/>
                  <a:pt x="588231" y="411020"/>
                </a:cubicBezTo>
                <a:cubicBezTo>
                  <a:pt x="585164" y="413316"/>
                  <a:pt x="511696" y="467920"/>
                  <a:pt x="455476" y="467920"/>
                </a:cubicBezTo>
                <a:cubicBezTo>
                  <a:pt x="440272" y="467920"/>
                  <a:pt x="422384" y="463838"/>
                  <a:pt x="402323" y="455928"/>
                </a:cubicBezTo>
                <a:cubicBezTo>
                  <a:pt x="395679" y="453249"/>
                  <a:pt x="390824" y="447890"/>
                  <a:pt x="388524" y="440618"/>
                </a:cubicBezTo>
                <a:lnTo>
                  <a:pt x="388269" y="439725"/>
                </a:lnTo>
                <a:lnTo>
                  <a:pt x="371403" y="354503"/>
                </a:lnTo>
                <a:cubicBezTo>
                  <a:pt x="367697" y="335621"/>
                  <a:pt x="354537" y="318653"/>
                  <a:pt x="334732" y="308064"/>
                </a:cubicBezTo>
                <a:cubicBezTo>
                  <a:pt x="322722" y="301685"/>
                  <a:pt x="322722" y="291607"/>
                  <a:pt x="322722" y="290458"/>
                </a:cubicBezTo>
                <a:lnTo>
                  <a:pt x="322722" y="289693"/>
                </a:lnTo>
                <a:lnTo>
                  <a:pt x="324127" y="280762"/>
                </a:lnTo>
                <a:cubicBezTo>
                  <a:pt x="327194" y="265070"/>
                  <a:pt x="341888" y="252695"/>
                  <a:pt x="357987" y="252695"/>
                </a:cubicBezTo>
                <a:close/>
                <a:moveTo>
                  <a:pt x="175276" y="50313"/>
                </a:moveTo>
                <a:cubicBezTo>
                  <a:pt x="246186" y="50313"/>
                  <a:pt x="303670" y="107718"/>
                  <a:pt x="303670" y="178531"/>
                </a:cubicBezTo>
                <a:cubicBezTo>
                  <a:pt x="303670" y="249344"/>
                  <a:pt x="246186" y="306749"/>
                  <a:pt x="175276" y="306749"/>
                </a:cubicBezTo>
                <a:cubicBezTo>
                  <a:pt x="104366" y="306749"/>
                  <a:pt x="46882" y="249344"/>
                  <a:pt x="46882" y="178531"/>
                </a:cubicBezTo>
                <a:cubicBezTo>
                  <a:pt x="46882" y="107718"/>
                  <a:pt x="104366" y="50313"/>
                  <a:pt x="175276" y="50313"/>
                </a:cubicBezTo>
                <a:close/>
                <a:moveTo>
                  <a:pt x="455527" y="0"/>
                </a:moveTo>
                <a:cubicBezTo>
                  <a:pt x="514843" y="0"/>
                  <a:pt x="562928" y="48022"/>
                  <a:pt x="562928" y="107260"/>
                </a:cubicBezTo>
                <a:cubicBezTo>
                  <a:pt x="562928" y="166498"/>
                  <a:pt x="514843" y="214520"/>
                  <a:pt x="455527" y="214520"/>
                </a:cubicBezTo>
                <a:cubicBezTo>
                  <a:pt x="396211" y="214520"/>
                  <a:pt x="348126" y="166498"/>
                  <a:pt x="348126" y="107260"/>
                </a:cubicBezTo>
                <a:cubicBezTo>
                  <a:pt x="348126" y="48022"/>
                  <a:pt x="396211" y="0"/>
                  <a:pt x="455527" y="0"/>
                </a:cubicBez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sp>
        <p:nvSpPr>
          <p:cNvPr id="48" name="文本占位符 8">
            <a:extLst>
              <a:ext uri="{FF2B5EF4-FFF2-40B4-BE49-F238E27FC236}">
                <a16:creationId xmlns:a16="http://schemas.microsoft.com/office/drawing/2014/main" id="{64CE6F57-CC2E-FAEF-C254-AF339F19A0FC}"/>
              </a:ext>
            </a:extLst>
          </p:cNvPr>
          <p:cNvSpPr txBox="1">
            <a:spLocks/>
          </p:cNvSpPr>
          <p:nvPr/>
        </p:nvSpPr>
        <p:spPr>
          <a:xfrm>
            <a:off x="2769079" y="4093318"/>
            <a:ext cx="3857592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sz="1200">
                <a:solidFill>
                  <a:srgbClr val="067D17"/>
                </a:solidFill>
                <a:latin typeface="+mn-lt"/>
                <a:ea typeface="JetBrains Mono"/>
              </a:rPr>
              <a:t>http://localhost:8080/</a:t>
            </a:r>
            <a:r>
              <a:rPr sz="1200">
                <a:solidFill>
                  <a:srgbClr val="067D17"/>
                </a:solidFill>
                <a:latin typeface="+mn-lt"/>
                <a:ea typeface="JetBrains Mono"/>
              </a:rPr>
              <a:t>item</a:t>
            </a:r>
            <a:r>
              <a:rPr lang="zh-CN" sz="1200">
                <a:solidFill>
                  <a:srgbClr val="067D17"/>
                </a:solidFill>
                <a:latin typeface="+mn-lt"/>
                <a:ea typeface="JetBrains Mono"/>
              </a:rPr>
              <a:t>/selectAll</a:t>
            </a:r>
            <a:endParaRPr sz="1200">
              <a:solidFill>
                <a:prstClr val="black">
                  <a:lumMod val="85000"/>
                  <a:lumOff val="15000"/>
                </a:prstClr>
              </a:solidFill>
              <a:latin typeface="+mn-lt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EB989F3-7C47-3C03-4CB2-974CB52CD9F3}"/>
              </a:ext>
            </a:extLst>
          </p:cNvPr>
          <p:cNvCxnSpPr>
            <a:cxnSpLocks/>
          </p:cNvCxnSpPr>
          <p:nvPr/>
        </p:nvCxnSpPr>
        <p:spPr>
          <a:xfrm>
            <a:off x="1387186" y="4434908"/>
            <a:ext cx="5692691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sp>
        <p:nvSpPr>
          <p:cNvPr id="50" name="文本占位符 8">
            <a:extLst>
              <a:ext uri="{FF2B5EF4-FFF2-40B4-BE49-F238E27FC236}">
                <a16:creationId xmlns:a16="http://schemas.microsoft.com/office/drawing/2014/main" id="{615CA505-745A-C26B-C4D4-DDC2C23C49BE}"/>
              </a:ext>
            </a:extLst>
          </p:cNvPr>
          <p:cNvSpPr txBox="1">
            <a:spLocks/>
          </p:cNvSpPr>
          <p:nvPr/>
        </p:nvSpPr>
        <p:spPr>
          <a:xfrm>
            <a:off x="2352126" y="4081028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40FA0114-D35A-BCC3-88C7-31E43D948385}"/>
              </a:ext>
            </a:extLst>
          </p:cNvPr>
          <p:cNvCxnSpPr>
            <a:cxnSpLocks/>
          </p:cNvCxnSpPr>
          <p:nvPr/>
        </p:nvCxnSpPr>
        <p:spPr>
          <a:xfrm flipH="1">
            <a:off x="1403709" y="5615589"/>
            <a:ext cx="5655852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52" name="文本占位符 8">
            <a:extLst>
              <a:ext uri="{FF2B5EF4-FFF2-40B4-BE49-F238E27FC236}">
                <a16:creationId xmlns:a16="http://schemas.microsoft.com/office/drawing/2014/main" id="{B19C50FE-1673-3CA1-2CBC-3C2F796EACAB}"/>
              </a:ext>
            </a:extLst>
          </p:cNvPr>
          <p:cNvSpPr txBox="1">
            <a:spLocks/>
          </p:cNvSpPr>
          <p:nvPr/>
        </p:nvSpPr>
        <p:spPr>
          <a:xfrm>
            <a:off x="2383309" y="5544828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84E6D3F-0101-5C45-8A56-5176F22B8D0C}"/>
              </a:ext>
            </a:extLst>
          </p:cNvPr>
          <p:cNvSpPr/>
          <p:nvPr/>
        </p:nvSpPr>
        <p:spPr>
          <a:xfrm>
            <a:off x="1196174" y="2705710"/>
            <a:ext cx="184464" cy="3393706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sp>
        <p:nvSpPr>
          <p:cNvPr id="54" name="矩形: 对角圆角 53">
            <a:extLst>
              <a:ext uri="{FF2B5EF4-FFF2-40B4-BE49-F238E27FC236}">
                <a16:creationId xmlns:a16="http://schemas.microsoft.com/office/drawing/2014/main" id="{FB160C35-CC3F-097A-6011-CC1AB9815514}"/>
              </a:ext>
            </a:extLst>
          </p:cNvPr>
          <p:cNvSpPr/>
          <p:nvPr/>
        </p:nvSpPr>
        <p:spPr>
          <a:xfrm>
            <a:off x="3631439" y="2402503"/>
            <a:ext cx="914549" cy="294537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前端程序</a:t>
            </a:r>
          </a:p>
        </p:txBody>
      </p:sp>
      <p:sp>
        <p:nvSpPr>
          <p:cNvPr id="55" name="!!矩形: 对角圆角 42">
            <a:extLst>
              <a:ext uri="{FF2B5EF4-FFF2-40B4-BE49-F238E27FC236}">
                <a16:creationId xmlns:a16="http://schemas.microsoft.com/office/drawing/2014/main" id="{12AF7868-C60C-93D6-8D88-371DD4969E54}"/>
              </a:ext>
            </a:extLst>
          </p:cNvPr>
          <p:cNvSpPr/>
          <p:nvPr/>
        </p:nvSpPr>
        <p:spPr>
          <a:xfrm>
            <a:off x="6710767" y="2398431"/>
            <a:ext cx="914549" cy="294537"/>
          </a:xfrm>
          <a:prstGeom prst="round2DiagRect">
            <a:avLst/>
          </a:prstGeom>
          <a:solidFill>
            <a:srgbClr val="92D050"/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Fira Code" panose="020B0809050000020004" pitchFamily="49" charset="0"/>
                <a:cs typeface="阿里巴巴普惠体" panose="00020600040101010101" pitchFamily="18" charset="-122"/>
              </a:rPr>
              <a:t>Java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程序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5798CB83-FF00-E5FF-5913-5A8A1929BE86}"/>
              </a:ext>
            </a:extLst>
          </p:cNvPr>
          <p:cNvSpPr/>
          <p:nvPr/>
        </p:nvSpPr>
        <p:spPr>
          <a:xfrm>
            <a:off x="3989299" y="2972354"/>
            <a:ext cx="184465" cy="80656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469FFB8C-6DDF-0C77-F953-D68D9F62B687}"/>
              </a:ext>
            </a:extLst>
          </p:cNvPr>
          <p:cNvSpPr/>
          <p:nvPr/>
        </p:nvSpPr>
        <p:spPr>
          <a:xfrm>
            <a:off x="7079877" y="4271179"/>
            <a:ext cx="176330" cy="159868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11475A63-AB13-0CDE-0F5A-F7FA776D95F5}"/>
              </a:ext>
            </a:extLst>
          </p:cNvPr>
          <p:cNvSpPr/>
          <p:nvPr/>
        </p:nvSpPr>
        <p:spPr>
          <a:xfrm>
            <a:off x="10008122" y="4540600"/>
            <a:ext cx="176330" cy="106379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黑体"/>
              <a:cs typeface="+mn-cs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D24DB9AD-451E-3FE3-15A9-2C5D716DB336}"/>
              </a:ext>
            </a:extLst>
          </p:cNvPr>
          <p:cNvCxnSpPr>
            <a:cxnSpLocks/>
          </p:cNvCxnSpPr>
          <p:nvPr/>
        </p:nvCxnSpPr>
        <p:spPr>
          <a:xfrm>
            <a:off x="7256207" y="4734792"/>
            <a:ext cx="2751915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244B04F4-D46F-C86F-7679-782B1D8C4A72}"/>
              </a:ext>
            </a:extLst>
          </p:cNvPr>
          <p:cNvCxnSpPr>
            <a:cxnSpLocks/>
          </p:cNvCxnSpPr>
          <p:nvPr/>
        </p:nvCxnSpPr>
        <p:spPr>
          <a:xfrm flipH="1">
            <a:off x="7256207" y="5355034"/>
            <a:ext cx="2751915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61" name="文本占位符 8">
            <a:extLst>
              <a:ext uri="{FF2B5EF4-FFF2-40B4-BE49-F238E27FC236}">
                <a16:creationId xmlns:a16="http://schemas.microsoft.com/office/drawing/2014/main" id="{8C117252-35D5-A1FA-894D-E69437644319}"/>
              </a:ext>
            </a:extLst>
          </p:cNvPr>
          <p:cNvSpPr txBox="1">
            <a:spLocks/>
          </p:cNvSpPr>
          <p:nvPr/>
        </p:nvSpPr>
        <p:spPr>
          <a:xfrm>
            <a:off x="8413125" y="4378023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2" name="文本占位符 8">
            <a:extLst>
              <a:ext uri="{FF2B5EF4-FFF2-40B4-BE49-F238E27FC236}">
                <a16:creationId xmlns:a16="http://schemas.microsoft.com/office/drawing/2014/main" id="{81E69B0B-30A3-9DAB-141F-91969904DD30}"/>
              </a:ext>
            </a:extLst>
          </p:cNvPr>
          <p:cNvSpPr txBox="1">
            <a:spLocks/>
          </p:cNvSpPr>
          <p:nvPr/>
        </p:nvSpPr>
        <p:spPr>
          <a:xfrm>
            <a:off x="8387433" y="5266446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3" name="图片41">
            <a:extLst>
              <a:ext uri="{FF2B5EF4-FFF2-40B4-BE49-F238E27FC236}">
                <a16:creationId xmlns:a16="http://schemas.microsoft.com/office/drawing/2014/main" id="{EB9D7C91-2C49-81C3-B0D9-72908A6A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132" y="2668877"/>
            <a:ext cx="7751106" cy="3805652"/>
          </a:xfrm>
          <a:prstGeom prst="roundRect">
            <a:avLst>
              <a:gd name="adj" fmla="val 900"/>
            </a:avLst>
          </a:prstGeom>
          <a:ln w="6350">
            <a:solidFill>
              <a:sysClr val="windowText" lastClr="000000">
                <a:lumMod val="50000"/>
                <a:lumOff val="50000"/>
              </a:sysClr>
            </a:solidFill>
            <a:prstDash val="lgDash"/>
          </a:ln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665E9DA5-184E-F1B1-B05C-0D700B6FD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260" y="4248948"/>
            <a:ext cx="7701683" cy="2209800"/>
          </a:xfrm>
          <a:prstGeom prst="rect">
            <a:avLst/>
          </a:prstGeom>
        </p:spPr>
      </p:pic>
      <p:sp>
        <p:nvSpPr>
          <p:cNvPr id="65" name="!!矩形: 圆角 25">
            <a:extLst>
              <a:ext uri="{FF2B5EF4-FFF2-40B4-BE49-F238E27FC236}">
                <a16:creationId xmlns:a16="http://schemas.microsoft.com/office/drawing/2014/main" id="{807DF18F-E38C-EE4D-7F98-F8149E3C5D1D}"/>
              </a:ext>
            </a:extLst>
          </p:cNvPr>
          <p:cNvSpPr/>
          <p:nvPr/>
        </p:nvSpPr>
        <p:spPr>
          <a:xfrm>
            <a:off x="1421951" y="5678303"/>
            <a:ext cx="961358" cy="356939"/>
          </a:xfrm>
          <a:prstGeom prst="roundRect">
            <a:avLst/>
          </a:prstGeom>
          <a:solidFill>
            <a:srgbClr val="BCE292"/>
          </a:solidFill>
          <a:ln w="25400" cap="flat" cmpd="sng" algn="ctr">
            <a:noFill/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1998316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81481E-6 L 0.13424 -0.158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6" y="-794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9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" dur="8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网站的开发模式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9D137D7-AFF8-D4EB-052C-FC953D5061D0}"/>
              </a:ext>
            </a:extLst>
          </p:cNvPr>
          <p:cNvSpPr/>
          <p:nvPr/>
        </p:nvSpPr>
        <p:spPr>
          <a:xfrm>
            <a:off x="862566" y="2119280"/>
            <a:ext cx="866961" cy="390617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浏览器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47879E1-DBA3-7AF5-DBC2-AF536A8B2ADC}"/>
              </a:ext>
            </a:extLst>
          </p:cNvPr>
          <p:cNvSpPr/>
          <p:nvPr/>
        </p:nvSpPr>
        <p:spPr>
          <a:xfrm>
            <a:off x="3419871" y="2119279"/>
            <a:ext cx="1302106" cy="3906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前端服务器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A45996A-4F5E-4C6A-25FD-A950087F06AD}"/>
              </a:ext>
            </a:extLst>
          </p:cNvPr>
          <p:cNvSpPr/>
          <p:nvPr/>
        </p:nvSpPr>
        <p:spPr>
          <a:xfrm>
            <a:off x="6533097" y="2119279"/>
            <a:ext cx="1302106" cy="390617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后端服务器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E3E3B98-E739-E2C6-D6DC-8E7B4149336A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296047" y="2509897"/>
            <a:ext cx="0" cy="3831239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16E9528-D4DC-67A4-C834-07F301ED6BA2}"/>
              </a:ext>
            </a:extLst>
          </p:cNvPr>
          <p:cNvCxnSpPr>
            <a:cxnSpLocks/>
          </p:cNvCxnSpPr>
          <p:nvPr/>
        </p:nvCxnSpPr>
        <p:spPr>
          <a:xfrm flipH="1">
            <a:off x="4080213" y="2509895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B1A19BC-DEF3-9DCF-AF3B-DBDA6B2E3CC7}"/>
              </a:ext>
            </a:extLst>
          </p:cNvPr>
          <p:cNvCxnSpPr>
            <a:cxnSpLocks/>
          </p:cNvCxnSpPr>
          <p:nvPr/>
        </p:nvCxnSpPr>
        <p:spPr>
          <a:xfrm flipH="1">
            <a:off x="7172109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DA736C6-1AC6-5B67-E8E6-1D0217396362}"/>
              </a:ext>
            </a:extLst>
          </p:cNvPr>
          <p:cNvCxnSpPr>
            <a:cxnSpLocks/>
          </p:cNvCxnSpPr>
          <p:nvPr/>
        </p:nvCxnSpPr>
        <p:spPr>
          <a:xfrm flipH="1">
            <a:off x="10100354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B06E4EEE-4DAE-17A0-AD2B-AA4995CD2401}"/>
              </a:ext>
            </a:extLst>
          </p:cNvPr>
          <p:cNvCxnSpPr>
            <a:cxnSpLocks/>
          </p:cNvCxnSpPr>
          <p:nvPr/>
        </p:nvCxnSpPr>
        <p:spPr>
          <a:xfrm>
            <a:off x="1380638" y="3100793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3BDF227-81AC-007F-1FC3-263AA7BC2D6A}"/>
              </a:ext>
            </a:extLst>
          </p:cNvPr>
          <p:cNvCxnSpPr>
            <a:cxnSpLocks/>
          </p:cNvCxnSpPr>
          <p:nvPr/>
        </p:nvCxnSpPr>
        <p:spPr>
          <a:xfrm flipH="1">
            <a:off x="1370838" y="3501654"/>
            <a:ext cx="2608436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45" name="文本占位符 8">
            <a:extLst>
              <a:ext uri="{FF2B5EF4-FFF2-40B4-BE49-F238E27FC236}">
                <a16:creationId xmlns:a16="http://schemas.microsoft.com/office/drawing/2014/main" id="{D0FF207D-A1CD-3849-82E4-2A362449626A}"/>
              </a:ext>
            </a:extLst>
          </p:cNvPr>
          <p:cNvSpPr txBox="1">
            <a:spLocks/>
          </p:cNvSpPr>
          <p:nvPr/>
        </p:nvSpPr>
        <p:spPr>
          <a:xfrm>
            <a:off x="2345578" y="2746913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文本占位符 8">
            <a:extLst>
              <a:ext uri="{FF2B5EF4-FFF2-40B4-BE49-F238E27FC236}">
                <a16:creationId xmlns:a16="http://schemas.microsoft.com/office/drawing/2014/main" id="{69D3D25C-0340-805B-24D7-70FD35FF1787}"/>
              </a:ext>
            </a:extLst>
          </p:cNvPr>
          <p:cNvSpPr txBox="1">
            <a:spLocks/>
          </p:cNvSpPr>
          <p:nvPr/>
        </p:nvSpPr>
        <p:spPr>
          <a:xfrm>
            <a:off x="2375159" y="3420031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7" name="users_94970">
            <a:extLst>
              <a:ext uri="{FF2B5EF4-FFF2-40B4-BE49-F238E27FC236}">
                <a16:creationId xmlns:a16="http://schemas.microsoft.com/office/drawing/2014/main" id="{BAF983E4-6302-93BF-3B78-E92F8B0D8C46}"/>
              </a:ext>
            </a:extLst>
          </p:cNvPr>
          <p:cNvSpPr/>
          <p:nvPr/>
        </p:nvSpPr>
        <p:spPr>
          <a:xfrm>
            <a:off x="1016746" y="1480768"/>
            <a:ext cx="531609" cy="475613"/>
          </a:xfrm>
          <a:custGeom>
            <a:avLst/>
            <a:gdLst>
              <a:gd name="connsiteX0" fmla="*/ 60025 w 605236"/>
              <a:gd name="connsiteY0" fmla="*/ 344571 h 595643"/>
              <a:gd name="connsiteX1" fmla="*/ 290527 w 605236"/>
              <a:gd name="connsiteY1" fmla="*/ 344571 h 595643"/>
              <a:gd name="connsiteX2" fmla="*/ 329370 w 605236"/>
              <a:gd name="connsiteY2" fmla="*/ 376465 h 595643"/>
              <a:gd name="connsiteX3" fmla="*/ 349814 w 605236"/>
              <a:gd name="connsiteY3" fmla="*/ 479931 h 595643"/>
              <a:gd name="connsiteX4" fmla="*/ 331031 w 605236"/>
              <a:gd name="connsiteY4" fmla="*/ 528793 h 595643"/>
              <a:gd name="connsiteX5" fmla="*/ 175276 w 605236"/>
              <a:gd name="connsiteY5" fmla="*/ 595643 h 595643"/>
              <a:gd name="connsiteX6" fmla="*/ 19393 w 605236"/>
              <a:gd name="connsiteY6" fmla="*/ 528793 h 595643"/>
              <a:gd name="connsiteX7" fmla="*/ 738 w 605236"/>
              <a:gd name="connsiteY7" fmla="*/ 479931 h 595643"/>
              <a:gd name="connsiteX8" fmla="*/ 21182 w 605236"/>
              <a:gd name="connsiteY8" fmla="*/ 376465 h 595643"/>
              <a:gd name="connsiteX9" fmla="*/ 60025 w 605236"/>
              <a:gd name="connsiteY9" fmla="*/ 344571 h 595643"/>
              <a:gd name="connsiteX10" fmla="*/ 357987 w 605236"/>
              <a:gd name="connsiteY10" fmla="*/ 252695 h 595643"/>
              <a:gd name="connsiteX11" fmla="*/ 553093 w 605236"/>
              <a:gd name="connsiteY11" fmla="*/ 252695 h 595643"/>
              <a:gd name="connsiteX12" fmla="*/ 587208 w 605236"/>
              <a:gd name="connsiteY12" fmla="*/ 280762 h 595643"/>
              <a:gd name="connsiteX13" fmla="*/ 604585 w 605236"/>
              <a:gd name="connsiteY13" fmla="*/ 368409 h 595643"/>
              <a:gd name="connsiteX14" fmla="*/ 588231 w 605236"/>
              <a:gd name="connsiteY14" fmla="*/ 411020 h 595643"/>
              <a:gd name="connsiteX15" fmla="*/ 455476 w 605236"/>
              <a:gd name="connsiteY15" fmla="*/ 467920 h 595643"/>
              <a:gd name="connsiteX16" fmla="*/ 402323 w 605236"/>
              <a:gd name="connsiteY16" fmla="*/ 455928 h 595643"/>
              <a:gd name="connsiteX17" fmla="*/ 388524 w 605236"/>
              <a:gd name="connsiteY17" fmla="*/ 440618 h 595643"/>
              <a:gd name="connsiteX18" fmla="*/ 388269 w 605236"/>
              <a:gd name="connsiteY18" fmla="*/ 439725 h 595643"/>
              <a:gd name="connsiteX19" fmla="*/ 371403 w 605236"/>
              <a:gd name="connsiteY19" fmla="*/ 354503 h 595643"/>
              <a:gd name="connsiteX20" fmla="*/ 334732 w 605236"/>
              <a:gd name="connsiteY20" fmla="*/ 308064 h 595643"/>
              <a:gd name="connsiteX21" fmla="*/ 322722 w 605236"/>
              <a:gd name="connsiteY21" fmla="*/ 290458 h 595643"/>
              <a:gd name="connsiteX22" fmla="*/ 322722 w 605236"/>
              <a:gd name="connsiteY22" fmla="*/ 289693 h 595643"/>
              <a:gd name="connsiteX23" fmla="*/ 324127 w 605236"/>
              <a:gd name="connsiteY23" fmla="*/ 280762 h 595643"/>
              <a:gd name="connsiteX24" fmla="*/ 357987 w 605236"/>
              <a:gd name="connsiteY24" fmla="*/ 252695 h 595643"/>
              <a:gd name="connsiteX25" fmla="*/ 175276 w 605236"/>
              <a:gd name="connsiteY25" fmla="*/ 50313 h 595643"/>
              <a:gd name="connsiteX26" fmla="*/ 303670 w 605236"/>
              <a:gd name="connsiteY26" fmla="*/ 178531 h 595643"/>
              <a:gd name="connsiteX27" fmla="*/ 175276 w 605236"/>
              <a:gd name="connsiteY27" fmla="*/ 306749 h 595643"/>
              <a:gd name="connsiteX28" fmla="*/ 46882 w 605236"/>
              <a:gd name="connsiteY28" fmla="*/ 178531 h 595643"/>
              <a:gd name="connsiteX29" fmla="*/ 175276 w 605236"/>
              <a:gd name="connsiteY29" fmla="*/ 50313 h 595643"/>
              <a:gd name="connsiteX30" fmla="*/ 455527 w 605236"/>
              <a:gd name="connsiteY30" fmla="*/ 0 h 595643"/>
              <a:gd name="connsiteX31" fmla="*/ 562928 w 605236"/>
              <a:gd name="connsiteY31" fmla="*/ 107260 h 595643"/>
              <a:gd name="connsiteX32" fmla="*/ 455527 w 605236"/>
              <a:gd name="connsiteY32" fmla="*/ 214520 h 595643"/>
              <a:gd name="connsiteX33" fmla="*/ 348126 w 605236"/>
              <a:gd name="connsiteY33" fmla="*/ 107260 h 595643"/>
              <a:gd name="connsiteX34" fmla="*/ 455527 w 605236"/>
              <a:gd name="connsiteY34" fmla="*/ 0 h 59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5236" h="595643">
                <a:moveTo>
                  <a:pt x="60025" y="344571"/>
                </a:moveTo>
                <a:lnTo>
                  <a:pt x="290527" y="344571"/>
                </a:lnTo>
                <a:cubicBezTo>
                  <a:pt x="308671" y="344571"/>
                  <a:pt x="325793" y="358605"/>
                  <a:pt x="329370" y="376465"/>
                </a:cubicBezTo>
                <a:lnTo>
                  <a:pt x="349814" y="479931"/>
                </a:lnTo>
                <a:cubicBezTo>
                  <a:pt x="353136" y="496898"/>
                  <a:pt x="344959" y="518331"/>
                  <a:pt x="331031" y="528793"/>
                </a:cubicBezTo>
                <a:cubicBezTo>
                  <a:pt x="327454" y="531472"/>
                  <a:pt x="241079" y="595643"/>
                  <a:pt x="175276" y="595643"/>
                </a:cubicBezTo>
                <a:cubicBezTo>
                  <a:pt x="109473" y="595643"/>
                  <a:pt x="23098" y="531472"/>
                  <a:pt x="19393" y="528793"/>
                </a:cubicBezTo>
                <a:cubicBezTo>
                  <a:pt x="5593" y="518331"/>
                  <a:pt x="-2584" y="496898"/>
                  <a:pt x="738" y="479931"/>
                </a:cubicBezTo>
                <a:lnTo>
                  <a:pt x="21182" y="376465"/>
                </a:lnTo>
                <a:cubicBezTo>
                  <a:pt x="24759" y="358605"/>
                  <a:pt x="41753" y="344571"/>
                  <a:pt x="60025" y="344571"/>
                </a:cubicBezTo>
                <a:close/>
                <a:moveTo>
                  <a:pt x="357987" y="252695"/>
                </a:moveTo>
                <a:lnTo>
                  <a:pt x="553093" y="252695"/>
                </a:lnTo>
                <a:cubicBezTo>
                  <a:pt x="569065" y="252695"/>
                  <a:pt x="584142" y="265070"/>
                  <a:pt x="587208" y="280762"/>
                </a:cubicBezTo>
                <a:lnTo>
                  <a:pt x="604585" y="368409"/>
                </a:lnTo>
                <a:cubicBezTo>
                  <a:pt x="607524" y="383208"/>
                  <a:pt x="600241" y="401834"/>
                  <a:pt x="588231" y="411020"/>
                </a:cubicBezTo>
                <a:cubicBezTo>
                  <a:pt x="585164" y="413316"/>
                  <a:pt x="511696" y="467920"/>
                  <a:pt x="455476" y="467920"/>
                </a:cubicBezTo>
                <a:cubicBezTo>
                  <a:pt x="440272" y="467920"/>
                  <a:pt x="422384" y="463838"/>
                  <a:pt x="402323" y="455928"/>
                </a:cubicBezTo>
                <a:cubicBezTo>
                  <a:pt x="395679" y="453249"/>
                  <a:pt x="390824" y="447890"/>
                  <a:pt x="388524" y="440618"/>
                </a:cubicBezTo>
                <a:lnTo>
                  <a:pt x="388269" y="439725"/>
                </a:lnTo>
                <a:lnTo>
                  <a:pt x="371403" y="354503"/>
                </a:lnTo>
                <a:cubicBezTo>
                  <a:pt x="367697" y="335621"/>
                  <a:pt x="354537" y="318653"/>
                  <a:pt x="334732" y="308064"/>
                </a:cubicBezTo>
                <a:cubicBezTo>
                  <a:pt x="322722" y="301685"/>
                  <a:pt x="322722" y="291607"/>
                  <a:pt x="322722" y="290458"/>
                </a:cubicBezTo>
                <a:lnTo>
                  <a:pt x="322722" y="289693"/>
                </a:lnTo>
                <a:lnTo>
                  <a:pt x="324127" y="280762"/>
                </a:lnTo>
                <a:cubicBezTo>
                  <a:pt x="327194" y="265070"/>
                  <a:pt x="341888" y="252695"/>
                  <a:pt x="357987" y="252695"/>
                </a:cubicBezTo>
                <a:close/>
                <a:moveTo>
                  <a:pt x="175276" y="50313"/>
                </a:moveTo>
                <a:cubicBezTo>
                  <a:pt x="246186" y="50313"/>
                  <a:pt x="303670" y="107718"/>
                  <a:pt x="303670" y="178531"/>
                </a:cubicBezTo>
                <a:cubicBezTo>
                  <a:pt x="303670" y="249344"/>
                  <a:pt x="246186" y="306749"/>
                  <a:pt x="175276" y="306749"/>
                </a:cubicBezTo>
                <a:cubicBezTo>
                  <a:pt x="104366" y="306749"/>
                  <a:pt x="46882" y="249344"/>
                  <a:pt x="46882" y="178531"/>
                </a:cubicBezTo>
                <a:cubicBezTo>
                  <a:pt x="46882" y="107718"/>
                  <a:pt x="104366" y="50313"/>
                  <a:pt x="175276" y="50313"/>
                </a:cubicBezTo>
                <a:close/>
                <a:moveTo>
                  <a:pt x="455527" y="0"/>
                </a:moveTo>
                <a:cubicBezTo>
                  <a:pt x="514843" y="0"/>
                  <a:pt x="562928" y="48022"/>
                  <a:pt x="562928" y="107260"/>
                </a:cubicBezTo>
                <a:cubicBezTo>
                  <a:pt x="562928" y="166498"/>
                  <a:pt x="514843" y="214520"/>
                  <a:pt x="455527" y="214520"/>
                </a:cubicBezTo>
                <a:cubicBezTo>
                  <a:pt x="396211" y="214520"/>
                  <a:pt x="348126" y="166498"/>
                  <a:pt x="348126" y="107260"/>
                </a:cubicBezTo>
                <a:cubicBezTo>
                  <a:pt x="348126" y="48022"/>
                  <a:pt x="396211" y="0"/>
                  <a:pt x="455527" y="0"/>
                </a:cubicBez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5374A00-50DF-7D68-1F05-7BE427B7A5D8}"/>
              </a:ext>
            </a:extLst>
          </p:cNvPr>
          <p:cNvSpPr/>
          <p:nvPr/>
        </p:nvSpPr>
        <p:spPr>
          <a:xfrm>
            <a:off x="3989299" y="2972354"/>
            <a:ext cx="184465" cy="80656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9BB76F7-326F-5E1A-70BC-8F4C5233147B}"/>
              </a:ext>
            </a:extLst>
          </p:cNvPr>
          <p:cNvCxnSpPr>
            <a:cxnSpLocks/>
          </p:cNvCxnSpPr>
          <p:nvPr/>
        </p:nvCxnSpPr>
        <p:spPr>
          <a:xfrm>
            <a:off x="1387186" y="4434908"/>
            <a:ext cx="5692691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A47F9CD7-3AAD-29E8-6947-1B3B8F3F6D33}"/>
              </a:ext>
            </a:extLst>
          </p:cNvPr>
          <p:cNvSpPr/>
          <p:nvPr/>
        </p:nvSpPr>
        <p:spPr>
          <a:xfrm>
            <a:off x="7079877" y="4271179"/>
            <a:ext cx="176330" cy="159868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F2C6883B-3A0C-8232-98D0-E6573C42713E}"/>
              </a:ext>
            </a:extLst>
          </p:cNvPr>
          <p:cNvSpPr/>
          <p:nvPr/>
        </p:nvSpPr>
        <p:spPr>
          <a:xfrm>
            <a:off x="10008122" y="4540600"/>
            <a:ext cx="176330" cy="1063791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FE45CD8-95DA-A698-BDFD-22F51B8F5830}"/>
              </a:ext>
            </a:extLst>
          </p:cNvPr>
          <p:cNvCxnSpPr>
            <a:cxnSpLocks/>
          </p:cNvCxnSpPr>
          <p:nvPr/>
        </p:nvCxnSpPr>
        <p:spPr>
          <a:xfrm>
            <a:off x="7256207" y="4734792"/>
            <a:ext cx="2751915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9C386FC-4CDF-E293-AAD6-BD06C224B025}"/>
              </a:ext>
            </a:extLst>
          </p:cNvPr>
          <p:cNvCxnSpPr>
            <a:cxnSpLocks/>
          </p:cNvCxnSpPr>
          <p:nvPr/>
        </p:nvCxnSpPr>
        <p:spPr>
          <a:xfrm flipH="1">
            <a:off x="7256207" y="5355034"/>
            <a:ext cx="2751915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8F832C6-28DA-743F-7F67-CCFCBD25C651}"/>
              </a:ext>
            </a:extLst>
          </p:cNvPr>
          <p:cNvCxnSpPr>
            <a:cxnSpLocks/>
          </p:cNvCxnSpPr>
          <p:nvPr/>
        </p:nvCxnSpPr>
        <p:spPr>
          <a:xfrm flipH="1">
            <a:off x="1403709" y="5615589"/>
            <a:ext cx="5655852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55" name="文本占位符 8">
            <a:extLst>
              <a:ext uri="{FF2B5EF4-FFF2-40B4-BE49-F238E27FC236}">
                <a16:creationId xmlns:a16="http://schemas.microsoft.com/office/drawing/2014/main" id="{2EBC07B0-8F83-A527-75A3-420695BFEC2D}"/>
              </a:ext>
            </a:extLst>
          </p:cNvPr>
          <p:cNvSpPr txBox="1">
            <a:spLocks/>
          </p:cNvSpPr>
          <p:nvPr/>
        </p:nvSpPr>
        <p:spPr>
          <a:xfrm>
            <a:off x="8413125" y="4378023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6" name="文本占位符 8">
            <a:extLst>
              <a:ext uri="{FF2B5EF4-FFF2-40B4-BE49-F238E27FC236}">
                <a16:creationId xmlns:a16="http://schemas.microsoft.com/office/drawing/2014/main" id="{FDEB86A3-35BE-66C7-5EBB-148F0F8F8C90}"/>
              </a:ext>
            </a:extLst>
          </p:cNvPr>
          <p:cNvSpPr txBox="1">
            <a:spLocks/>
          </p:cNvSpPr>
          <p:nvPr/>
        </p:nvSpPr>
        <p:spPr>
          <a:xfrm>
            <a:off x="8387433" y="5266446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7" name="文本占位符 8">
            <a:extLst>
              <a:ext uri="{FF2B5EF4-FFF2-40B4-BE49-F238E27FC236}">
                <a16:creationId xmlns:a16="http://schemas.microsoft.com/office/drawing/2014/main" id="{B2DD6B31-1A32-BC2B-78E7-8545D37E8095}"/>
              </a:ext>
            </a:extLst>
          </p:cNvPr>
          <p:cNvSpPr txBox="1">
            <a:spLocks/>
          </p:cNvSpPr>
          <p:nvPr/>
        </p:nvSpPr>
        <p:spPr>
          <a:xfrm>
            <a:off x="2352126" y="4081028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8" name="文本占位符 8">
            <a:extLst>
              <a:ext uri="{FF2B5EF4-FFF2-40B4-BE49-F238E27FC236}">
                <a16:creationId xmlns:a16="http://schemas.microsoft.com/office/drawing/2014/main" id="{756B3F03-A571-AB20-196C-242E8B7423A7}"/>
              </a:ext>
            </a:extLst>
          </p:cNvPr>
          <p:cNvSpPr txBox="1">
            <a:spLocks/>
          </p:cNvSpPr>
          <p:nvPr/>
        </p:nvSpPr>
        <p:spPr>
          <a:xfrm>
            <a:off x="2383309" y="5544828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A2C09D2B-B267-1955-791A-12B849D7BEE3}"/>
              </a:ext>
            </a:extLst>
          </p:cNvPr>
          <p:cNvSpPr/>
          <p:nvPr/>
        </p:nvSpPr>
        <p:spPr>
          <a:xfrm>
            <a:off x="710880" y="1317812"/>
            <a:ext cx="10770240" cy="5316070"/>
          </a:xfrm>
          <a:prstGeom prst="roundRect">
            <a:avLst>
              <a:gd name="adj" fmla="val 2094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lg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0" name="矩形: 对角圆角 59">
            <a:extLst>
              <a:ext uri="{FF2B5EF4-FFF2-40B4-BE49-F238E27FC236}">
                <a16:creationId xmlns:a16="http://schemas.microsoft.com/office/drawing/2014/main" id="{058A06A9-D315-7985-6EB1-BEA763EA29B8}"/>
              </a:ext>
            </a:extLst>
          </p:cNvPr>
          <p:cNvSpPr/>
          <p:nvPr/>
        </p:nvSpPr>
        <p:spPr>
          <a:xfrm>
            <a:off x="10634993" y="3519507"/>
            <a:ext cx="1311947" cy="514923"/>
          </a:xfrm>
          <a:prstGeom prst="round2DiagRect">
            <a:avLst/>
          </a:prstGeom>
          <a:solidFill>
            <a:srgbClr val="C00000"/>
          </a:solidFill>
          <a:ln w="12700" cap="flat" cmpd="sng" algn="ctr">
            <a:noFill/>
            <a:prstDash val="dash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前后端分离开发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C48FCDE2-05F3-2EB4-D67F-CF3F3B91C26F}"/>
              </a:ext>
            </a:extLst>
          </p:cNvPr>
          <p:cNvSpPr/>
          <p:nvPr/>
        </p:nvSpPr>
        <p:spPr>
          <a:xfrm>
            <a:off x="1196174" y="2705710"/>
            <a:ext cx="184464" cy="3393706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4" name="矩形: 对角圆角 63">
            <a:extLst>
              <a:ext uri="{FF2B5EF4-FFF2-40B4-BE49-F238E27FC236}">
                <a16:creationId xmlns:a16="http://schemas.microsoft.com/office/drawing/2014/main" id="{6C887F2D-E7F0-CC65-036A-C7327330584F}"/>
              </a:ext>
            </a:extLst>
          </p:cNvPr>
          <p:cNvSpPr/>
          <p:nvPr/>
        </p:nvSpPr>
        <p:spPr>
          <a:xfrm>
            <a:off x="3631439" y="2402503"/>
            <a:ext cx="914549" cy="294537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前端程序</a:t>
            </a:r>
          </a:p>
        </p:txBody>
      </p:sp>
      <p:sp>
        <p:nvSpPr>
          <p:cNvPr id="65" name="!!矩形: 对角圆角 42">
            <a:extLst>
              <a:ext uri="{FF2B5EF4-FFF2-40B4-BE49-F238E27FC236}">
                <a16:creationId xmlns:a16="http://schemas.microsoft.com/office/drawing/2014/main" id="{9A179F4B-A8B4-9F2F-31C9-B990C8795FFE}"/>
              </a:ext>
            </a:extLst>
          </p:cNvPr>
          <p:cNvSpPr/>
          <p:nvPr/>
        </p:nvSpPr>
        <p:spPr>
          <a:xfrm>
            <a:off x="6710767" y="2398431"/>
            <a:ext cx="914549" cy="294537"/>
          </a:xfrm>
          <a:prstGeom prst="round2DiagRect">
            <a:avLst/>
          </a:prstGeom>
          <a:solidFill>
            <a:srgbClr val="92D050"/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程序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7D55E0-AA35-6643-95FA-80389515CCFB}"/>
              </a:ext>
            </a:extLst>
          </p:cNvPr>
          <p:cNvSpPr/>
          <p:nvPr/>
        </p:nvSpPr>
        <p:spPr>
          <a:xfrm>
            <a:off x="9419880" y="2119279"/>
            <a:ext cx="1302106" cy="390617"/>
          </a:xfrm>
          <a:prstGeom prst="rect">
            <a:avLst/>
          </a:prstGeom>
          <a:solidFill>
            <a:srgbClr val="C78FFC"/>
          </a:solidFill>
          <a:ln w="9525" cap="flat" cmpd="sng" algn="ctr">
            <a:solidFill>
              <a:srgbClr val="C78FF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ea typeface="黑体"/>
                <a:cs typeface="阿里巴巴普惠体" panose="00020600040101010101" pitchFamily="18" charset="-122"/>
              </a:rPr>
              <a:t>数据库服务器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9BA13CE6-BE0E-2AAE-F88A-314CA80FB90D}"/>
              </a:ext>
            </a:extLst>
          </p:cNvPr>
          <p:cNvSpPr/>
          <p:nvPr/>
        </p:nvSpPr>
        <p:spPr>
          <a:xfrm>
            <a:off x="5750969" y="1442031"/>
            <a:ext cx="2706506" cy="5011606"/>
          </a:xfrm>
          <a:prstGeom prst="roundRect">
            <a:avLst>
              <a:gd name="adj" fmla="val 3135"/>
            </a:avLst>
          </a:prstGeom>
          <a:solidFill>
            <a:srgbClr val="7030A0">
              <a:alpha val="14902"/>
            </a:srgbClr>
          </a:solidFill>
          <a:ln w="3175" cap="flat" cmpd="sng" algn="ctr">
            <a:solidFill>
              <a:srgbClr val="5D2884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6A74B8F-C64D-F41C-C82C-CE9DA9A67C95}"/>
              </a:ext>
            </a:extLst>
          </p:cNvPr>
          <p:cNvSpPr/>
          <p:nvPr/>
        </p:nvSpPr>
        <p:spPr>
          <a:xfrm>
            <a:off x="2874046" y="1448087"/>
            <a:ext cx="2661724" cy="5002728"/>
          </a:xfrm>
          <a:prstGeom prst="roundRect">
            <a:avLst>
              <a:gd name="adj" fmla="val 2882"/>
            </a:avLst>
          </a:prstGeom>
          <a:solidFill>
            <a:srgbClr val="F79646">
              <a:lumMod val="75000"/>
              <a:alpha val="14902"/>
            </a:srgbClr>
          </a:solidFill>
          <a:ln w="3175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018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3" grpId="0" animBg="1"/>
      <p:bldP spid="6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网站的开发模式</a:t>
            </a:r>
          </a:p>
        </p:txBody>
      </p:sp>
      <p:sp>
        <p:nvSpPr>
          <p:cNvPr id="37" name="!!矩形: 圆角 24">
            <a:extLst>
              <a:ext uri="{FF2B5EF4-FFF2-40B4-BE49-F238E27FC236}">
                <a16:creationId xmlns:a16="http://schemas.microsoft.com/office/drawing/2014/main" id="{A7D3B001-902B-10EB-6CFE-B8669A54DEF4}"/>
              </a:ext>
            </a:extLst>
          </p:cNvPr>
          <p:cNvSpPr/>
          <p:nvPr/>
        </p:nvSpPr>
        <p:spPr>
          <a:xfrm>
            <a:off x="5782281" y="5300050"/>
            <a:ext cx="941869" cy="356938"/>
          </a:xfrm>
          <a:prstGeom prst="roundRect">
            <a:avLst/>
          </a:prstGeom>
          <a:solidFill>
            <a:srgbClr val="F79646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前端代码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1486091-FBD8-02CD-D1FF-1F06031B30B9}"/>
              </a:ext>
            </a:extLst>
          </p:cNvPr>
          <p:cNvSpPr/>
          <p:nvPr/>
        </p:nvSpPr>
        <p:spPr>
          <a:xfrm>
            <a:off x="5782281" y="3560950"/>
            <a:ext cx="961358" cy="356939"/>
          </a:xfrm>
          <a:prstGeom prst="roundRect">
            <a:avLst/>
          </a:prstGeom>
          <a:solidFill>
            <a:srgbClr val="BCE292"/>
          </a:solidFill>
          <a:ln w="25400" cap="flat" cmpd="sng" algn="ctr">
            <a:noFill/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9CC8CC8-19AF-F715-3FD1-390A38BF5856}"/>
              </a:ext>
            </a:extLst>
          </p:cNvPr>
          <p:cNvCxnSpPr>
            <a:cxnSpLocks/>
          </p:cNvCxnSpPr>
          <p:nvPr/>
        </p:nvCxnSpPr>
        <p:spPr>
          <a:xfrm flipH="1">
            <a:off x="5614120" y="2509895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A90157A9-9995-408D-D9A7-1C0CD924731C}"/>
              </a:ext>
            </a:extLst>
          </p:cNvPr>
          <p:cNvSpPr/>
          <p:nvPr/>
        </p:nvSpPr>
        <p:spPr>
          <a:xfrm>
            <a:off x="862566" y="2119280"/>
            <a:ext cx="866961" cy="390617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浏览器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4B07DC8-57CF-8A99-2EAD-B0D181943B77}"/>
              </a:ext>
            </a:extLst>
          </p:cNvPr>
          <p:cNvSpPr/>
          <p:nvPr/>
        </p:nvSpPr>
        <p:spPr>
          <a:xfrm>
            <a:off x="4983789" y="2119277"/>
            <a:ext cx="1302106" cy="3906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前端服务器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B320BE9-67A6-311B-70D0-F2A148458349}"/>
              </a:ext>
            </a:extLst>
          </p:cNvPr>
          <p:cNvSpPr/>
          <p:nvPr/>
        </p:nvSpPr>
        <p:spPr>
          <a:xfrm>
            <a:off x="9456627" y="2130047"/>
            <a:ext cx="1302106" cy="390617"/>
          </a:xfrm>
          <a:prstGeom prst="rect">
            <a:avLst/>
          </a:prstGeom>
          <a:solidFill>
            <a:srgbClr val="C78FFC"/>
          </a:solidFill>
          <a:ln w="9525" cap="flat" cmpd="sng" algn="ctr">
            <a:solidFill>
              <a:srgbClr val="C78FFC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数据库服务器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A2572A8-844B-C50B-9DB1-8F34BA72E63F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1296047" y="2509897"/>
            <a:ext cx="0" cy="3831239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4484ABB-08D2-2599-58FF-909D76A1BABA}"/>
              </a:ext>
            </a:extLst>
          </p:cNvPr>
          <p:cNvCxnSpPr>
            <a:cxnSpLocks/>
          </p:cNvCxnSpPr>
          <p:nvPr/>
        </p:nvCxnSpPr>
        <p:spPr>
          <a:xfrm flipH="1">
            <a:off x="10100354" y="2509896"/>
            <a:ext cx="1" cy="3831245"/>
          </a:xfrm>
          <a:prstGeom prst="line">
            <a:avLst/>
          </a:prstGeom>
          <a:noFill/>
          <a:ln w="19050" cap="flat" cmpd="sng" algn="ctr">
            <a:solidFill>
              <a:srgbClr val="4F81BD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8161289-8796-31F7-61A8-AED61FEBF5FE}"/>
              </a:ext>
            </a:extLst>
          </p:cNvPr>
          <p:cNvCxnSpPr>
            <a:cxnSpLocks/>
          </p:cNvCxnSpPr>
          <p:nvPr/>
        </p:nvCxnSpPr>
        <p:spPr>
          <a:xfrm>
            <a:off x="1392031" y="3111561"/>
            <a:ext cx="4128285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CCC3E39-FD57-89D5-567B-B4AD8346105D}"/>
              </a:ext>
            </a:extLst>
          </p:cNvPr>
          <p:cNvCxnSpPr>
            <a:cxnSpLocks/>
          </p:cNvCxnSpPr>
          <p:nvPr/>
        </p:nvCxnSpPr>
        <p:spPr>
          <a:xfrm flipH="1">
            <a:off x="1380638" y="5565863"/>
            <a:ext cx="4128285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47" name="文本占位符 8">
            <a:extLst>
              <a:ext uri="{FF2B5EF4-FFF2-40B4-BE49-F238E27FC236}">
                <a16:creationId xmlns:a16="http://schemas.microsoft.com/office/drawing/2014/main" id="{7D2D6F95-26EF-A4FF-F24D-C6D4EA0C736E}"/>
              </a:ext>
            </a:extLst>
          </p:cNvPr>
          <p:cNvSpPr txBox="1">
            <a:spLocks/>
          </p:cNvSpPr>
          <p:nvPr/>
        </p:nvSpPr>
        <p:spPr>
          <a:xfrm>
            <a:off x="3033248" y="2736037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8" name="users_94970">
            <a:extLst>
              <a:ext uri="{FF2B5EF4-FFF2-40B4-BE49-F238E27FC236}">
                <a16:creationId xmlns:a16="http://schemas.microsoft.com/office/drawing/2014/main" id="{80B93B97-D386-9438-E1C1-50DF009212A1}"/>
              </a:ext>
            </a:extLst>
          </p:cNvPr>
          <p:cNvSpPr/>
          <p:nvPr/>
        </p:nvSpPr>
        <p:spPr>
          <a:xfrm>
            <a:off x="1016746" y="1480768"/>
            <a:ext cx="531609" cy="475613"/>
          </a:xfrm>
          <a:custGeom>
            <a:avLst/>
            <a:gdLst>
              <a:gd name="connsiteX0" fmla="*/ 60025 w 605236"/>
              <a:gd name="connsiteY0" fmla="*/ 344571 h 595643"/>
              <a:gd name="connsiteX1" fmla="*/ 290527 w 605236"/>
              <a:gd name="connsiteY1" fmla="*/ 344571 h 595643"/>
              <a:gd name="connsiteX2" fmla="*/ 329370 w 605236"/>
              <a:gd name="connsiteY2" fmla="*/ 376465 h 595643"/>
              <a:gd name="connsiteX3" fmla="*/ 349814 w 605236"/>
              <a:gd name="connsiteY3" fmla="*/ 479931 h 595643"/>
              <a:gd name="connsiteX4" fmla="*/ 331031 w 605236"/>
              <a:gd name="connsiteY4" fmla="*/ 528793 h 595643"/>
              <a:gd name="connsiteX5" fmla="*/ 175276 w 605236"/>
              <a:gd name="connsiteY5" fmla="*/ 595643 h 595643"/>
              <a:gd name="connsiteX6" fmla="*/ 19393 w 605236"/>
              <a:gd name="connsiteY6" fmla="*/ 528793 h 595643"/>
              <a:gd name="connsiteX7" fmla="*/ 738 w 605236"/>
              <a:gd name="connsiteY7" fmla="*/ 479931 h 595643"/>
              <a:gd name="connsiteX8" fmla="*/ 21182 w 605236"/>
              <a:gd name="connsiteY8" fmla="*/ 376465 h 595643"/>
              <a:gd name="connsiteX9" fmla="*/ 60025 w 605236"/>
              <a:gd name="connsiteY9" fmla="*/ 344571 h 595643"/>
              <a:gd name="connsiteX10" fmla="*/ 357987 w 605236"/>
              <a:gd name="connsiteY10" fmla="*/ 252695 h 595643"/>
              <a:gd name="connsiteX11" fmla="*/ 553093 w 605236"/>
              <a:gd name="connsiteY11" fmla="*/ 252695 h 595643"/>
              <a:gd name="connsiteX12" fmla="*/ 587208 w 605236"/>
              <a:gd name="connsiteY12" fmla="*/ 280762 h 595643"/>
              <a:gd name="connsiteX13" fmla="*/ 604585 w 605236"/>
              <a:gd name="connsiteY13" fmla="*/ 368409 h 595643"/>
              <a:gd name="connsiteX14" fmla="*/ 588231 w 605236"/>
              <a:gd name="connsiteY14" fmla="*/ 411020 h 595643"/>
              <a:gd name="connsiteX15" fmla="*/ 455476 w 605236"/>
              <a:gd name="connsiteY15" fmla="*/ 467920 h 595643"/>
              <a:gd name="connsiteX16" fmla="*/ 402323 w 605236"/>
              <a:gd name="connsiteY16" fmla="*/ 455928 h 595643"/>
              <a:gd name="connsiteX17" fmla="*/ 388524 w 605236"/>
              <a:gd name="connsiteY17" fmla="*/ 440618 h 595643"/>
              <a:gd name="connsiteX18" fmla="*/ 388269 w 605236"/>
              <a:gd name="connsiteY18" fmla="*/ 439725 h 595643"/>
              <a:gd name="connsiteX19" fmla="*/ 371403 w 605236"/>
              <a:gd name="connsiteY19" fmla="*/ 354503 h 595643"/>
              <a:gd name="connsiteX20" fmla="*/ 334732 w 605236"/>
              <a:gd name="connsiteY20" fmla="*/ 308064 h 595643"/>
              <a:gd name="connsiteX21" fmla="*/ 322722 w 605236"/>
              <a:gd name="connsiteY21" fmla="*/ 290458 h 595643"/>
              <a:gd name="connsiteX22" fmla="*/ 322722 w 605236"/>
              <a:gd name="connsiteY22" fmla="*/ 289693 h 595643"/>
              <a:gd name="connsiteX23" fmla="*/ 324127 w 605236"/>
              <a:gd name="connsiteY23" fmla="*/ 280762 h 595643"/>
              <a:gd name="connsiteX24" fmla="*/ 357987 w 605236"/>
              <a:gd name="connsiteY24" fmla="*/ 252695 h 595643"/>
              <a:gd name="connsiteX25" fmla="*/ 175276 w 605236"/>
              <a:gd name="connsiteY25" fmla="*/ 50313 h 595643"/>
              <a:gd name="connsiteX26" fmla="*/ 303670 w 605236"/>
              <a:gd name="connsiteY26" fmla="*/ 178531 h 595643"/>
              <a:gd name="connsiteX27" fmla="*/ 175276 w 605236"/>
              <a:gd name="connsiteY27" fmla="*/ 306749 h 595643"/>
              <a:gd name="connsiteX28" fmla="*/ 46882 w 605236"/>
              <a:gd name="connsiteY28" fmla="*/ 178531 h 595643"/>
              <a:gd name="connsiteX29" fmla="*/ 175276 w 605236"/>
              <a:gd name="connsiteY29" fmla="*/ 50313 h 595643"/>
              <a:gd name="connsiteX30" fmla="*/ 455527 w 605236"/>
              <a:gd name="connsiteY30" fmla="*/ 0 h 595643"/>
              <a:gd name="connsiteX31" fmla="*/ 562928 w 605236"/>
              <a:gd name="connsiteY31" fmla="*/ 107260 h 595643"/>
              <a:gd name="connsiteX32" fmla="*/ 455527 w 605236"/>
              <a:gd name="connsiteY32" fmla="*/ 214520 h 595643"/>
              <a:gd name="connsiteX33" fmla="*/ 348126 w 605236"/>
              <a:gd name="connsiteY33" fmla="*/ 107260 h 595643"/>
              <a:gd name="connsiteX34" fmla="*/ 455527 w 605236"/>
              <a:gd name="connsiteY34" fmla="*/ 0 h 595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5236" h="595643">
                <a:moveTo>
                  <a:pt x="60025" y="344571"/>
                </a:moveTo>
                <a:lnTo>
                  <a:pt x="290527" y="344571"/>
                </a:lnTo>
                <a:cubicBezTo>
                  <a:pt x="308671" y="344571"/>
                  <a:pt x="325793" y="358605"/>
                  <a:pt x="329370" y="376465"/>
                </a:cubicBezTo>
                <a:lnTo>
                  <a:pt x="349814" y="479931"/>
                </a:lnTo>
                <a:cubicBezTo>
                  <a:pt x="353136" y="496898"/>
                  <a:pt x="344959" y="518331"/>
                  <a:pt x="331031" y="528793"/>
                </a:cubicBezTo>
                <a:cubicBezTo>
                  <a:pt x="327454" y="531472"/>
                  <a:pt x="241079" y="595643"/>
                  <a:pt x="175276" y="595643"/>
                </a:cubicBezTo>
                <a:cubicBezTo>
                  <a:pt x="109473" y="595643"/>
                  <a:pt x="23098" y="531472"/>
                  <a:pt x="19393" y="528793"/>
                </a:cubicBezTo>
                <a:cubicBezTo>
                  <a:pt x="5593" y="518331"/>
                  <a:pt x="-2584" y="496898"/>
                  <a:pt x="738" y="479931"/>
                </a:cubicBezTo>
                <a:lnTo>
                  <a:pt x="21182" y="376465"/>
                </a:lnTo>
                <a:cubicBezTo>
                  <a:pt x="24759" y="358605"/>
                  <a:pt x="41753" y="344571"/>
                  <a:pt x="60025" y="344571"/>
                </a:cubicBezTo>
                <a:close/>
                <a:moveTo>
                  <a:pt x="357987" y="252695"/>
                </a:moveTo>
                <a:lnTo>
                  <a:pt x="553093" y="252695"/>
                </a:lnTo>
                <a:cubicBezTo>
                  <a:pt x="569065" y="252695"/>
                  <a:pt x="584142" y="265070"/>
                  <a:pt x="587208" y="280762"/>
                </a:cubicBezTo>
                <a:lnTo>
                  <a:pt x="604585" y="368409"/>
                </a:lnTo>
                <a:cubicBezTo>
                  <a:pt x="607524" y="383208"/>
                  <a:pt x="600241" y="401834"/>
                  <a:pt x="588231" y="411020"/>
                </a:cubicBezTo>
                <a:cubicBezTo>
                  <a:pt x="585164" y="413316"/>
                  <a:pt x="511696" y="467920"/>
                  <a:pt x="455476" y="467920"/>
                </a:cubicBezTo>
                <a:cubicBezTo>
                  <a:pt x="440272" y="467920"/>
                  <a:pt x="422384" y="463838"/>
                  <a:pt x="402323" y="455928"/>
                </a:cubicBezTo>
                <a:cubicBezTo>
                  <a:pt x="395679" y="453249"/>
                  <a:pt x="390824" y="447890"/>
                  <a:pt x="388524" y="440618"/>
                </a:cubicBezTo>
                <a:lnTo>
                  <a:pt x="388269" y="439725"/>
                </a:lnTo>
                <a:lnTo>
                  <a:pt x="371403" y="354503"/>
                </a:lnTo>
                <a:cubicBezTo>
                  <a:pt x="367697" y="335621"/>
                  <a:pt x="354537" y="318653"/>
                  <a:pt x="334732" y="308064"/>
                </a:cubicBezTo>
                <a:cubicBezTo>
                  <a:pt x="322722" y="301685"/>
                  <a:pt x="322722" y="291607"/>
                  <a:pt x="322722" y="290458"/>
                </a:cubicBezTo>
                <a:lnTo>
                  <a:pt x="322722" y="289693"/>
                </a:lnTo>
                <a:lnTo>
                  <a:pt x="324127" y="280762"/>
                </a:lnTo>
                <a:cubicBezTo>
                  <a:pt x="327194" y="265070"/>
                  <a:pt x="341888" y="252695"/>
                  <a:pt x="357987" y="252695"/>
                </a:cubicBezTo>
                <a:close/>
                <a:moveTo>
                  <a:pt x="175276" y="50313"/>
                </a:moveTo>
                <a:cubicBezTo>
                  <a:pt x="246186" y="50313"/>
                  <a:pt x="303670" y="107718"/>
                  <a:pt x="303670" y="178531"/>
                </a:cubicBezTo>
                <a:cubicBezTo>
                  <a:pt x="303670" y="249344"/>
                  <a:pt x="246186" y="306749"/>
                  <a:pt x="175276" y="306749"/>
                </a:cubicBezTo>
                <a:cubicBezTo>
                  <a:pt x="104366" y="306749"/>
                  <a:pt x="46882" y="249344"/>
                  <a:pt x="46882" y="178531"/>
                </a:cubicBezTo>
                <a:cubicBezTo>
                  <a:pt x="46882" y="107718"/>
                  <a:pt x="104366" y="50313"/>
                  <a:pt x="175276" y="50313"/>
                </a:cubicBezTo>
                <a:close/>
                <a:moveTo>
                  <a:pt x="455527" y="0"/>
                </a:moveTo>
                <a:cubicBezTo>
                  <a:pt x="514843" y="0"/>
                  <a:pt x="562928" y="48022"/>
                  <a:pt x="562928" y="107260"/>
                </a:cubicBezTo>
                <a:cubicBezTo>
                  <a:pt x="562928" y="166498"/>
                  <a:pt x="514843" y="214520"/>
                  <a:pt x="455527" y="214520"/>
                </a:cubicBezTo>
                <a:cubicBezTo>
                  <a:pt x="396211" y="214520"/>
                  <a:pt x="348126" y="166498"/>
                  <a:pt x="348126" y="107260"/>
                </a:cubicBezTo>
                <a:cubicBezTo>
                  <a:pt x="348126" y="48022"/>
                  <a:pt x="396211" y="0"/>
                  <a:pt x="455527" y="0"/>
                </a:cubicBez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906E88A-63FB-F055-5C71-45EC40C902EA}"/>
              </a:ext>
            </a:extLst>
          </p:cNvPr>
          <p:cNvSpPr/>
          <p:nvPr/>
        </p:nvSpPr>
        <p:spPr>
          <a:xfrm>
            <a:off x="5528589" y="2933384"/>
            <a:ext cx="197744" cy="1481300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0D3C406C-4DC5-EB72-BC93-8A42678AA8F7}"/>
              </a:ext>
            </a:extLst>
          </p:cNvPr>
          <p:cNvSpPr/>
          <p:nvPr/>
        </p:nvSpPr>
        <p:spPr>
          <a:xfrm>
            <a:off x="10008121" y="3207389"/>
            <a:ext cx="197743" cy="1135616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40A37D2A-58CD-A11A-516F-F1EB45BF97C9}"/>
              </a:ext>
            </a:extLst>
          </p:cNvPr>
          <p:cNvCxnSpPr>
            <a:cxnSpLocks/>
          </p:cNvCxnSpPr>
          <p:nvPr/>
        </p:nvCxnSpPr>
        <p:spPr>
          <a:xfrm>
            <a:off x="5726138" y="3429000"/>
            <a:ext cx="4281984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8E04050-A9C1-1020-C5D8-82F0F9F85FE4}"/>
              </a:ext>
            </a:extLst>
          </p:cNvPr>
          <p:cNvCxnSpPr>
            <a:cxnSpLocks/>
          </p:cNvCxnSpPr>
          <p:nvPr/>
        </p:nvCxnSpPr>
        <p:spPr>
          <a:xfrm flipH="1">
            <a:off x="5726138" y="3975438"/>
            <a:ext cx="4281983" cy="0"/>
          </a:xfrm>
          <a:prstGeom prst="straightConnector1">
            <a:avLst/>
          </a:prstGeom>
          <a:noFill/>
          <a:ln w="19050" cap="flat" cmpd="sng" algn="ctr">
            <a:solidFill>
              <a:srgbClr val="4F81BD"/>
            </a:solidFill>
            <a:prstDash val="sysDash"/>
            <a:tailEnd type="triangle"/>
          </a:ln>
          <a:effectLst/>
        </p:spPr>
      </p:cxnSp>
      <p:sp>
        <p:nvSpPr>
          <p:cNvPr id="53" name="文本占位符 8">
            <a:extLst>
              <a:ext uri="{FF2B5EF4-FFF2-40B4-BE49-F238E27FC236}">
                <a16:creationId xmlns:a16="http://schemas.microsoft.com/office/drawing/2014/main" id="{A36B7A58-22C8-61FA-3413-1137C6B6501E}"/>
              </a:ext>
            </a:extLst>
          </p:cNvPr>
          <p:cNvSpPr txBox="1">
            <a:spLocks/>
          </p:cNvSpPr>
          <p:nvPr/>
        </p:nvSpPr>
        <p:spPr>
          <a:xfrm>
            <a:off x="7797482" y="3076352"/>
            <a:ext cx="556003" cy="356769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4" name="文本占位符 8">
            <a:extLst>
              <a:ext uri="{FF2B5EF4-FFF2-40B4-BE49-F238E27FC236}">
                <a16:creationId xmlns:a16="http://schemas.microsoft.com/office/drawing/2014/main" id="{AEDD653A-2E2A-8314-F785-C2B1B9A09F70}"/>
              </a:ext>
            </a:extLst>
          </p:cNvPr>
          <p:cNvSpPr txBox="1">
            <a:spLocks/>
          </p:cNvSpPr>
          <p:nvPr/>
        </p:nvSpPr>
        <p:spPr>
          <a:xfrm>
            <a:off x="7797482" y="3927074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5" name="文本占位符 8">
            <a:extLst>
              <a:ext uri="{FF2B5EF4-FFF2-40B4-BE49-F238E27FC236}">
                <a16:creationId xmlns:a16="http://schemas.microsoft.com/office/drawing/2014/main" id="{5C270AB2-BB50-18B2-D565-95B0C3CD6399}"/>
              </a:ext>
            </a:extLst>
          </p:cNvPr>
          <p:cNvSpPr txBox="1">
            <a:spLocks/>
          </p:cNvSpPr>
          <p:nvPr/>
        </p:nvSpPr>
        <p:spPr>
          <a:xfrm>
            <a:off x="3031493" y="5504575"/>
            <a:ext cx="615745" cy="356938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响应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08CFBDB-FABE-612A-0BB2-B77279A0EA8E}"/>
              </a:ext>
            </a:extLst>
          </p:cNvPr>
          <p:cNvSpPr/>
          <p:nvPr/>
        </p:nvSpPr>
        <p:spPr>
          <a:xfrm>
            <a:off x="1196174" y="2705710"/>
            <a:ext cx="184464" cy="3393706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D10D8AB-A74E-3BDD-F27C-3B8116A6E653}"/>
              </a:ext>
            </a:extLst>
          </p:cNvPr>
          <p:cNvSpPr/>
          <p:nvPr/>
        </p:nvSpPr>
        <p:spPr>
          <a:xfrm>
            <a:off x="4814209" y="2119278"/>
            <a:ext cx="1624119" cy="390617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后端服务器</a:t>
            </a:r>
          </a:p>
        </p:txBody>
      </p:sp>
      <p:sp>
        <p:nvSpPr>
          <p:cNvPr id="58" name="矩形: 对角圆角 57">
            <a:extLst>
              <a:ext uri="{FF2B5EF4-FFF2-40B4-BE49-F238E27FC236}">
                <a16:creationId xmlns:a16="http://schemas.microsoft.com/office/drawing/2014/main" id="{3B678248-F4FF-2398-768F-11789516655F}"/>
              </a:ext>
            </a:extLst>
          </p:cNvPr>
          <p:cNvSpPr/>
          <p:nvPr/>
        </p:nvSpPr>
        <p:spPr>
          <a:xfrm>
            <a:off x="5170010" y="2461988"/>
            <a:ext cx="888219" cy="254488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 w="635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前端程序</a:t>
            </a:r>
          </a:p>
        </p:txBody>
      </p:sp>
      <p:sp>
        <p:nvSpPr>
          <p:cNvPr id="59" name="!!矩形: 对角圆角 42">
            <a:extLst>
              <a:ext uri="{FF2B5EF4-FFF2-40B4-BE49-F238E27FC236}">
                <a16:creationId xmlns:a16="http://schemas.microsoft.com/office/drawing/2014/main" id="{D7734584-E7F4-3193-FA11-978A1F6C14D5}"/>
              </a:ext>
            </a:extLst>
          </p:cNvPr>
          <p:cNvSpPr/>
          <p:nvPr/>
        </p:nvSpPr>
        <p:spPr>
          <a:xfrm>
            <a:off x="5027466" y="2433443"/>
            <a:ext cx="1173308" cy="313871"/>
          </a:xfrm>
          <a:prstGeom prst="round2DiagRect">
            <a:avLst/>
          </a:prstGeom>
          <a:solidFill>
            <a:srgbClr val="92D050"/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前端</a:t>
            </a: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+Java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rPr>
              <a:t>程序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07D81CA-8706-05A5-146A-639D874B74BD}"/>
              </a:ext>
            </a:extLst>
          </p:cNvPr>
          <p:cNvSpPr/>
          <p:nvPr/>
        </p:nvSpPr>
        <p:spPr>
          <a:xfrm>
            <a:off x="5531906" y="4900058"/>
            <a:ext cx="197743" cy="1135616"/>
          </a:xfrm>
          <a:prstGeom prst="roundRect">
            <a:avLst/>
          </a:prstGeom>
          <a:solidFill>
            <a:srgbClr val="F9F9F9"/>
          </a:solidFill>
          <a:ln w="1905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E4C7570-44C0-C7B2-8B6E-5563D418C05B}"/>
              </a:ext>
            </a:extLst>
          </p:cNvPr>
          <p:cNvGrpSpPr/>
          <p:nvPr/>
        </p:nvGrpSpPr>
        <p:grpSpPr>
          <a:xfrm>
            <a:off x="5734081" y="4264346"/>
            <a:ext cx="415118" cy="951268"/>
            <a:chOff x="10128980" y="4948846"/>
            <a:chExt cx="401581" cy="355045"/>
          </a:xfrm>
          <a:effectLst/>
        </p:grpSpPr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40FED7B-48F4-FFAC-2896-0FDFF07141AB}"/>
                </a:ext>
              </a:extLst>
            </p:cNvPr>
            <p:cNvCxnSpPr>
              <a:cxnSpLocks/>
            </p:cNvCxnSpPr>
            <p:nvPr/>
          </p:nvCxnSpPr>
          <p:spPr>
            <a:xfrm>
              <a:off x="10128980" y="4954397"/>
              <a:ext cx="401581" cy="0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</a:ln>
            <a:effectLst/>
          </p:spPr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6F96584-ECEB-DF40-7465-7E62E9FC3CCB}"/>
                </a:ext>
              </a:extLst>
            </p:cNvPr>
            <p:cNvCxnSpPr>
              <a:cxnSpLocks/>
            </p:cNvCxnSpPr>
            <p:nvPr/>
          </p:nvCxnSpPr>
          <p:spPr>
            <a:xfrm>
              <a:off x="10530561" y="4948846"/>
              <a:ext cx="0" cy="355045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</a:ln>
            <a:effectLst/>
          </p:spPr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15076C4D-2978-6C69-DA6B-A390152A64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9140" y="5303891"/>
              <a:ext cx="39142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  <a:tailEnd type="triangle"/>
            </a:ln>
            <a:effectLst/>
          </p:spPr>
        </p:cxnSp>
      </p:grpSp>
      <p:sp>
        <p:nvSpPr>
          <p:cNvPr id="65" name="!!矩形: 圆角 24">
            <a:extLst>
              <a:ext uri="{FF2B5EF4-FFF2-40B4-BE49-F238E27FC236}">
                <a16:creationId xmlns:a16="http://schemas.microsoft.com/office/drawing/2014/main" id="{779D712D-2626-04CE-00E9-09D039D7CD3E}"/>
              </a:ext>
            </a:extLst>
          </p:cNvPr>
          <p:cNvSpPr/>
          <p:nvPr/>
        </p:nvSpPr>
        <p:spPr>
          <a:xfrm>
            <a:off x="1449558" y="4941863"/>
            <a:ext cx="1074465" cy="497480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6200000" scaled="1"/>
            <a:tileRect/>
          </a:gradFill>
          <a:ln w="25400" cap="flat" cmpd="sng" algn="ctr">
            <a:noFill/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页面代码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含数据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E4AD16A1-29EE-891D-420A-EE53EB7B0379}"/>
              </a:ext>
            </a:extLst>
          </p:cNvPr>
          <p:cNvSpPr/>
          <p:nvPr/>
        </p:nvSpPr>
        <p:spPr>
          <a:xfrm>
            <a:off x="710880" y="1292136"/>
            <a:ext cx="10770240" cy="5332782"/>
          </a:xfrm>
          <a:prstGeom prst="roundRect">
            <a:avLst>
              <a:gd name="adj" fmla="val 2094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lg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7" name="矩形: 对角圆角 66">
            <a:extLst>
              <a:ext uri="{FF2B5EF4-FFF2-40B4-BE49-F238E27FC236}">
                <a16:creationId xmlns:a16="http://schemas.microsoft.com/office/drawing/2014/main" id="{9C53FCE0-16A1-269D-18C4-FED29050B39C}"/>
              </a:ext>
            </a:extLst>
          </p:cNvPr>
          <p:cNvSpPr/>
          <p:nvPr/>
        </p:nvSpPr>
        <p:spPr>
          <a:xfrm>
            <a:off x="10634993" y="3519507"/>
            <a:ext cx="1311947" cy="514923"/>
          </a:xfrm>
          <a:prstGeom prst="round2DiagRect">
            <a:avLst/>
          </a:prstGeom>
          <a:solidFill>
            <a:srgbClr val="C00000"/>
          </a:solidFill>
          <a:ln w="12700" cap="flat" cmpd="sng" algn="ctr">
            <a:noFill/>
            <a:prstDash val="dash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rPr>
              <a:t>混合开发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296BC60-8E43-80C2-404B-3C55F19BDAA2}"/>
              </a:ext>
            </a:extLst>
          </p:cNvPr>
          <p:cNvSpPr/>
          <p:nvPr/>
        </p:nvSpPr>
        <p:spPr>
          <a:xfrm>
            <a:off x="4358288" y="1447445"/>
            <a:ext cx="2898503" cy="5002728"/>
          </a:xfrm>
          <a:prstGeom prst="roundRect">
            <a:avLst>
              <a:gd name="adj" fmla="val 2882"/>
            </a:avLst>
          </a:prstGeom>
          <a:solidFill>
            <a:srgbClr val="F79646">
              <a:lumMod val="75000"/>
              <a:alpha val="14902"/>
            </a:srgbClr>
          </a:solidFill>
          <a:ln w="3175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B0ED793-F074-1B04-92F3-0178CDB01530}"/>
              </a:ext>
            </a:extLst>
          </p:cNvPr>
          <p:cNvSpPr/>
          <p:nvPr/>
        </p:nvSpPr>
        <p:spPr>
          <a:xfrm>
            <a:off x="4357288" y="1443466"/>
            <a:ext cx="2898503" cy="5002728"/>
          </a:xfrm>
          <a:prstGeom prst="roundRect">
            <a:avLst>
              <a:gd name="adj" fmla="val 3135"/>
            </a:avLst>
          </a:prstGeom>
          <a:solidFill>
            <a:srgbClr val="7030A0">
              <a:alpha val="14902"/>
            </a:srgbClr>
          </a:solidFill>
          <a:ln w="3175" cap="flat" cmpd="sng" algn="ctr">
            <a:solidFill>
              <a:srgbClr val="5D2884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916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11111E-6 L -0.34883 0.2129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48" y="1064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59259E-6 L -0.34805 -0.04074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09" y="-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8" grpId="0" animBg="1"/>
      <p:bldP spid="38" grpId="1" animBg="1"/>
      <p:bldP spid="41" grpId="0" animBg="1"/>
      <p:bldP spid="58" grpId="0" animBg="1"/>
      <p:bldP spid="65" grpId="0" animBg="1"/>
      <p:bldP spid="66" grpId="0" animBg="1"/>
      <p:bldP spid="6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组合 96">
            <a:extLst>
              <a:ext uri="{FF2B5EF4-FFF2-40B4-BE49-F238E27FC236}">
                <a16:creationId xmlns:a16="http://schemas.microsoft.com/office/drawing/2014/main" id="{9BD8FDE7-9861-69F2-1D7D-CB36DE58EA77}"/>
              </a:ext>
            </a:extLst>
          </p:cNvPr>
          <p:cNvGrpSpPr/>
          <p:nvPr/>
        </p:nvGrpSpPr>
        <p:grpSpPr>
          <a:xfrm>
            <a:off x="710880" y="1387840"/>
            <a:ext cx="11018819" cy="5173343"/>
            <a:chOff x="74710" y="2135709"/>
            <a:chExt cx="11018819" cy="5173343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B6A18F8A-653A-F257-3908-ADA866F1ED30}"/>
                </a:ext>
              </a:extLst>
            </p:cNvPr>
            <p:cNvSpPr/>
            <p:nvPr/>
          </p:nvSpPr>
          <p:spPr>
            <a:xfrm>
              <a:off x="74710" y="2135709"/>
              <a:ext cx="11018819" cy="5170628"/>
            </a:xfrm>
            <a:prstGeom prst="roundRect">
              <a:avLst>
                <a:gd name="adj" fmla="val 2279"/>
              </a:avLst>
            </a:prstGeom>
            <a:solidFill>
              <a:srgbClr val="E46C0A">
                <a:alpha val="10196"/>
              </a:srgbClr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lgDas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sp>
          <p:nvSpPr>
            <p:cNvPr id="99" name="矩形: 对角圆角 98">
              <a:extLst>
                <a:ext uri="{FF2B5EF4-FFF2-40B4-BE49-F238E27FC236}">
                  <a16:creationId xmlns:a16="http://schemas.microsoft.com/office/drawing/2014/main" id="{D4DF1F50-7BE6-8989-D499-9374F69897EB}"/>
                </a:ext>
              </a:extLst>
            </p:cNvPr>
            <p:cNvSpPr/>
            <p:nvPr/>
          </p:nvSpPr>
          <p:spPr>
            <a:xfrm>
              <a:off x="9764873" y="6890097"/>
              <a:ext cx="1328656" cy="418955"/>
            </a:xfrm>
            <a:prstGeom prst="round2DiagRect">
              <a:avLst/>
            </a:prstGeom>
            <a:solidFill>
              <a:srgbClr val="C00000"/>
            </a:solidFill>
            <a:ln w="12700" cap="flat" cmpd="sng" algn="ctr">
              <a:noFill/>
              <a:prstDash val="dash"/>
            </a:ln>
            <a:effectLst/>
          </p:spPr>
          <p:txBody>
            <a:bodyPr lIns="0" t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前后端分离开发</a:t>
              </a:r>
            </a:p>
          </p:txBody>
        </p:sp>
      </p:grpSp>
      <p:sp>
        <p:nvSpPr>
          <p:cNvPr id="2" name="!!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网站的工作流程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218DFFFB-7467-8086-F4A5-C79874C47D74}"/>
              </a:ext>
            </a:extLst>
          </p:cNvPr>
          <p:cNvGrpSpPr/>
          <p:nvPr/>
        </p:nvGrpSpPr>
        <p:grpSpPr>
          <a:xfrm>
            <a:off x="848897" y="1576707"/>
            <a:ext cx="10698799" cy="4883087"/>
            <a:chOff x="1149437" y="1478384"/>
            <a:chExt cx="7886408" cy="2474223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418992E-3BF1-E62C-08AE-20203361A6CE}"/>
                </a:ext>
              </a:extLst>
            </p:cNvPr>
            <p:cNvSpPr/>
            <p:nvPr/>
          </p:nvSpPr>
          <p:spPr>
            <a:xfrm>
              <a:off x="1149437" y="1803425"/>
              <a:ext cx="691691" cy="198848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浏览器</a:t>
              </a: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BE9F23FB-62FC-A126-A7A2-849A9BCF0E5E}"/>
                </a:ext>
              </a:extLst>
            </p:cNvPr>
            <p:cNvSpPr/>
            <p:nvPr/>
          </p:nvSpPr>
          <p:spPr>
            <a:xfrm>
              <a:off x="3189742" y="1803424"/>
              <a:ext cx="1038864" cy="1988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前端服务器</a:t>
              </a: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A7FEF41C-8E62-92FD-2A63-E141F8A9C548}"/>
                </a:ext>
              </a:extLst>
            </p:cNvPr>
            <p:cNvSpPr/>
            <p:nvPr/>
          </p:nvSpPr>
          <p:spPr>
            <a:xfrm>
              <a:off x="5673580" y="1803424"/>
              <a:ext cx="1038864" cy="198848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后端服务器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D21EB22A-0CEC-267F-8A12-660A3FA8EE7C}"/>
                </a:ext>
              </a:extLst>
            </p:cNvPr>
            <p:cNvSpPr/>
            <p:nvPr/>
          </p:nvSpPr>
          <p:spPr>
            <a:xfrm>
              <a:off x="7996981" y="1803424"/>
              <a:ext cx="1038864" cy="198848"/>
            </a:xfrm>
            <a:prstGeom prst="rect">
              <a:avLst/>
            </a:prstGeom>
            <a:solidFill>
              <a:srgbClr val="C78FFC"/>
            </a:solidFill>
            <a:ln w="9525" cap="flat" cmpd="sng" algn="ctr">
              <a:solidFill>
                <a:srgbClr val="C78FFC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数据库服务器</a:t>
              </a: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FFAFE87B-E887-1B3F-5A4C-42504FAB6881}"/>
                </a:ext>
              </a:extLst>
            </p:cNvPr>
            <p:cNvCxnSpPr>
              <a:cxnSpLocks/>
              <a:stCxn id="70" idx="2"/>
            </p:cNvCxnSpPr>
            <p:nvPr/>
          </p:nvCxnSpPr>
          <p:spPr>
            <a:xfrm>
              <a:off x="1495282" y="2002272"/>
              <a:ext cx="0" cy="1950332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DC9A4DEA-DE26-92DE-BCD7-9B5FD7FAB9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6585" y="2002271"/>
              <a:ext cx="1" cy="1950335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9446FED1-5F6A-7F7A-4986-AEECA2530A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404" y="2002272"/>
              <a:ext cx="1" cy="1950335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399BA18-2FB1-D14F-717A-D50BA368A425}"/>
                </a:ext>
              </a:extLst>
            </p:cNvPr>
            <p:cNvCxnSpPr>
              <a:cxnSpLocks/>
            </p:cNvCxnSpPr>
            <p:nvPr/>
          </p:nvCxnSpPr>
          <p:spPr>
            <a:xfrm>
              <a:off x="8519659" y="2002272"/>
              <a:ext cx="0" cy="1744560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20AEC62F-6223-DC11-25B4-609164F5465C}"/>
                </a:ext>
              </a:extLst>
            </p:cNvPr>
            <p:cNvCxnSpPr>
              <a:cxnSpLocks/>
            </p:cNvCxnSpPr>
            <p:nvPr/>
          </p:nvCxnSpPr>
          <p:spPr>
            <a:xfrm>
              <a:off x="1562773" y="2303074"/>
              <a:ext cx="208109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  <a:tailEnd type="triangle"/>
            </a:ln>
            <a:effectLst/>
          </p:spPr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797CED9C-8D3D-8B53-9082-8354DE76A3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4953" y="2507137"/>
              <a:ext cx="208109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ysDash"/>
              <a:tailEnd type="triangle"/>
            </a:ln>
            <a:effectLst/>
          </p:spPr>
        </p:cxnSp>
        <p:sp>
          <p:nvSpPr>
            <p:cNvPr id="80" name="文本占位符 8">
              <a:extLst>
                <a:ext uri="{FF2B5EF4-FFF2-40B4-BE49-F238E27FC236}">
                  <a16:creationId xmlns:a16="http://schemas.microsoft.com/office/drawing/2014/main" id="{F10C40E9-5B60-35A1-505C-7233EFB9B36B}"/>
                </a:ext>
              </a:extLst>
            </p:cNvPr>
            <p:cNvSpPr txBox="1">
              <a:spLocks/>
            </p:cNvSpPr>
            <p:nvPr/>
          </p:nvSpPr>
          <p:spPr>
            <a:xfrm>
              <a:off x="2382856" y="2119263"/>
              <a:ext cx="443599" cy="181617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1" name="文本占位符 8">
              <a:extLst>
                <a:ext uri="{FF2B5EF4-FFF2-40B4-BE49-F238E27FC236}">
                  <a16:creationId xmlns:a16="http://schemas.microsoft.com/office/drawing/2014/main" id="{A8595C3F-0261-A067-7F96-BC1DF6D6C937}"/>
                </a:ext>
              </a:extLst>
            </p:cNvPr>
            <p:cNvSpPr txBox="1">
              <a:spLocks/>
            </p:cNvSpPr>
            <p:nvPr/>
          </p:nvSpPr>
          <p:spPr>
            <a:xfrm>
              <a:off x="2356235" y="2465586"/>
              <a:ext cx="491262" cy="181703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2" name="users_94970">
              <a:extLst>
                <a:ext uri="{FF2B5EF4-FFF2-40B4-BE49-F238E27FC236}">
                  <a16:creationId xmlns:a16="http://schemas.microsoft.com/office/drawing/2014/main" id="{79D435E7-104C-84DE-96FE-4D4A6316E405}"/>
                </a:ext>
              </a:extLst>
            </p:cNvPr>
            <p:cNvSpPr/>
            <p:nvPr/>
          </p:nvSpPr>
          <p:spPr>
            <a:xfrm>
              <a:off x="1272447" y="1478384"/>
              <a:ext cx="424136" cy="242116"/>
            </a:xfrm>
            <a:custGeom>
              <a:avLst/>
              <a:gdLst>
                <a:gd name="connsiteX0" fmla="*/ 60025 w 605236"/>
                <a:gd name="connsiteY0" fmla="*/ 344571 h 595643"/>
                <a:gd name="connsiteX1" fmla="*/ 290527 w 605236"/>
                <a:gd name="connsiteY1" fmla="*/ 344571 h 595643"/>
                <a:gd name="connsiteX2" fmla="*/ 329370 w 605236"/>
                <a:gd name="connsiteY2" fmla="*/ 376465 h 595643"/>
                <a:gd name="connsiteX3" fmla="*/ 349814 w 605236"/>
                <a:gd name="connsiteY3" fmla="*/ 479931 h 595643"/>
                <a:gd name="connsiteX4" fmla="*/ 331031 w 605236"/>
                <a:gd name="connsiteY4" fmla="*/ 528793 h 595643"/>
                <a:gd name="connsiteX5" fmla="*/ 175276 w 605236"/>
                <a:gd name="connsiteY5" fmla="*/ 595643 h 595643"/>
                <a:gd name="connsiteX6" fmla="*/ 19393 w 605236"/>
                <a:gd name="connsiteY6" fmla="*/ 528793 h 595643"/>
                <a:gd name="connsiteX7" fmla="*/ 738 w 605236"/>
                <a:gd name="connsiteY7" fmla="*/ 479931 h 595643"/>
                <a:gd name="connsiteX8" fmla="*/ 21182 w 605236"/>
                <a:gd name="connsiteY8" fmla="*/ 376465 h 595643"/>
                <a:gd name="connsiteX9" fmla="*/ 60025 w 605236"/>
                <a:gd name="connsiteY9" fmla="*/ 344571 h 595643"/>
                <a:gd name="connsiteX10" fmla="*/ 357987 w 605236"/>
                <a:gd name="connsiteY10" fmla="*/ 252695 h 595643"/>
                <a:gd name="connsiteX11" fmla="*/ 553093 w 605236"/>
                <a:gd name="connsiteY11" fmla="*/ 252695 h 595643"/>
                <a:gd name="connsiteX12" fmla="*/ 587208 w 605236"/>
                <a:gd name="connsiteY12" fmla="*/ 280762 h 595643"/>
                <a:gd name="connsiteX13" fmla="*/ 604585 w 605236"/>
                <a:gd name="connsiteY13" fmla="*/ 368409 h 595643"/>
                <a:gd name="connsiteX14" fmla="*/ 588231 w 605236"/>
                <a:gd name="connsiteY14" fmla="*/ 411020 h 595643"/>
                <a:gd name="connsiteX15" fmla="*/ 455476 w 605236"/>
                <a:gd name="connsiteY15" fmla="*/ 467920 h 595643"/>
                <a:gd name="connsiteX16" fmla="*/ 402323 w 605236"/>
                <a:gd name="connsiteY16" fmla="*/ 455928 h 595643"/>
                <a:gd name="connsiteX17" fmla="*/ 388524 w 605236"/>
                <a:gd name="connsiteY17" fmla="*/ 440618 h 595643"/>
                <a:gd name="connsiteX18" fmla="*/ 388269 w 605236"/>
                <a:gd name="connsiteY18" fmla="*/ 439725 h 595643"/>
                <a:gd name="connsiteX19" fmla="*/ 371403 w 605236"/>
                <a:gd name="connsiteY19" fmla="*/ 354503 h 595643"/>
                <a:gd name="connsiteX20" fmla="*/ 334732 w 605236"/>
                <a:gd name="connsiteY20" fmla="*/ 308064 h 595643"/>
                <a:gd name="connsiteX21" fmla="*/ 322722 w 605236"/>
                <a:gd name="connsiteY21" fmla="*/ 290458 h 595643"/>
                <a:gd name="connsiteX22" fmla="*/ 322722 w 605236"/>
                <a:gd name="connsiteY22" fmla="*/ 289693 h 595643"/>
                <a:gd name="connsiteX23" fmla="*/ 324127 w 605236"/>
                <a:gd name="connsiteY23" fmla="*/ 280762 h 595643"/>
                <a:gd name="connsiteX24" fmla="*/ 357987 w 605236"/>
                <a:gd name="connsiteY24" fmla="*/ 252695 h 595643"/>
                <a:gd name="connsiteX25" fmla="*/ 175276 w 605236"/>
                <a:gd name="connsiteY25" fmla="*/ 50313 h 595643"/>
                <a:gd name="connsiteX26" fmla="*/ 303670 w 605236"/>
                <a:gd name="connsiteY26" fmla="*/ 178531 h 595643"/>
                <a:gd name="connsiteX27" fmla="*/ 175276 w 605236"/>
                <a:gd name="connsiteY27" fmla="*/ 306749 h 595643"/>
                <a:gd name="connsiteX28" fmla="*/ 46882 w 605236"/>
                <a:gd name="connsiteY28" fmla="*/ 178531 h 595643"/>
                <a:gd name="connsiteX29" fmla="*/ 175276 w 605236"/>
                <a:gd name="connsiteY29" fmla="*/ 50313 h 595643"/>
                <a:gd name="connsiteX30" fmla="*/ 455527 w 605236"/>
                <a:gd name="connsiteY30" fmla="*/ 0 h 595643"/>
                <a:gd name="connsiteX31" fmla="*/ 562928 w 605236"/>
                <a:gd name="connsiteY31" fmla="*/ 107260 h 595643"/>
                <a:gd name="connsiteX32" fmla="*/ 455527 w 605236"/>
                <a:gd name="connsiteY32" fmla="*/ 214520 h 595643"/>
                <a:gd name="connsiteX33" fmla="*/ 348126 w 605236"/>
                <a:gd name="connsiteY33" fmla="*/ 107260 h 595643"/>
                <a:gd name="connsiteX34" fmla="*/ 455527 w 605236"/>
                <a:gd name="connsiteY34" fmla="*/ 0 h 59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05236" h="595643">
                  <a:moveTo>
                    <a:pt x="60025" y="344571"/>
                  </a:moveTo>
                  <a:lnTo>
                    <a:pt x="290527" y="344571"/>
                  </a:lnTo>
                  <a:cubicBezTo>
                    <a:pt x="308671" y="344571"/>
                    <a:pt x="325793" y="358605"/>
                    <a:pt x="329370" y="376465"/>
                  </a:cubicBezTo>
                  <a:lnTo>
                    <a:pt x="349814" y="479931"/>
                  </a:lnTo>
                  <a:cubicBezTo>
                    <a:pt x="353136" y="496898"/>
                    <a:pt x="344959" y="518331"/>
                    <a:pt x="331031" y="528793"/>
                  </a:cubicBezTo>
                  <a:cubicBezTo>
                    <a:pt x="327454" y="531472"/>
                    <a:pt x="241079" y="595643"/>
                    <a:pt x="175276" y="595643"/>
                  </a:cubicBezTo>
                  <a:cubicBezTo>
                    <a:pt x="109473" y="595643"/>
                    <a:pt x="23098" y="531472"/>
                    <a:pt x="19393" y="528793"/>
                  </a:cubicBezTo>
                  <a:cubicBezTo>
                    <a:pt x="5593" y="518331"/>
                    <a:pt x="-2584" y="496898"/>
                    <a:pt x="738" y="479931"/>
                  </a:cubicBezTo>
                  <a:lnTo>
                    <a:pt x="21182" y="376465"/>
                  </a:lnTo>
                  <a:cubicBezTo>
                    <a:pt x="24759" y="358605"/>
                    <a:pt x="41753" y="344571"/>
                    <a:pt x="60025" y="344571"/>
                  </a:cubicBezTo>
                  <a:close/>
                  <a:moveTo>
                    <a:pt x="357987" y="252695"/>
                  </a:moveTo>
                  <a:lnTo>
                    <a:pt x="553093" y="252695"/>
                  </a:lnTo>
                  <a:cubicBezTo>
                    <a:pt x="569065" y="252695"/>
                    <a:pt x="584142" y="265070"/>
                    <a:pt x="587208" y="280762"/>
                  </a:cubicBezTo>
                  <a:lnTo>
                    <a:pt x="604585" y="368409"/>
                  </a:lnTo>
                  <a:cubicBezTo>
                    <a:pt x="607524" y="383208"/>
                    <a:pt x="600241" y="401834"/>
                    <a:pt x="588231" y="411020"/>
                  </a:cubicBezTo>
                  <a:cubicBezTo>
                    <a:pt x="585164" y="413316"/>
                    <a:pt x="511696" y="467920"/>
                    <a:pt x="455476" y="467920"/>
                  </a:cubicBezTo>
                  <a:cubicBezTo>
                    <a:pt x="440272" y="467920"/>
                    <a:pt x="422384" y="463838"/>
                    <a:pt x="402323" y="455928"/>
                  </a:cubicBezTo>
                  <a:cubicBezTo>
                    <a:pt x="395679" y="453249"/>
                    <a:pt x="390824" y="447890"/>
                    <a:pt x="388524" y="440618"/>
                  </a:cubicBezTo>
                  <a:lnTo>
                    <a:pt x="388269" y="439725"/>
                  </a:lnTo>
                  <a:lnTo>
                    <a:pt x="371403" y="354503"/>
                  </a:lnTo>
                  <a:cubicBezTo>
                    <a:pt x="367697" y="335621"/>
                    <a:pt x="354537" y="318653"/>
                    <a:pt x="334732" y="308064"/>
                  </a:cubicBezTo>
                  <a:cubicBezTo>
                    <a:pt x="322722" y="301685"/>
                    <a:pt x="322722" y="291607"/>
                    <a:pt x="322722" y="290458"/>
                  </a:cubicBezTo>
                  <a:lnTo>
                    <a:pt x="322722" y="289693"/>
                  </a:lnTo>
                  <a:lnTo>
                    <a:pt x="324127" y="280762"/>
                  </a:lnTo>
                  <a:cubicBezTo>
                    <a:pt x="327194" y="265070"/>
                    <a:pt x="341888" y="252695"/>
                    <a:pt x="357987" y="252695"/>
                  </a:cubicBezTo>
                  <a:close/>
                  <a:moveTo>
                    <a:pt x="175276" y="50313"/>
                  </a:moveTo>
                  <a:cubicBezTo>
                    <a:pt x="246186" y="50313"/>
                    <a:pt x="303670" y="107718"/>
                    <a:pt x="303670" y="178531"/>
                  </a:cubicBezTo>
                  <a:cubicBezTo>
                    <a:pt x="303670" y="249344"/>
                    <a:pt x="246186" y="306749"/>
                    <a:pt x="175276" y="306749"/>
                  </a:cubicBezTo>
                  <a:cubicBezTo>
                    <a:pt x="104366" y="306749"/>
                    <a:pt x="46882" y="249344"/>
                    <a:pt x="46882" y="178531"/>
                  </a:cubicBezTo>
                  <a:cubicBezTo>
                    <a:pt x="46882" y="107718"/>
                    <a:pt x="104366" y="50313"/>
                    <a:pt x="175276" y="50313"/>
                  </a:cubicBezTo>
                  <a:close/>
                  <a:moveTo>
                    <a:pt x="455527" y="0"/>
                  </a:moveTo>
                  <a:cubicBezTo>
                    <a:pt x="514843" y="0"/>
                    <a:pt x="562928" y="48022"/>
                    <a:pt x="562928" y="107260"/>
                  </a:cubicBezTo>
                  <a:cubicBezTo>
                    <a:pt x="562928" y="166498"/>
                    <a:pt x="514843" y="214520"/>
                    <a:pt x="455527" y="214520"/>
                  </a:cubicBezTo>
                  <a:cubicBezTo>
                    <a:pt x="396211" y="214520"/>
                    <a:pt x="348126" y="166498"/>
                    <a:pt x="348126" y="107260"/>
                  </a:cubicBezTo>
                  <a:cubicBezTo>
                    <a:pt x="348126" y="48022"/>
                    <a:pt x="396211" y="0"/>
                    <a:pt x="455527" y="0"/>
                  </a:cubicBezTo>
                  <a:close/>
                </a:path>
              </a:pathLst>
            </a:cu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8904975C-2277-EBAF-9BE5-8BA307FA918E}"/>
                </a:ext>
              </a:extLst>
            </p:cNvPr>
            <p:cNvSpPr/>
            <p:nvPr/>
          </p:nvSpPr>
          <p:spPr>
            <a:xfrm>
              <a:off x="3644050" y="2237691"/>
              <a:ext cx="147172" cy="410588"/>
            </a:xfrm>
            <a:prstGeom prst="roundRect">
              <a:avLst/>
            </a:prstGeom>
            <a:solidFill>
              <a:srgbClr val="F9F9F9"/>
            </a:solidFill>
            <a:ln w="1905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5F8F2EAF-3675-D73E-65F9-4494EDD63C85}"/>
                </a:ext>
              </a:extLst>
            </p:cNvPr>
            <p:cNvCxnSpPr>
              <a:cxnSpLocks/>
            </p:cNvCxnSpPr>
            <p:nvPr/>
          </p:nvCxnSpPr>
          <p:spPr>
            <a:xfrm>
              <a:off x="1567997" y="2982219"/>
              <a:ext cx="4541823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  <a:tailEnd type="triangle"/>
            </a:ln>
            <a:effectLst/>
          </p:spPr>
        </p:cxn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BF6CBECA-E6A2-D2EE-3E75-81108E446B81}"/>
                </a:ext>
              </a:extLst>
            </p:cNvPr>
            <p:cNvSpPr/>
            <p:nvPr/>
          </p:nvSpPr>
          <p:spPr>
            <a:xfrm>
              <a:off x="6109819" y="2898871"/>
              <a:ext cx="140682" cy="813825"/>
            </a:xfrm>
            <a:prstGeom prst="roundRect">
              <a:avLst/>
            </a:prstGeom>
            <a:solidFill>
              <a:srgbClr val="F9F9F9"/>
            </a:solidFill>
            <a:ln w="1905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04158F35-E6E4-91B1-9254-79BF83F60845}"/>
                </a:ext>
              </a:extLst>
            </p:cNvPr>
            <p:cNvSpPr/>
            <p:nvPr/>
          </p:nvSpPr>
          <p:spPr>
            <a:xfrm>
              <a:off x="8446072" y="3036023"/>
              <a:ext cx="140682" cy="541534"/>
            </a:xfrm>
            <a:prstGeom prst="roundRect">
              <a:avLst/>
            </a:prstGeom>
            <a:solidFill>
              <a:srgbClr val="F9F9F9"/>
            </a:solidFill>
            <a:ln w="1905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311E7FD2-779F-E31E-B974-D55D009D2456}"/>
                </a:ext>
              </a:extLst>
            </p:cNvPr>
            <p:cNvCxnSpPr>
              <a:cxnSpLocks/>
            </p:cNvCxnSpPr>
            <p:nvPr/>
          </p:nvCxnSpPr>
          <p:spPr>
            <a:xfrm>
              <a:off x="6250501" y="3134878"/>
              <a:ext cx="21955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  <a:tailEnd type="triangle"/>
            </a:ln>
            <a:effectLst/>
          </p:spPr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E5775452-F9D2-D1AF-B234-511C3BA95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50501" y="3450619"/>
              <a:ext cx="21955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ysDash"/>
              <a:tailEnd type="triangle"/>
            </a:ln>
            <a:effectLst/>
          </p:spPr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CEAB1C13-0193-D733-E1C3-949628A9CD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1179" y="3583257"/>
              <a:ext cx="451243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ysDash"/>
              <a:tailEnd type="triangle"/>
            </a:ln>
            <a:effectLst/>
          </p:spPr>
        </p:cxnSp>
        <p:sp>
          <p:nvSpPr>
            <p:cNvPr id="90" name="文本占位符 8">
              <a:extLst>
                <a:ext uri="{FF2B5EF4-FFF2-40B4-BE49-F238E27FC236}">
                  <a16:creationId xmlns:a16="http://schemas.microsoft.com/office/drawing/2014/main" id="{79951FE9-7B6C-6471-3A1B-DB7962B29EE6}"/>
                </a:ext>
              </a:extLst>
            </p:cNvPr>
            <p:cNvSpPr txBox="1">
              <a:spLocks/>
            </p:cNvSpPr>
            <p:nvPr/>
          </p:nvSpPr>
          <p:spPr>
            <a:xfrm>
              <a:off x="7153031" y="2950408"/>
              <a:ext cx="443599" cy="181617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1" name="文本占位符 8">
              <a:extLst>
                <a:ext uri="{FF2B5EF4-FFF2-40B4-BE49-F238E27FC236}">
                  <a16:creationId xmlns:a16="http://schemas.microsoft.com/office/drawing/2014/main" id="{41FC2BC6-691A-88AF-61FF-D803E455BF4A}"/>
                </a:ext>
              </a:extLst>
            </p:cNvPr>
            <p:cNvSpPr txBox="1">
              <a:spLocks/>
            </p:cNvSpPr>
            <p:nvPr/>
          </p:nvSpPr>
          <p:spPr>
            <a:xfrm>
              <a:off x="7172997" y="3420040"/>
              <a:ext cx="491262" cy="181703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2" name="矩形: 对角圆角 91">
              <a:extLst>
                <a:ext uri="{FF2B5EF4-FFF2-40B4-BE49-F238E27FC236}">
                  <a16:creationId xmlns:a16="http://schemas.microsoft.com/office/drawing/2014/main" id="{39FE37EE-1F1B-12A3-A5E5-ADDE4C0B4094}"/>
                </a:ext>
              </a:extLst>
            </p:cNvPr>
            <p:cNvSpPr/>
            <p:nvPr/>
          </p:nvSpPr>
          <p:spPr>
            <a:xfrm>
              <a:off x="3358538" y="1961029"/>
              <a:ext cx="729658" cy="181616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前端程序</a:t>
              </a:r>
            </a:p>
          </p:txBody>
        </p:sp>
        <p:sp>
          <p:nvSpPr>
            <p:cNvPr id="93" name="矩形: 对角圆角 92">
              <a:extLst>
                <a:ext uri="{FF2B5EF4-FFF2-40B4-BE49-F238E27FC236}">
                  <a16:creationId xmlns:a16="http://schemas.microsoft.com/office/drawing/2014/main" id="{1FF768F9-338B-0A85-F1E5-13761CB05744}"/>
                </a:ext>
              </a:extLst>
            </p:cNvPr>
            <p:cNvSpPr/>
            <p:nvPr/>
          </p:nvSpPr>
          <p:spPr>
            <a:xfrm>
              <a:off x="5815330" y="1958957"/>
              <a:ext cx="729658" cy="181616"/>
            </a:xfrm>
            <a:prstGeom prst="round2DiagRect">
              <a:avLst/>
            </a:prstGeom>
            <a:solidFill>
              <a:srgbClr val="92D050"/>
            </a:solidFill>
            <a:ln w="63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Java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程序</a:t>
              </a:r>
            </a:p>
          </p:txBody>
        </p:sp>
        <p:sp>
          <p:nvSpPr>
            <p:cNvPr id="94" name="文本占位符 8">
              <a:extLst>
                <a:ext uri="{FF2B5EF4-FFF2-40B4-BE49-F238E27FC236}">
                  <a16:creationId xmlns:a16="http://schemas.microsoft.com/office/drawing/2014/main" id="{C74F3177-B5E8-393B-AD48-5B079AC0BB8F}"/>
                </a:ext>
              </a:extLst>
            </p:cNvPr>
            <p:cNvSpPr txBox="1">
              <a:spLocks/>
            </p:cNvSpPr>
            <p:nvPr/>
          </p:nvSpPr>
          <p:spPr>
            <a:xfrm>
              <a:off x="3173945" y="2781567"/>
              <a:ext cx="443599" cy="181617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5" name="文本占位符 8">
              <a:extLst>
                <a:ext uri="{FF2B5EF4-FFF2-40B4-BE49-F238E27FC236}">
                  <a16:creationId xmlns:a16="http://schemas.microsoft.com/office/drawing/2014/main" id="{5B999DC2-32B9-D871-7D91-0BFD1E6C2CF8}"/>
                </a:ext>
              </a:extLst>
            </p:cNvPr>
            <p:cNvSpPr txBox="1">
              <a:spLocks/>
            </p:cNvSpPr>
            <p:nvPr/>
          </p:nvSpPr>
          <p:spPr>
            <a:xfrm>
              <a:off x="3188531" y="3565129"/>
              <a:ext cx="491262" cy="181703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CDFAC803-4E23-EE88-4CD8-121378839A0F}"/>
                </a:ext>
              </a:extLst>
            </p:cNvPr>
            <p:cNvSpPr/>
            <p:nvPr/>
          </p:nvSpPr>
          <p:spPr>
            <a:xfrm>
              <a:off x="1415600" y="2101953"/>
              <a:ext cx="147171" cy="1727601"/>
            </a:xfrm>
            <a:prstGeom prst="roundRect">
              <a:avLst/>
            </a:prstGeom>
            <a:solidFill>
              <a:srgbClr val="F9F9F9"/>
            </a:solidFill>
            <a:ln w="1905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5383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Web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205AD-AEC1-CEB2-E701-483EE59D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 Web</a:t>
            </a:r>
            <a:r>
              <a:rPr lang="zh-CN" altLang="en-US"/>
              <a:t>：全球广域网，也称为万维网</a:t>
            </a:r>
            <a:r>
              <a:rPr lang="en-US" altLang="zh-CN"/>
              <a:t>(www </a:t>
            </a:r>
            <a:r>
              <a:rPr lang="en-US" altLang="zh-CN">
                <a:solidFill>
                  <a:srgbClr val="C00000"/>
                </a:solidFill>
              </a:rPr>
              <a:t>W</a:t>
            </a:r>
            <a:r>
              <a:rPr lang="en-US" altLang="zh-CN"/>
              <a:t>orld </a:t>
            </a:r>
            <a:r>
              <a:rPr lang="en-US" altLang="zh-CN">
                <a:solidFill>
                  <a:srgbClr val="C00000"/>
                </a:solidFill>
              </a:rPr>
              <a:t>W</a:t>
            </a:r>
            <a:r>
              <a:rPr lang="en-US" altLang="zh-CN"/>
              <a:t>ide </a:t>
            </a:r>
            <a:r>
              <a:rPr lang="en-US" altLang="zh-CN">
                <a:solidFill>
                  <a:srgbClr val="C00000"/>
                </a:solidFill>
              </a:rPr>
              <a:t>W</a:t>
            </a:r>
            <a:r>
              <a:rPr lang="en-US" altLang="zh-CN"/>
              <a:t>eb)</a:t>
            </a:r>
            <a:r>
              <a:rPr lang="zh-CN" altLang="en-US"/>
              <a:t>，能够通过浏览器访问的</a:t>
            </a:r>
            <a:r>
              <a:rPr lang="zh-CN" altLang="en-US">
                <a:solidFill>
                  <a:srgbClr val="C00000"/>
                </a:solidFill>
              </a:rPr>
              <a:t>网站。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04BC421C-15BC-F37C-FBAC-A78CC5687920}"/>
              </a:ext>
            </a:extLst>
          </p:cNvPr>
          <p:cNvSpPr>
            <a:spLocks noEditPoints="1"/>
          </p:cNvSpPr>
          <p:nvPr/>
        </p:nvSpPr>
        <p:spPr bwMode="auto">
          <a:xfrm>
            <a:off x="2396635" y="2926272"/>
            <a:ext cx="2245596" cy="2233831"/>
          </a:xfrm>
          <a:custGeom>
            <a:avLst/>
            <a:gdLst>
              <a:gd name="T0" fmla="*/ 2474 w 4948"/>
              <a:gd name="T1" fmla="*/ 4348 h 4921"/>
              <a:gd name="T2" fmla="*/ 2474 w 4948"/>
              <a:gd name="T3" fmla="*/ 573 h 4921"/>
              <a:gd name="T4" fmla="*/ 2675 w 4948"/>
              <a:gd name="T5" fmla="*/ 0 h 4921"/>
              <a:gd name="T6" fmla="*/ 2178 w 4948"/>
              <a:gd name="T7" fmla="*/ 391 h 4921"/>
              <a:gd name="T8" fmla="*/ 1696 w 4948"/>
              <a:gd name="T9" fmla="*/ 116 h 4921"/>
              <a:gd name="T10" fmla="*/ 1393 w 4948"/>
              <a:gd name="T11" fmla="*/ 677 h 4921"/>
              <a:gd name="T12" fmla="*/ 867 w 4948"/>
              <a:gd name="T13" fmla="*/ 579 h 4921"/>
              <a:gd name="T14" fmla="*/ 801 w 4948"/>
              <a:gd name="T15" fmla="*/ 1218 h 4921"/>
              <a:gd name="T16" fmla="*/ 245 w 4948"/>
              <a:gd name="T17" fmla="*/ 1374 h 4921"/>
              <a:gd name="T18" fmla="*/ 444 w 4948"/>
              <a:gd name="T19" fmla="*/ 1988 h 4921"/>
              <a:gd name="T20" fmla="*/ 0 w 4948"/>
              <a:gd name="T21" fmla="*/ 2260 h 4921"/>
              <a:gd name="T22" fmla="*/ 412 w 4948"/>
              <a:gd name="T23" fmla="*/ 2760 h 4921"/>
              <a:gd name="T24" fmla="*/ 109 w 4948"/>
              <a:gd name="T25" fmla="*/ 3210 h 4921"/>
              <a:gd name="T26" fmla="*/ 678 w 4948"/>
              <a:gd name="T27" fmla="*/ 3517 h 4921"/>
              <a:gd name="T28" fmla="*/ 582 w 4948"/>
              <a:gd name="T29" fmla="*/ 4059 h 4921"/>
              <a:gd name="T30" fmla="*/ 1221 w 4948"/>
              <a:gd name="T31" fmla="*/ 4127 h 4921"/>
              <a:gd name="T32" fmla="*/ 1322 w 4948"/>
              <a:gd name="T33" fmla="*/ 4647 h 4921"/>
              <a:gd name="T34" fmla="*/ 1934 w 4948"/>
              <a:gd name="T35" fmla="*/ 4479 h 4921"/>
              <a:gd name="T36" fmla="*/ 2273 w 4948"/>
              <a:gd name="T37" fmla="*/ 4921 h 4921"/>
              <a:gd name="T38" fmla="*/ 2768 w 4948"/>
              <a:gd name="T39" fmla="*/ 4536 h 4921"/>
              <a:gd name="T40" fmla="*/ 3252 w 4948"/>
              <a:gd name="T41" fmla="*/ 4805 h 4921"/>
              <a:gd name="T42" fmla="*/ 3558 w 4948"/>
              <a:gd name="T43" fmla="*/ 4267 h 4921"/>
              <a:gd name="T44" fmla="*/ 4081 w 4948"/>
              <a:gd name="T45" fmla="*/ 4342 h 4921"/>
              <a:gd name="T46" fmla="*/ 4165 w 4948"/>
              <a:gd name="T47" fmla="*/ 3735 h 4921"/>
              <a:gd name="T48" fmla="*/ 4703 w 4948"/>
              <a:gd name="T49" fmla="*/ 3547 h 4921"/>
              <a:gd name="T50" fmla="*/ 4540 w 4948"/>
              <a:gd name="T51" fmla="*/ 2959 h 4921"/>
              <a:gd name="T52" fmla="*/ 4948 w 4948"/>
              <a:gd name="T53" fmla="*/ 2661 h 4921"/>
              <a:gd name="T54" fmla="*/ 4580 w 4948"/>
              <a:gd name="T55" fmla="*/ 2173 h 4921"/>
              <a:gd name="T56" fmla="*/ 4839 w 4948"/>
              <a:gd name="T57" fmla="*/ 1711 h 4921"/>
              <a:gd name="T58" fmla="*/ 4310 w 4948"/>
              <a:gd name="T59" fmla="*/ 1399 h 4921"/>
              <a:gd name="T60" fmla="*/ 4366 w 4948"/>
              <a:gd name="T61" fmla="*/ 862 h 4921"/>
              <a:gd name="T62" fmla="*/ 3752 w 4948"/>
              <a:gd name="T63" fmla="*/ 781 h 4921"/>
              <a:gd name="T64" fmla="*/ 3626 w 4948"/>
              <a:gd name="T65" fmla="*/ 274 h 4921"/>
              <a:gd name="T66" fmla="*/ 3022 w 4948"/>
              <a:gd name="T67" fmla="*/ 433 h 4921"/>
              <a:gd name="T68" fmla="*/ 2675 w 4948"/>
              <a:gd name="T69" fmla="*/ 0 h 4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48" h="4921">
                <a:moveTo>
                  <a:pt x="4362" y="2461"/>
                </a:moveTo>
                <a:cubicBezTo>
                  <a:pt x="4362" y="3503"/>
                  <a:pt x="3517" y="4348"/>
                  <a:pt x="2474" y="4348"/>
                </a:cubicBezTo>
                <a:cubicBezTo>
                  <a:pt x="1431" y="4348"/>
                  <a:pt x="586" y="3503"/>
                  <a:pt x="586" y="2461"/>
                </a:cubicBezTo>
                <a:cubicBezTo>
                  <a:pt x="586" y="1418"/>
                  <a:pt x="1431" y="573"/>
                  <a:pt x="2474" y="573"/>
                </a:cubicBezTo>
                <a:cubicBezTo>
                  <a:pt x="3517" y="573"/>
                  <a:pt x="4362" y="1418"/>
                  <a:pt x="4362" y="2461"/>
                </a:cubicBezTo>
                <a:close/>
                <a:moveTo>
                  <a:pt x="2675" y="0"/>
                </a:moveTo>
                <a:lnTo>
                  <a:pt x="2282" y="0"/>
                </a:lnTo>
                <a:lnTo>
                  <a:pt x="2178" y="391"/>
                </a:lnTo>
                <a:cubicBezTo>
                  <a:pt x="2097" y="403"/>
                  <a:pt x="2017" y="420"/>
                  <a:pt x="1939" y="441"/>
                </a:cubicBezTo>
                <a:lnTo>
                  <a:pt x="1696" y="116"/>
                </a:lnTo>
                <a:lnTo>
                  <a:pt x="1334" y="269"/>
                </a:lnTo>
                <a:lnTo>
                  <a:pt x="1393" y="677"/>
                </a:lnTo>
                <a:cubicBezTo>
                  <a:pt x="1334" y="713"/>
                  <a:pt x="1276" y="752"/>
                  <a:pt x="1221" y="794"/>
                </a:cubicBezTo>
                <a:lnTo>
                  <a:pt x="867" y="579"/>
                </a:lnTo>
                <a:lnTo>
                  <a:pt x="588" y="856"/>
                </a:lnTo>
                <a:lnTo>
                  <a:pt x="801" y="1218"/>
                </a:lnTo>
                <a:cubicBezTo>
                  <a:pt x="751" y="1286"/>
                  <a:pt x="704" y="1357"/>
                  <a:pt x="662" y="1431"/>
                </a:cubicBezTo>
                <a:lnTo>
                  <a:pt x="245" y="1374"/>
                </a:lnTo>
                <a:lnTo>
                  <a:pt x="101" y="1738"/>
                </a:lnTo>
                <a:lnTo>
                  <a:pt x="444" y="1988"/>
                </a:lnTo>
                <a:cubicBezTo>
                  <a:pt x="431" y="2045"/>
                  <a:pt x="420" y="2103"/>
                  <a:pt x="412" y="2161"/>
                </a:cubicBezTo>
                <a:lnTo>
                  <a:pt x="0" y="2260"/>
                </a:lnTo>
                <a:lnTo>
                  <a:pt x="0" y="2652"/>
                </a:lnTo>
                <a:lnTo>
                  <a:pt x="412" y="2760"/>
                </a:lnTo>
                <a:cubicBezTo>
                  <a:pt x="421" y="2829"/>
                  <a:pt x="435" y="2897"/>
                  <a:pt x="451" y="2963"/>
                </a:cubicBezTo>
                <a:lnTo>
                  <a:pt x="109" y="3210"/>
                </a:lnTo>
                <a:lnTo>
                  <a:pt x="259" y="3572"/>
                </a:lnTo>
                <a:lnTo>
                  <a:pt x="678" y="3517"/>
                </a:lnTo>
                <a:cubicBezTo>
                  <a:pt x="715" y="3581"/>
                  <a:pt x="756" y="3643"/>
                  <a:pt x="801" y="3703"/>
                </a:cubicBezTo>
                <a:lnTo>
                  <a:pt x="582" y="4059"/>
                </a:lnTo>
                <a:lnTo>
                  <a:pt x="861" y="4336"/>
                </a:lnTo>
                <a:lnTo>
                  <a:pt x="1221" y="4127"/>
                </a:lnTo>
                <a:cubicBezTo>
                  <a:pt x="1275" y="4168"/>
                  <a:pt x="1331" y="4206"/>
                  <a:pt x="1389" y="4242"/>
                </a:cubicBezTo>
                <a:lnTo>
                  <a:pt x="1322" y="4647"/>
                </a:lnTo>
                <a:lnTo>
                  <a:pt x="1684" y="4800"/>
                </a:lnTo>
                <a:lnTo>
                  <a:pt x="1934" y="4479"/>
                </a:lnTo>
                <a:cubicBezTo>
                  <a:pt x="2014" y="4500"/>
                  <a:pt x="2095" y="4518"/>
                  <a:pt x="2178" y="4531"/>
                </a:cubicBezTo>
                <a:lnTo>
                  <a:pt x="2273" y="4921"/>
                </a:lnTo>
                <a:lnTo>
                  <a:pt x="2667" y="4921"/>
                </a:lnTo>
                <a:lnTo>
                  <a:pt x="2768" y="4536"/>
                </a:lnTo>
                <a:cubicBezTo>
                  <a:pt x="2853" y="4525"/>
                  <a:pt x="2936" y="4510"/>
                  <a:pt x="3017" y="4489"/>
                </a:cubicBezTo>
                <a:lnTo>
                  <a:pt x="3252" y="4805"/>
                </a:lnTo>
                <a:lnTo>
                  <a:pt x="3614" y="4653"/>
                </a:lnTo>
                <a:lnTo>
                  <a:pt x="3558" y="4267"/>
                </a:lnTo>
                <a:cubicBezTo>
                  <a:pt x="3625" y="4229"/>
                  <a:pt x="3689" y="4187"/>
                  <a:pt x="3750" y="4141"/>
                </a:cubicBezTo>
                <a:lnTo>
                  <a:pt x="4081" y="4342"/>
                </a:lnTo>
                <a:lnTo>
                  <a:pt x="4360" y="4065"/>
                </a:lnTo>
                <a:lnTo>
                  <a:pt x="4165" y="3735"/>
                </a:lnTo>
                <a:cubicBezTo>
                  <a:pt x="4224" y="3659"/>
                  <a:pt x="4277" y="3579"/>
                  <a:pt x="4325" y="3495"/>
                </a:cubicBezTo>
                <a:lnTo>
                  <a:pt x="4703" y="3547"/>
                </a:lnTo>
                <a:lnTo>
                  <a:pt x="4847" y="3183"/>
                </a:lnTo>
                <a:lnTo>
                  <a:pt x="4540" y="2959"/>
                </a:lnTo>
                <a:cubicBezTo>
                  <a:pt x="4557" y="2891"/>
                  <a:pt x="4570" y="2821"/>
                  <a:pt x="4580" y="2749"/>
                </a:cubicBezTo>
                <a:lnTo>
                  <a:pt x="4948" y="2661"/>
                </a:lnTo>
                <a:lnTo>
                  <a:pt x="4948" y="2269"/>
                </a:lnTo>
                <a:lnTo>
                  <a:pt x="4580" y="2173"/>
                </a:lnTo>
                <a:cubicBezTo>
                  <a:pt x="4569" y="2091"/>
                  <a:pt x="4553" y="2011"/>
                  <a:pt x="4533" y="1932"/>
                </a:cubicBezTo>
                <a:lnTo>
                  <a:pt x="4839" y="1711"/>
                </a:lnTo>
                <a:lnTo>
                  <a:pt x="4690" y="1349"/>
                </a:lnTo>
                <a:lnTo>
                  <a:pt x="4310" y="1399"/>
                </a:lnTo>
                <a:cubicBezTo>
                  <a:pt x="4266" y="1326"/>
                  <a:pt x="4218" y="1255"/>
                  <a:pt x="4166" y="1188"/>
                </a:cubicBezTo>
                <a:lnTo>
                  <a:pt x="4366" y="862"/>
                </a:lnTo>
                <a:lnTo>
                  <a:pt x="4087" y="585"/>
                </a:lnTo>
                <a:lnTo>
                  <a:pt x="3752" y="781"/>
                </a:lnTo>
                <a:cubicBezTo>
                  <a:pt x="3691" y="736"/>
                  <a:pt x="3628" y="695"/>
                  <a:pt x="3563" y="656"/>
                </a:cubicBezTo>
                <a:lnTo>
                  <a:pt x="3626" y="274"/>
                </a:lnTo>
                <a:lnTo>
                  <a:pt x="3264" y="121"/>
                </a:lnTo>
                <a:lnTo>
                  <a:pt x="3022" y="433"/>
                </a:lnTo>
                <a:cubicBezTo>
                  <a:pt x="2939" y="412"/>
                  <a:pt x="2855" y="396"/>
                  <a:pt x="2769" y="385"/>
                </a:cubicBezTo>
                <a:lnTo>
                  <a:pt x="2675" y="0"/>
                </a:lnTo>
                <a:close/>
              </a:path>
            </a:pathLst>
          </a:custGeom>
          <a:solidFill>
            <a:srgbClr val="C00000"/>
          </a:solidFill>
          <a:ln w="28575" cap="flat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ct val="20000"/>
              </a:spcBef>
              <a:buChar char="•"/>
            </a:pPr>
            <a:endParaRPr lang="zh-CN" altLang="en-US" sz="1400">
              <a:solidFill>
                <a:schemeClr val="tx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!!标题 1">
            <a:extLst>
              <a:ext uri="{FF2B5EF4-FFF2-40B4-BE49-F238E27FC236}">
                <a16:creationId xmlns:a16="http://schemas.microsoft.com/office/drawing/2014/main" id="{C579EB13-0F10-9FD5-6236-2CEB58F5B0BA}"/>
              </a:ext>
            </a:extLst>
          </p:cNvPr>
          <p:cNvSpPr txBox="1"/>
          <p:nvPr/>
        </p:nvSpPr>
        <p:spPr>
          <a:xfrm>
            <a:off x="2956014" y="3701548"/>
            <a:ext cx="1126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web</a:t>
            </a:r>
            <a:r>
              <a:rPr lang="zh-CN" altLang="en-US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网站工作流程</a:t>
            </a:r>
            <a:endParaRPr lang="zh-CN" altLang="en-US" b="1" dirty="0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15F109D-2239-0F57-C682-D758324084AC}"/>
              </a:ext>
            </a:extLst>
          </p:cNvPr>
          <p:cNvSpPr>
            <a:spLocks noEditPoints="1"/>
          </p:cNvSpPr>
          <p:nvPr/>
        </p:nvSpPr>
        <p:spPr bwMode="auto">
          <a:xfrm>
            <a:off x="7344580" y="2927496"/>
            <a:ext cx="2245596" cy="2233831"/>
          </a:xfrm>
          <a:custGeom>
            <a:avLst/>
            <a:gdLst>
              <a:gd name="T0" fmla="*/ 2474 w 4948"/>
              <a:gd name="T1" fmla="*/ 4348 h 4921"/>
              <a:gd name="T2" fmla="*/ 2474 w 4948"/>
              <a:gd name="T3" fmla="*/ 573 h 4921"/>
              <a:gd name="T4" fmla="*/ 2675 w 4948"/>
              <a:gd name="T5" fmla="*/ 0 h 4921"/>
              <a:gd name="T6" fmla="*/ 2178 w 4948"/>
              <a:gd name="T7" fmla="*/ 391 h 4921"/>
              <a:gd name="T8" fmla="*/ 1696 w 4948"/>
              <a:gd name="T9" fmla="*/ 116 h 4921"/>
              <a:gd name="T10" fmla="*/ 1393 w 4948"/>
              <a:gd name="T11" fmla="*/ 677 h 4921"/>
              <a:gd name="T12" fmla="*/ 867 w 4948"/>
              <a:gd name="T13" fmla="*/ 579 h 4921"/>
              <a:gd name="T14" fmla="*/ 801 w 4948"/>
              <a:gd name="T15" fmla="*/ 1218 h 4921"/>
              <a:gd name="T16" fmla="*/ 245 w 4948"/>
              <a:gd name="T17" fmla="*/ 1374 h 4921"/>
              <a:gd name="T18" fmla="*/ 444 w 4948"/>
              <a:gd name="T19" fmla="*/ 1988 h 4921"/>
              <a:gd name="T20" fmla="*/ 0 w 4948"/>
              <a:gd name="T21" fmla="*/ 2260 h 4921"/>
              <a:gd name="T22" fmla="*/ 412 w 4948"/>
              <a:gd name="T23" fmla="*/ 2760 h 4921"/>
              <a:gd name="T24" fmla="*/ 109 w 4948"/>
              <a:gd name="T25" fmla="*/ 3210 h 4921"/>
              <a:gd name="T26" fmla="*/ 678 w 4948"/>
              <a:gd name="T27" fmla="*/ 3517 h 4921"/>
              <a:gd name="T28" fmla="*/ 582 w 4948"/>
              <a:gd name="T29" fmla="*/ 4059 h 4921"/>
              <a:gd name="T30" fmla="*/ 1221 w 4948"/>
              <a:gd name="T31" fmla="*/ 4127 h 4921"/>
              <a:gd name="T32" fmla="*/ 1322 w 4948"/>
              <a:gd name="T33" fmla="*/ 4647 h 4921"/>
              <a:gd name="T34" fmla="*/ 1934 w 4948"/>
              <a:gd name="T35" fmla="*/ 4479 h 4921"/>
              <a:gd name="T36" fmla="*/ 2273 w 4948"/>
              <a:gd name="T37" fmla="*/ 4921 h 4921"/>
              <a:gd name="T38" fmla="*/ 2768 w 4948"/>
              <a:gd name="T39" fmla="*/ 4536 h 4921"/>
              <a:gd name="T40" fmla="*/ 3252 w 4948"/>
              <a:gd name="T41" fmla="*/ 4805 h 4921"/>
              <a:gd name="T42" fmla="*/ 3558 w 4948"/>
              <a:gd name="T43" fmla="*/ 4267 h 4921"/>
              <a:gd name="T44" fmla="*/ 4081 w 4948"/>
              <a:gd name="T45" fmla="*/ 4342 h 4921"/>
              <a:gd name="T46" fmla="*/ 4165 w 4948"/>
              <a:gd name="T47" fmla="*/ 3735 h 4921"/>
              <a:gd name="T48" fmla="*/ 4703 w 4948"/>
              <a:gd name="T49" fmla="*/ 3547 h 4921"/>
              <a:gd name="T50" fmla="*/ 4540 w 4948"/>
              <a:gd name="T51" fmla="*/ 2959 h 4921"/>
              <a:gd name="T52" fmla="*/ 4948 w 4948"/>
              <a:gd name="T53" fmla="*/ 2661 h 4921"/>
              <a:gd name="T54" fmla="*/ 4580 w 4948"/>
              <a:gd name="T55" fmla="*/ 2173 h 4921"/>
              <a:gd name="T56" fmla="*/ 4839 w 4948"/>
              <a:gd name="T57" fmla="*/ 1711 h 4921"/>
              <a:gd name="T58" fmla="*/ 4310 w 4948"/>
              <a:gd name="T59" fmla="*/ 1399 h 4921"/>
              <a:gd name="T60" fmla="*/ 4366 w 4948"/>
              <a:gd name="T61" fmla="*/ 862 h 4921"/>
              <a:gd name="T62" fmla="*/ 3752 w 4948"/>
              <a:gd name="T63" fmla="*/ 781 h 4921"/>
              <a:gd name="T64" fmla="*/ 3626 w 4948"/>
              <a:gd name="T65" fmla="*/ 274 h 4921"/>
              <a:gd name="T66" fmla="*/ 3022 w 4948"/>
              <a:gd name="T67" fmla="*/ 433 h 4921"/>
              <a:gd name="T68" fmla="*/ 2675 w 4948"/>
              <a:gd name="T69" fmla="*/ 0 h 4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48" h="4921">
                <a:moveTo>
                  <a:pt x="4362" y="2461"/>
                </a:moveTo>
                <a:cubicBezTo>
                  <a:pt x="4362" y="3503"/>
                  <a:pt x="3517" y="4348"/>
                  <a:pt x="2474" y="4348"/>
                </a:cubicBezTo>
                <a:cubicBezTo>
                  <a:pt x="1431" y="4348"/>
                  <a:pt x="586" y="3503"/>
                  <a:pt x="586" y="2461"/>
                </a:cubicBezTo>
                <a:cubicBezTo>
                  <a:pt x="586" y="1418"/>
                  <a:pt x="1431" y="573"/>
                  <a:pt x="2474" y="573"/>
                </a:cubicBezTo>
                <a:cubicBezTo>
                  <a:pt x="3517" y="573"/>
                  <a:pt x="4362" y="1418"/>
                  <a:pt x="4362" y="2461"/>
                </a:cubicBezTo>
                <a:close/>
                <a:moveTo>
                  <a:pt x="2675" y="0"/>
                </a:moveTo>
                <a:lnTo>
                  <a:pt x="2282" y="0"/>
                </a:lnTo>
                <a:lnTo>
                  <a:pt x="2178" y="391"/>
                </a:lnTo>
                <a:cubicBezTo>
                  <a:pt x="2097" y="403"/>
                  <a:pt x="2017" y="420"/>
                  <a:pt x="1939" y="441"/>
                </a:cubicBezTo>
                <a:lnTo>
                  <a:pt x="1696" y="116"/>
                </a:lnTo>
                <a:lnTo>
                  <a:pt x="1334" y="269"/>
                </a:lnTo>
                <a:lnTo>
                  <a:pt x="1393" y="677"/>
                </a:lnTo>
                <a:cubicBezTo>
                  <a:pt x="1334" y="713"/>
                  <a:pt x="1276" y="752"/>
                  <a:pt x="1221" y="794"/>
                </a:cubicBezTo>
                <a:lnTo>
                  <a:pt x="867" y="579"/>
                </a:lnTo>
                <a:lnTo>
                  <a:pt x="588" y="856"/>
                </a:lnTo>
                <a:lnTo>
                  <a:pt x="801" y="1218"/>
                </a:lnTo>
                <a:cubicBezTo>
                  <a:pt x="751" y="1286"/>
                  <a:pt x="704" y="1357"/>
                  <a:pt x="662" y="1431"/>
                </a:cubicBezTo>
                <a:lnTo>
                  <a:pt x="245" y="1374"/>
                </a:lnTo>
                <a:lnTo>
                  <a:pt x="101" y="1738"/>
                </a:lnTo>
                <a:lnTo>
                  <a:pt x="444" y="1988"/>
                </a:lnTo>
                <a:cubicBezTo>
                  <a:pt x="431" y="2045"/>
                  <a:pt x="420" y="2103"/>
                  <a:pt x="412" y="2161"/>
                </a:cubicBezTo>
                <a:lnTo>
                  <a:pt x="0" y="2260"/>
                </a:lnTo>
                <a:lnTo>
                  <a:pt x="0" y="2652"/>
                </a:lnTo>
                <a:lnTo>
                  <a:pt x="412" y="2760"/>
                </a:lnTo>
                <a:cubicBezTo>
                  <a:pt x="421" y="2829"/>
                  <a:pt x="435" y="2897"/>
                  <a:pt x="451" y="2963"/>
                </a:cubicBezTo>
                <a:lnTo>
                  <a:pt x="109" y="3210"/>
                </a:lnTo>
                <a:lnTo>
                  <a:pt x="259" y="3572"/>
                </a:lnTo>
                <a:lnTo>
                  <a:pt x="678" y="3517"/>
                </a:lnTo>
                <a:cubicBezTo>
                  <a:pt x="715" y="3581"/>
                  <a:pt x="756" y="3643"/>
                  <a:pt x="801" y="3703"/>
                </a:cubicBezTo>
                <a:lnTo>
                  <a:pt x="582" y="4059"/>
                </a:lnTo>
                <a:lnTo>
                  <a:pt x="861" y="4336"/>
                </a:lnTo>
                <a:lnTo>
                  <a:pt x="1221" y="4127"/>
                </a:lnTo>
                <a:cubicBezTo>
                  <a:pt x="1275" y="4168"/>
                  <a:pt x="1331" y="4206"/>
                  <a:pt x="1389" y="4242"/>
                </a:cubicBezTo>
                <a:lnTo>
                  <a:pt x="1322" y="4647"/>
                </a:lnTo>
                <a:lnTo>
                  <a:pt x="1684" y="4800"/>
                </a:lnTo>
                <a:lnTo>
                  <a:pt x="1934" y="4479"/>
                </a:lnTo>
                <a:cubicBezTo>
                  <a:pt x="2014" y="4500"/>
                  <a:pt x="2095" y="4518"/>
                  <a:pt x="2178" y="4531"/>
                </a:cubicBezTo>
                <a:lnTo>
                  <a:pt x="2273" y="4921"/>
                </a:lnTo>
                <a:lnTo>
                  <a:pt x="2667" y="4921"/>
                </a:lnTo>
                <a:lnTo>
                  <a:pt x="2768" y="4536"/>
                </a:lnTo>
                <a:cubicBezTo>
                  <a:pt x="2853" y="4525"/>
                  <a:pt x="2936" y="4510"/>
                  <a:pt x="3017" y="4489"/>
                </a:cubicBezTo>
                <a:lnTo>
                  <a:pt x="3252" y="4805"/>
                </a:lnTo>
                <a:lnTo>
                  <a:pt x="3614" y="4653"/>
                </a:lnTo>
                <a:lnTo>
                  <a:pt x="3558" y="4267"/>
                </a:lnTo>
                <a:cubicBezTo>
                  <a:pt x="3625" y="4229"/>
                  <a:pt x="3689" y="4187"/>
                  <a:pt x="3750" y="4141"/>
                </a:cubicBezTo>
                <a:lnTo>
                  <a:pt x="4081" y="4342"/>
                </a:lnTo>
                <a:lnTo>
                  <a:pt x="4360" y="4065"/>
                </a:lnTo>
                <a:lnTo>
                  <a:pt x="4165" y="3735"/>
                </a:lnTo>
                <a:cubicBezTo>
                  <a:pt x="4224" y="3659"/>
                  <a:pt x="4277" y="3579"/>
                  <a:pt x="4325" y="3495"/>
                </a:cubicBezTo>
                <a:lnTo>
                  <a:pt x="4703" y="3547"/>
                </a:lnTo>
                <a:lnTo>
                  <a:pt x="4847" y="3183"/>
                </a:lnTo>
                <a:lnTo>
                  <a:pt x="4540" y="2959"/>
                </a:lnTo>
                <a:cubicBezTo>
                  <a:pt x="4557" y="2891"/>
                  <a:pt x="4570" y="2821"/>
                  <a:pt x="4580" y="2749"/>
                </a:cubicBezTo>
                <a:lnTo>
                  <a:pt x="4948" y="2661"/>
                </a:lnTo>
                <a:lnTo>
                  <a:pt x="4948" y="2269"/>
                </a:lnTo>
                <a:lnTo>
                  <a:pt x="4580" y="2173"/>
                </a:lnTo>
                <a:cubicBezTo>
                  <a:pt x="4569" y="2091"/>
                  <a:pt x="4553" y="2011"/>
                  <a:pt x="4533" y="1932"/>
                </a:cubicBezTo>
                <a:lnTo>
                  <a:pt x="4839" y="1711"/>
                </a:lnTo>
                <a:lnTo>
                  <a:pt x="4690" y="1349"/>
                </a:lnTo>
                <a:lnTo>
                  <a:pt x="4310" y="1399"/>
                </a:lnTo>
                <a:cubicBezTo>
                  <a:pt x="4266" y="1326"/>
                  <a:pt x="4218" y="1255"/>
                  <a:pt x="4166" y="1188"/>
                </a:cubicBezTo>
                <a:lnTo>
                  <a:pt x="4366" y="862"/>
                </a:lnTo>
                <a:lnTo>
                  <a:pt x="4087" y="585"/>
                </a:lnTo>
                <a:lnTo>
                  <a:pt x="3752" y="781"/>
                </a:lnTo>
                <a:cubicBezTo>
                  <a:pt x="3691" y="736"/>
                  <a:pt x="3628" y="695"/>
                  <a:pt x="3563" y="656"/>
                </a:cubicBezTo>
                <a:lnTo>
                  <a:pt x="3626" y="274"/>
                </a:lnTo>
                <a:lnTo>
                  <a:pt x="3264" y="121"/>
                </a:lnTo>
                <a:lnTo>
                  <a:pt x="3022" y="433"/>
                </a:lnTo>
                <a:cubicBezTo>
                  <a:pt x="2939" y="412"/>
                  <a:pt x="2855" y="396"/>
                  <a:pt x="2769" y="385"/>
                </a:cubicBezTo>
                <a:lnTo>
                  <a:pt x="2675" y="0"/>
                </a:lnTo>
                <a:close/>
              </a:path>
            </a:pathLst>
          </a:custGeom>
          <a:solidFill>
            <a:srgbClr val="C00000"/>
          </a:solidFill>
          <a:ln w="28575" cap="flat">
            <a:noFill/>
            <a:prstDash val="solid"/>
            <a:miter lim="800000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ct val="20000"/>
              </a:spcBef>
              <a:buChar char="•"/>
            </a:pPr>
            <a:endParaRPr lang="zh-CN" altLang="en-US" sz="1400">
              <a:solidFill>
                <a:schemeClr val="tx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7" name="!!文本框 12">
            <a:extLst>
              <a:ext uri="{FF2B5EF4-FFF2-40B4-BE49-F238E27FC236}">
                <a16:creationId xmlns:a16="http://schemas.microsoft.com/office/drawing/2014/main" id="{A639DD47-1214-2DF6-891C-D405CDC48B93}"/>
              </a:ext>
            </a:extLst>
          </p:cNvPr>
          <p:cNvSpPr txBox="1"/>
          <p:nvPr/>
        </p:nvSpPr>
        <p:spPr>
          <a:xfrm>
            <a:off x="7737471" y="3701547"/>
            <a:ext cx="145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web</a:t>
            </a:r>
            <a:r>
              <a:rPr lang="zh-CN" altLang="en-US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开发</a:t>
            </a:r>
            <a:endParaRPr lang="en-US" altLang="zh-CN" b="1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课程安排</a:t>
            </a:r>
            <a:endParaRPr lang="en-US" altLang="zh-CN" b="1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6540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D0C71A35-D205-CA27-C91F-50B59A91F61E}"/>
              </a:ext>
            </a:extLst>
          </p:cNvPr>
          <p:cNvGrpSpPr/>
          <p:nvPr/>
        </p:nvGrpSpPr>
        <p:grpSpPr>
          <a:xfrm>
            <a:off x="663388" y="941294"/>
            <a:ext cx="3116304" cy="5883978"/>
            <a:chOff x="663388" y="941294"/>
            <a:chExt cx="3116304" cy="5883978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57C00044-EFB4-1E03-A30F-57BE1D1BA8FA}"/>
                </a:ext>
              </a:extLst>
            </p:cNvPr>
            <p:cNvSpPr/>
            <p:nvPr/>
          </p:nvSpPr>
          <p:spPr>
            <a:xfrm>
              <a:off x="663388" y="941294"/>
              <a:ext cx="3116304" cy="5737412"/>
            </a:xfrm>
            <a:prstGeom prst="roundRect">
              <a:avLst>
                <a:gd name="adj" fmla="val 3434"/>
              </a:avLst>
            </a:prstGeom>
            <a:solidFill>
              <a:srgbClr val="00B0F0">
                <a:alpha val="20000"/>
              </a:srgbClr>
            </a:solidFill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72FFEE07-05BA-7F14-65AB-EC3CEC16873D}"/>
                </a:ext>
              </a:extLst>
            </p:cNvPr>
            <p:cNvSpPr/>
            <p:nvPr/>
          </p:nvSpPr>
          <p:spPr>
            <a:xfrm>
              <a:off x="1667435" y="6535271"/>
              <a:ext cx="1057836" cy="290001"/>
            </a:xfrm>
            <a:prstGeom prst="roundRect">
              <a:avLst/>
            </a:prstGeom>
            <a:solidFill>
              <a:srgbClr val="CCEFFC"/>
            </a:solidFill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AI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  <p:sp>
        <p:nvSpPr>
          <p:cNvPr id="2" name="!!文本框 12">
            <a:extLst>
              <a:ext uri="{FF2B5EF4-FFF2-40B4-BE49-F238E27FC236}">
                <a16:creationId xmlns:a16="http://schemas.microsoft.com/office/drawing/2014/main" id="{CC9D019B-7794-5EBB-9B35-FDF9CF58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开发课程安排</a:t>
            </a: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0755B785-86A2-4619-6121-04DDACA3690F}"/>
              </a:ext>
            </a:extLst>
          </p:cNvPr>
          <p:cNvGrpSpPr/>
          <p:nvPr/>
        </p:nvGrpSpPr>
        <p:grpSpPr>
          <a:xfrm>
            <a:off x="4234326" y="1597498"/>
            <a:ext cx="7499932" cy="4125078"/>
            <a:chOff x="1149437" y="1478384"/>
            <a:chExt cx="7613646" cy="2474223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9EAA391F-731C-9F06-E0DB-9AFFD239C8DC}"/>
                </a:ext>
              </a:extLst>
            </p:cNvPr>
            <p:cNvSpPr/>
            <p:nvPr/>
          </p:nvSpPr>
          <p:spPr>
            <a:xfrm>
              <a:off x="1149437" y="1803425"/>
              <a:ext cx="691691" cy="198848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solidFill>
                <a:srgbClr val="00B0F0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浏览器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C672AC8-6C7A-E5DC-A38E-E1411451D6F2}"/>
                </a:ext>
              </a:extLst>
            </p:cNvPr>
            <p:cNvSpPr/>
            <p:nvPr/>
          </p:nvSpPr>
          <p:spPr>
            <a:xfrm>
              <a:off x="3189742" y="1803424"/>
              <a:ext cx="1038864" cy="1988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前端服务器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D0B060E-673A-642E-A0FE-071A435DF6AF}"/>
                </a:ext>
              </a:extLst>
            </p:cNvPr>
            <p:cNvSpPr/>
            <p:nvPr/>
          </p:nvSpPr>
          <p:spPr>
            <a:xfrm>
              <a:off x="5400839" y="1803424"/>
              <a:ext cx="1038864" cy="198848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后端服务器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0A31D0D-BE00-6C8B-509B-D321D4CFE8DF}"/>
                </a:ext>
              </a:extLst>
            </p:cNvPr>
            <p:cNvSpPr/>
            <p:nvPr/>
          </p:nvSpPr>
          <p:spPr>
            <a:xfrm>
              <a:off x="7724219" y="1803424"/>
              <a:ext cx="1038864" cy="198848"/>
            </a:xfrm>
            <a:prstGeom prst="rect">
              <a:avLst/>
            </a:prstGeom>
            <a:solidFill>
              <a:srgbClr val="C78FFC"/>
            </a:solidFill>
            <a:ln w="9525" cap="flat" cmpd="sng" algn="ctr">
              <a:solidFill>
                <a:srgbClr val="C78FFC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数据库服务器</a:t>
              </a:r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915E56E3-2A90-6339-9A80-AF79FCCD1E67}"/>
                </a:ext>
              </a:extLst>
            </p:cNvPr>
            <p:cNvCxnSpPr>
              <a:cxnSpLocks/>
              <a:stCxn id="59" idx="2"/>
            </p:cNvCxnSpPr>
            <p:nvPr/>
          </p:nvCxnSpPr>
          <p:spPr>
            <a:xfrm>
              <a:off x="1495282" y="2002272"/>
              <a:ext cx="0" cy="1950332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7CF910CB-09C6-7646-965F-2225764592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6585" y="2002271"/>
              <a:ext cx="1" cy="1950335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BC9C17F7-C51D-FC12-FAFA-D67E263987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0661" y="2002272"/>
              <a:ext cx="1" cy="1950335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D84D8910-2F1E-B9C5-6893-5DA61AD1C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6897" y="2002272"/>
              <a:ext cx="1" cy="1950335"/>
            </a:xfrm>
            <a:prstGeom prst="line">
              <a:avLst/>
            </a:prstGeom>
            <a:noFill/>
            <a:ln w="19050" cap="flat" cmpd="sng" algn="ctr">
              <a:solidFill>
                <a:srgbClr val="4F81BD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0CD0438E-471F-937A-B317-88D7255ED6B9}"/>
                </a:ext>
              </a:extLst>
            </p:cNvPr>
            <p:cNvCxnSpPr>
              <a:cxnSpLocks/>
            </p:cNvCxnSpPr>
            <p:nvPr/>
          </p:nvCxnSpPr>
          <p:spPr>
            <a:xfrm>
              <a:off x="1562773" y="2303074"/>
              <a:ext cx="208109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  <a:tailEnd type="triangle"/>
            </a:ln>
            <a:effectLst/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29559088-97AD-BAC4-C374-7B460332A4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4953" y="2507137"/>
              <a:ext cx="208109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ysDash"/>
              <a:tailEnd type="triangle"/>
            </a:ln>
            <a:effectLst/>
          </p:spPr>
        </p:cxnSp>
        <p:sp>
          <p:nvSpPr>
            <p:cNvPr id="69" name="文本占位符 8">
              <a:extLst>
                <a:ext uri="{FF2B5EF4-FFF2-40B4-BE49-F238E27FC236}">
                  <a16:creationId xmlns:a16="http://schemas.microsoft.com/office/drawing/2014/main" id="{C87C25E9-BA48-AA75-AC57-47D39CD1B1A9}"/>
                </a:ext>
              </a:extLst>
            </p:cNvPr>
            <p:cNvSpPr txBox="1">
              <a:spLocks/>
            </p:cNvSpPr>
            <p:nvPr/>
          </p:nvSpPr>
          <p:spPr>
            <a:xfrm>
              <a:off x="2382857" y="2119263"/>
              <a:ext cx="530858" cy="181617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0" name="文本占位符 8">
              <a:extLst>
                <a:ext uri="{FF2B5EF4-FFF2-40B4-BE49-F238E27FC236}">
                  <a16:creationId xmlns:a16="http://schemas.microsoft.com/office/drawing/2014/main" id="{79B92B7B-10CC-3651-D45E-84FA694D7EDE}"/>
                </a:ext>
              </a:extLst>
            </p:cNvPr>
            <p:cNvSpPr txBox="1">
              <a:spLocks/>
            </p:cNvSpPr>
            <p:nvPr/>
          </p:nvSpPr>
          <p:spPr>
            <a:xfrm>
              <a:off x="2402655" y="2466575"/>
              <a:ext cx="491262" cy="181703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1" name="users_94970">
              <a:extLst>
                <a:ext uri="{FF2B5EF4-FFF2-40B4-BE49-F238E27FC236}">
                  <a16:creationId xmlns:a16="http://schemas.microsoft.com/office/drawing/2014/main" id="{227414C9-0AF3-5676-5D38-9B9E60FACD99}"/>
                </a:ext>
              </a:extLst>
            </p:cNvPr>
            <p:cNvSpPr/>
            <p:nvPr/>
          </p:nvSpPr>
          <p:spPr>
            <a:xfrm>
              <a:off x="1272447" y="1478384"/>
              <a:ext cx="424136" cy="242116"/>
            </a:xfrm>
            <a:custGeom>
              <a:avLst/>
              <a:gdLst>
                <a:gd name="connsiteX0" fmla="*/ 60025 w 605236"/>
                <a:gd name="connsiteY0" fmla="*/ 344571 h 595643"/>
                <a:gd name="connsiteX1" fmla="*/ 290527 w 605236"/>
                <a:gd name="connsiteY1" fmla="*/ 344571 h 595643"/>
                <a:gd name="connsiteX2" fmla="*/ 329370 w 605236"/>
                <a:gd name="connsiteY2" fmla="*/ 376465 h 595643"/>
                <a:gd name="connsiteX3" fmla="*/ 349814 w 605236"/>
                <a:gd name="connsiteY3" fmla="*/ 479931 h 595643"/>
                <a:gd name="connsiteX4" fmla="*/ 331031 w 605236"/>
                <a:gd name="connsiteY4" fmla="*/ 528793 h 595643"/>
                <a:gd name="connsiteX5" fmla="*/ 175276 w 605236"/>
                <a:gd name="connsiteY5" fmla="*/ 595643 h 595643"/>
                <a:gd name="connsiteX6" fmla="*/ 19393 w 605236"/>
                <a:gd name="connsiteY6" fmla="*/ 528793 h 595643"/>
                <a:gd name="connsiteX7" fmla="*/ 738 w 605236"/>
                <a:gd name="connsiteY7" fmla="*/ 479931 h 595643"/>
                <a:gd name="connsiteX8" fmla="*/ 21182 w 605236"/>
                <a:gd name="connsiteY8" fmla="*/ 376465 h 595643"/>
                <a:gd name="connsiteX9" fmla="*/ 60025 w 605236"/>
                <a:gd name="connsiteY9" fmla="*/ 344571 h 595643"/>
                <a:gd name="connsiteX10" fmla="*/ 357987 w 605236"/>
                <a:gd name="connsiteY10" fmla="*/ 252695 h 595643"/>
                <a:gd name="connsiteX11" fmla="*/ 553093 w 605236"/>
                <a:gd name="connsiteY11" fmla="*/ 252695 h 595643"/>
                <a:gd name="connsiteX12" fmla="*/ 587208 w 605236"/>
                <a:gd name="connsiteY12" fmla="*/ 280762 h 595643"/>
                <a:gd name="connsiteX13" fmla="*/ 604585 w 605236"/>
                <a:gd name="connsiteY13" fmla="*/ 368409 h 595643"/>
                <a:gd name="connsiteX14" fmla="*/ 588231 w 605236"/>
                <a:gd name="connsiteY14" fmla="*/ 411020 h 595643"/>
                <a:gd name="connsiteX15" fmla="*/ 455476 w 605236"/>
                <a:gd name="connsiteY15" fmla="*/ 467920 h 595643"/>
                <a:gd name="connsiteX16" fmla="*/ 402323 w 605236"/>
                <a:gd name="connsiteY16" fmla="*/ 455928 h 595643"/>
                <a:gd name="connsiteX17" fmla="*/ 388524 w 605236"/>
                <a:gd name="connsiteY17" fmla="*/ 440618 h 595643"/>
                <a:gd name="connsiteX18" fmla="*/ 388269 w 605236"/>
                <a:gd name="connsiteY18" fmla="*/ 439725 h 595643"/>
                <a:gd name="connsiteX19" fmla="*/ 371403 w 605236"/>
                <a:gd name="connsiteY19" fmla="*/ 354503 h 595643"/>
                <a:gd name="connsiteX20" fmla="*/ 334732 w 605236"/>
                <a:gd name="connsiteY20" fmla="*/ 308064 h 595643"/>
                <a:gd name="connsiteX21" fmla="*/ 322722 w 605236"/>
                <a:gd name="connsiteY21" fmla="*/ 290458 h 595643"/>
                <a:gd name="connsiteX22" fmla="*/ 322722 w 605236"/>
                <a:gd name="connsiteY22" fmla="*/ 289693 h 595643"/>
                <a:gd name="connsiteX23" fmla="*/ 324127 w 605236"/>
                <a:gd name="connsiteY23" fmla="*/ 280762 h 595643"/>
                <a:gd name="connsiteX24" fmla="*/ 357987 w 605236"/>
                <a:gd name="connsiteY24" fmla="*/ 252695 h 595643"/>
                <a:gd name="connsiteX25" fmla="*/ 175276 w 605236"/>
                <a:gd name="connsiteY25" fmla="*/ 50313 h 595643"/>
                <a:gd name="connsiteX26" fmla="*/ 303670 w 605236"/>
                <a:gd name="connsiteY26" fmla="*/ 178531 h 595643"/>
                <a:gd name="connsiteX27" fmla="*/ 175276 w 605236"/>
                <a:gd name="connsiteY27" fmla="*/ 306749 h 595643"/>
                <a:gd name="connsiteX28" fmla="*/ 46882 w 605236"/>
                <a:gd name="connsiteY28" fmla="*/ 178531 h 595643"/>
                <a:gd name="connsiteX29" fmla="*/ 175276 w 605236"/>
                <a:gd name="connsiteY29" fmla="*/ 50313 h 595643"/>
                <a:gd name="connsiteX30" fmla="*/ 455527 w 605236"/>
                <a:gd name="connsiteY30" fmla="*/ 0 h 595643"/>
                <a:gd name="connsiteX31" fmla="*/ 562928 w 605236"/>
                <a:gd name="connsiteY31" fmla="*/ 107260 h 595643"/>
                <a:gd name="connsiteX32" fmla="*/ 455527 w 605236"/>
                <a:gd name="connsiteY32" fmla="*/ 214520 h 595643"/>
                <a:gd name="connsiteX33" fmla="*/ 348126 w 605236"/>
                <a:gd name="connsiteY33" fmla="*/ 107260 h 595643"/>
                <a:gd name="connsiteX34" fmla="*/ 455527 w 605236"/>
                <a:gd name="connsiteY34" fmla="*/ 0 h 59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05236" h="595643">
                  <a:moveTo>
                    <a:pt x="60025" y="344571"/>
                  </a:moveTo>
                  <a:lnTo>
                    <a:pt x="290527" y="344571"/>
                  </a:lnTo>
                  <a:cubicBezTo>
                    <a:pt x="308671" y="344571"/>
                    <a:pt x="325793" y="358605"/>
                    <a:pt x="329370" y="376465"/>
                  </a:cubicBezTo>
                  <a:lnTo>
                    <a:pt x="349814" y="479931"/>
                  </a:lnTo>
                  <a:cubicBezTo>
                    <a:pt x="353136" y="496898"/>
                    <a:pt x="344959" y="518331"/>
                    <a:pt x="331031" y="528793"/>
                  </a:cubicBezTo>
                  <a:cubicBezTo>
                    <a:pt x="327454" y="531472"/>
                    <a:pt x="241079" y="595643"/>
                    <a:pt x="175276" y="595643"/>
                  </a:cubicBezTo>
                  <a:cubicBezTo>
                    <a:pt x="109473" y="595643"/>
                    <a:pt x="23098" y="531472"/>
                    <a:pt x="19393" y="528793"/>
                  </a:cubicBezTo>
                  <a:cubicBezTo>
                    <a:pt x="5593" y="518331"/>
                    <a:pt x="-2584" y="496898"/>
                    <a:pt x="738" y="479931"/>
                  </a:cubicBezTo>
                  <a:lnTo>
                    <a:pt x="21182" y="376465"/>
                  </a:lnTo>
                  <a:cubicBezTo>
                    <a:pt x="24759" y="358605"/>
                    <a:pt x="41753" y="344571"/>
                    <a:pt x="60025" y="344571"/>
                  </a:cubicBezTo>
                  <a:close/>
                  <a:moveTo>
                    <a:pt x="357987" y="252695"/>
                  </a:moveTo>
                  <a:lnTo>
                    <a:pt x="553093" y="252695"/>
                  </a:lnTo>
                  <a:cubicBezTo>
                    <a:pt x="569065" y="252695"/>
                    <a:pt x="584142" y="265070"/>
                    <a:pt x="587208" y="280762"/>
                  </a:cubicBezTo>
                  <a:lnTo>
                    <a:pt x="604585" y="368409"/>
                  </a:lnTo>
                  <a:cubicBezTo>
                    <a:pt x="607524" y="383208"/>
                    <a:pt x="600241" y="401834"/>
                    <a:pt x="588231" y="411020"/>
                  </a:cubicBezTo>
                  <a:cubicBezTo>
                    <a:pt x="585164" y="413316"/>
                    <a:pt x="511696" y="467920"/>
                    <a:pt x="455476" y="467920"/>
                  </a:cubicBezTo>
                  <a:cubicBezTo>
                    <a:pt x="440272" y="467920"/>
                    <a:pt x="422384" y="463838"/>
                    <a:pt x="402323" y="455928"/>
                  </a:cubicBezTo>
                  <a:cubicBezTo>
                    <a:pt x="395679" y="453249"/>
                    <a:pt x="390824" y="447890"/>
                    <a:pt x="388524" y="440618"/>
                  </a:cubicBezTo>
                  <a:lnTo>
                    <a:pt x="388269" y="439725"/>
                  </a:lnTo>
                  <a:lnTo>
                    <a:pt x="371403" y="354503"/>
                  </a:lnTo>
                  <a:cubicBezTo>
                    <a:pt x="367697" y="335621"/>
                    <a:pt x="354537" y="318653"/>
                    <a:pt x="334732" y="308064"/>
                  </a:cubicBezTo>
                  <a:cubicBezTo>
                    <a:pt x="322722" y="301685"/>
                    <a:pt x="322722" y="291607"/>
                    <a:pt x="322722" y="290458"/>
                  </a:cubicBezTo>
                  <a:lnTo>
                    <a:pt x="322722" y="289693"/>
                  </a:lnTo>
                  <a:lnTo>
                    <a:pt x="324127" y="280762"/>
                  </a:lnTo>
                  <a:cubicBezTo>
                    <a:pt x="327194" y="265070"/>
                    <a:pt x="341888" y="252695"/>
                    <a:pt x="357987" y="252695"/>
                  </a:cubicBezTo>
                  <a:close/>
                  <a:moveTo>
                    <a:pt x="175276" y="50313"/>
                  </a:moveTo>
                  <a:cubicBezTo>
                    <a:pt x="246186" y="50313"/>
                    <a:pt x="303670" y="107718"/>
                    <a:pt x="303670" y="178531"/>
                  </a:cubicBezTo>
                  <a:cubicBezTo>
                    <a:pt x="303670" y="249344"/>
                    <a:pt x="246186" y="306749"/>
                    <a:pt x="175276" y="306749"/>
                  </a:cubicBezTo>
                  <a:cubicBezTo>
                    <a:pt x="104366" y="306749"/>
                    <a:pt x="46882" y="249344"/>
                    <a:pt x="46882" y="178531"/>
                  </a:cubicBezTo>
                  <a:cubicBezTo>
                    <a:pt x="46882" y="107718"/>
                    <a:pt x="104366" y="50313"/>
                    <a:pt x="175276" y="50313"/>
                  </a:cubicBezTo>
                  <a:close/>
                  <a:moveTo>
                    <a:pt x="455527" y="0"/>
                  </a:moveTo>
                  <a:cubicBezTo>
                    <a:pt x="514843" y="0"/>
                    <a:pt x="562928" y="48022"/>
                    <a:pt x="562928" y="107260"/>
                  </a:cubicBezTo>
                  <a:cubicBezTo>
                    <a:pt x="562928" y="166498"/>
                    <a:pt x="514843" y="214520"/>
                    <a:pt x="455527" y="214520"/>
                  </a:cubicBezTo>
                  <a:cubicBezTo>
                    <a:pt x="396211" y="214520"/>
                    <a:pt x="348126" y="166498"/>
                    <a:pt x="348126" y="107260"/>
                  </a:cubicBezTo>
                  <a:cubicBezTo>
                    <a:pt x="348126" y="48022"/>
                    <a:pt x="396211" y="0"/>
                    <a:pt x="455527" y="0"/>
                  </a:cubicBezTo>
                  <a:close/>
                </a:path>
              </a:pathLst>
            </a:cu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2256BBA1-4A29-0332-B032-67718CDCDA06}"/>
                </a:ext>
              </a:extLst>
            </p:cNvPr>
            <p:cNvSpPr/>
            <p:nvPr/>
          </p:nvSpPr>
          <p:spPr>
            <a:xfrm>
              <a:off x="3644050" y="2237691"/>
              <a:ext cx="147172" cy="410588"/>
            </a:xfrm>
            <a:prstGeom prst="roundRect">
              <a:avLst/>
            </a:prstGeom>
            <a:solidFill>
              <a:srgbClr val="F9F9F9"/>
            </a:solidFill>
            <a:ln w="1905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23F0A7BE-B08C-5E69-E855-147B8FE4CA7C}"/>
                </a:ext>
              </a:extLst>
            </p:cNvPr>
            <p:cNvCxnSpPr>
              <a:cxnSpLocks/>
            </p:cNvCxnSpPr>
            <p:nvPr/>
          </p:nvCxnSpPr>
          <p:spPr>
            <a:xfrm>
              <a:off x="1567997" y="2982219"/>
              <a:ext cx="426908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  <a:tailEnd type="triangle"/>
            </a:ln>
            <a:effectLst/>
          </p:spPr>
        </p:cxnSp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20E46690-ACA8-3613-F191-C1B1343552F1}"/>
                </a:ext>
              </a:extLst>
            </p:cNvPr>
            <p:cNvSpPr/>
            <p:nvPr/>
          </p:nvSpPr>
          <p:spPr>
            <a:xfrm>
              <a:off x="5837077" y="2898871"/>
              <a:ext cx="140682" cy="813825"/>
            </a:xfrm>
            <a:prstGeom prst="roundRect">
              <a:avLst/>
            </a:prstGeom>
            <a:solidFill>
              <a:srgbClr val="F9F9F9"/>
            </a:solidFill>
            <a:ln w="1905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67893F8A-E55E-4006-D2D5-D64A3955C41B}"/>
                </a:ext>
              </a:extLst>
            </p:cNvPr>
            <p:cNvSpPr/>
            <p:nvPr/>
          </p:nvSpPr>
          <p:spPr>
            <a:xfrm>
              <a:off x="8173315" y="3036023"/>
              <a:ext cx="140682" cy="541534"/>
            </a:xfrm>
            <a:prstGeom prst="roundRect">
              <a:avLst/>
            </a:prstGeom>
            <a:solidFill>
              <a:srgbClr val="F9F9F9"/>
            </a:solidFill>
            <a:ln w="1905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39F72ACE-BD08-5818-F6BC-95AC94062EBB}"/>
                </a:ext>
              </a:extLst>
            </p:cNvPr>
            <p:cNvCxnSpPr>
              <a:cxnSpLocks/>
            </p:cNvCxnSpPr>
            <p:nvPr/>
          </p:nvCxnSpPr>
          <p:spPr>
            <a:xfrm>
              <a:off x="5977760" y="3134878"/>
              <a:ext cx="21955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olid"/>
              <a:tailEnd type="triangle"/>
            </a:ln>
            <a:effectLst/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EC12837C-44FF-3C6F-BFE6-A3E58E7B7F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7760" y="3450619"/>
              <a:ext cx="2195571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ysDash"/>
              <a:tailEnd type="triangle"/>
            </a:ln>
            <a:effectLst/>
          </p:spPr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EA9BD850-109C-86A5-26FC-249761BC68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1179" y="3583257"/>
              <a:ext cx="425589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4F81BD"/>
              </a:solidFill>
              <a:prstDash val="sysDash"/>
              <a:tailEnd type="triangle"/>
            </a:ln>
            <a:effectLst/>
          </p:spPr>
        </p:cxnSp>
        <p:sp>
          <p:nvSpPr>
            <p:cNvPr id="79" name="文本占位符 8">
              <a:extLst>
                <a:ext uri="{FF2B5EF4-FFF2-40B4-BE49-F238E27FC236}">
                  <a16:creationId xmlns:a16="http://schemas.microsoft.com/office/drawing/2014/main" id="{ACF0FAC0-23AD-FEB0-64D0-086472273C5F}"/>
                </a:ext>
              </a:extLst>
            </p:cNvPr>
            <p:cNvSpPr txBox="1">
              <a:spLocks/>
            </p:cNvSpPr>
            <p:nvPr/>
          </p:nvSpPr>
          <p:spPr>
            <a:xfrm>
              <a:off x="6880283" y="2950408"/>
              <a:ext cx="477674" cy="181617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0" name="文本占位符 8">
              <a:extLst>
                <a:ext uri="{FF2B5EF4-FFF2-40B4-BE49-F238E27FC236}">
                  <a16:creationId xmlns:a16="http://schemas.microsoft.com/office/drawing/2014/main" id="{F5B74BA3-F737-86B2-07E4-6A489078F91E}"/>
                </a:ext>
              </a:extLst>
            </p:cNvPr>
            <p:cNvSpPr txBox="1">
              <a:spLocks/>
            </p:cNvSpPr>
            <p:nvPr/>
          </p:nvSpPr>
          <p:spPr>
            <a:xfrm>
              <a:off x="6866695" y="3406954"/>
              <a:ext cx="491262" cy="181703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1" name="矩形: 对角圆角 80">
              <a:extLst>
                <a:ext uri="{FF2B5EF4-FFF2-40B4-BE49-F238E27FC236}">
                  <a16:creationId xmlns:a16="http://schemas.microsoft.com/office/drawing/2014/main" id="{D9E2271D-47AA-9A0B-CEC3-E7A00285CEFC}"/>
                </a:ext>
              </a:extLst>
            </p:cNvPr>
            <p:cNvSpPr/>
            <p:nvPr/>
          </p:nvSpPr>
          <p:spPr>
            <a:xfrm>
              <a:off x="3358538" y="1961029"/>
              <a:ext cx="729658" cy="181616"/>
            </a:xfrm>
            <a:prstGeom prst="round2Diag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前端程序</a:t>
              </a:r>
            </a:p>
          </p:txBody>
        </p:sp>
        <p:sp>
          <p:nvSpPr>
            <p:cNvPr id="82" name="矩形: 对角圆角 81">
              <a:extLst>
                <a:ext uri="{FF2B5EF4-FFF2-40B4-BE49-F238E27FC236}">
                  <a16:creationId xmlns:a16="http://schemas.microsoft.com/office/drawing/2014/main" id="{E2B7D5B8-F62F-D6F7-3C22-7167D54484F6}"/>
                </a:ext>
              </a:extLst>
            </p:cNvPr>
            <p:cNvSpPr/>
            <p:nvPr/>
          </p:nvSpPr>
          <p:spPr>
            <a:xfrm>
              <a:off x="5523780" y="1958940"/>
              <a:ext cx="790382" cy="181616"/>
            </a:xfrm>
            <a:prstGeom prst="round2DiagRect">
              <a:avLst/>
            </a:prstGeom>
            <a:solidFill>
              <a:srgbClr val="92D050"/>
            </a:solidFill>
            <a:ln w="635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Java</a:t>
              </a: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程序</a:t>
              </a:r>
            </a:p>
          </p:txBody>
        </p:sp>
        <p:sp>
          <p:nvSpPr>
            <p:cNvPr id="83" name="文本占位符 8">
              <a:extLst>
                <a:ext uri="{FF2B5EF4-FFF2-40B4-BE49-F238E27FC236}">
                  <a16:creationId xmlns:a16="http://schemas.microsoft.com/office/drawing/2014/main" id="{17470426-9AF5-F48C-D771-0B281ADFB390}"/>
                </a:ext>
              </a:extLst>
            </p:cNvPr>
            <p:cNvSpPr txBox="1">
              <a:spLocks/>
            </p:cNvSpPr>
            <p:nvPr/>
          </p:nvSpPr>
          <p:spPr>
            <a:xfrm>
              <a:off x="3173945" y="2781567"/>
              <a:ext cx="462106" cy="181617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请求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4" name="文本占位符 8">
              <a:extLst>
                <a:ext uri="{FF2B5EF4-FFF2-40B4-BE49-F238E27FC236}">
                  <a16:creationId xmlns:a16="http://schemas.microsoft.com/office/drawing/2014/main" id="{7E23B273-FE81-3D15-C6ED-B7C1F1456EB5}"/>
                </a:ext>
              </a:extLst>
            </p:cNvPr>
            <p:cNvSpPr txBox="1">
              <a:spLocks/>
            </p:cNvSpPr>
            <p:nvPr/>
          </p:nvSpPr>
          <p:spPr>
            <a:xfrm>
              <a:off x="3170744" y="3566167"/>
              <a:ext cx="491262" cy="181703"/>
            </a:xfrm>
            <a:prstGeom prst="rect">
              <a:avLst/>
            </a:prstGeom>
          </p:spPr>
          <p:txBody>
            <a:bodyPr/>
            <a:lstStyle>
              <a:lvl1pPr marL="36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AutoNum type="arabicPeriod"/>
                <a:tabLst/>
                <a:defRPr lang="en-US" altLang="zh-CN" sz="1600" kern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720000" indent="-36000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lt"/>
                <a:buAutoNum type="arabicPeriod"/>
                <a:tabLst/>
                <a:defRPr lang="en-US" altLang="zh-CN" sz="1400" b="0" i="0" kern="1200" dirty="0">
                  <a:solidFill>
                    <a:schemeClr val="tx1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</a:defRPr>
              </a:lvl2pPr>
              <a:lvl3pPr marL="1079500" indent="-358775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+mj-ea"/>
                <a:buAutoNum type="circleNumDbPlain"/>
                <a:tabLst/>
                <a:defRPr lang="zh-CN" altLang="en-US" sz="1400" b="0" i="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04040"/>
                </a:buClr>
                <a:buSzPct val="85000"/>
                <a:buFont typeface="+mj-lt"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响应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D0D3587F-7212-EBCE-B2E4-59B39D58CE2F}"/>
                </a:ext>
              </a:extLst>
            </p:cNvPr>
            <p:cNvSpPr/>
            <p:nvPr/>
          </p:nvSpPr>
          <p:spPr>
            <a:xfrm>
              <a:off x="1415600" y="2101953"/>
              <a:ext cx="147171" cy="1727601"/>
            </a:xfrm>
            <a:prstGeom prst="roundRect">
              <a:avLst/>
            </a:prstGeom>
            <a:solidFill>
              <a:srgbClr val="F9F9F9"/>
            </a:solidFill>
            <a:ln w="1905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1B1221BB-701E-7538-560B-19B87B090E0E}"/>
              </a:ext>
            </a:extLst>
          </p:cNvPr>
          <p:cNvSpPr/>
          <p:nvPr/>
        </p:nvSpPr>
        <p:spPr>
          <a:xfrm>
            <a:off x="4132725" y="1424083"/>
            <a:ext cx="7779792" cy="4618182"/>
          </a:xfrm>
          <a:prstGeom prst="roundRect">
            <a:avLst>
              <a:gd name="adj" fmla="val 2242"/>
            </a:avLst>
          </a:prstGeom>
          <a:noFill/>
          <a:ln w="9525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7E44DC2C-71B4-29D3-D2C6-52CA1D33C981}"/>
              </a:ext>
            </a:extLst>
          </p:cNvPr>
          <p:cNvSpPr/>
          <p:nvPr/>
        </p:nvSpPr>
        <p:spPr>
          <a:xfrm>
            <a:off x="8149503" y="1424082"/>
            <a:ext cx="3693159" cy="4618182"/>
          </a:xfrm>
          <a:prstGeom prst="roundRect">
            <a:avLst>
              <a:gd name="adj" fmla="val 1737"/>
            </a:avLst>
          </a:prstGeom>
          <a:solidFill>
            <a:srgbClr val="BA8CDC">
              <a:alpha val="14902"/>
            </a:srgbClr>
          </a:solidFill>
          <a:ln w="3175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9B0140FD-F6CC-743A-06C8-3DCAD616D744}"/>
              </a:ext>
            </a:extLst>
          </p:cNvPr>
          <p:cNvSpPr/>
          <p:nvPr/>
        </p:nvSpPr>
        <p:spPr>
          <a:xfrm>
            <a:off x="5941653" y="1424083"/>
            <a:ext cx="1757337" cy="4618181"/>
          </a:xfrm>
          <a:prstGeom prst="roundRect">
            <a:avLst>
              <a:gd name="adj" fmla="val 2470"/>
            </a:avLst>
          </a:prstGeom>
          <a:solidFill>
            <a:srgbClr val="FFB2B1">
              <a:alpha val="14902"/>
            </a:srgbClr>
          </a:solidFill>
          <a:ln w="3175" cap="flat" cmpd="sng" algn="ctr">
            <a:solidFill>
              <a:srgbClr val="F79646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32CFDD81-67D7-BB8E-D4FA-05C7726AF046}"/>
              </a:ext>
            </a:extLst>
          </p:cNvPr>
          <p:cNvGrpSpPr/>
          <p:nvPr/>
        </p:nvGrpSpPr>
        <p:grpSpPr>
          <a:xfrm>
            <a:off x="825559" y="2345649"/>
            <a:ext cx="2788926" cy="1566486"/>
            <a:chOff x="829301" y="3221968"/>
            <a:chExt cx="2788926" cy="1566486"/>
          </a:xfrm>
        </p:grpSpPr>
        <p:sp>
          <p:nvSpPr>
            <p:cNvPr id="90" name="Rectangle 57">
              <a:extLst>
                <a:ext uri="{FF2B5EF4-FFF2-40B4-BE49-F238E27FC236}">
                  <a16:creationId xmlns:a16="http://schemas.microsoft.com/office/drawing/2014/main" id="{5E37293B-4EB5-8D09-3002-CFE33C9F15DC}"/>
                </a:ext>
              </a:extLst>
            </p:cNvPr>
            <p:cNvSpPr/>
            <p:nvPr/>
          </p:nvSpPr>
          <p:spPr>
            <a:xfrm>
              <a:off x="829301" y="3645872"/>
              <a:ext cx="2783960" cy="1142582"/>
            </a:xfrm>
            <a:prstGeom prst="rect">
              <a:avLst/>
            </a:prstGeom>
            <a:solidFill>
              <a:srgbClr val="C78FFC">
                <a:alpha val="21961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tIns="0" bIns="108000" rtlCol="0" anchor="t"/>
            <a:lstStyle/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Web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基础（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Maven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、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HTTP...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）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Web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实战（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IOC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、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DI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、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MySQL...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）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Web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原理（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SpringBoot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原理）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grpSp>
          <p:nvGrpSpPr>
            <p:cNvPr id="91" name="Group 1">
              <a:extLst>
                <a:ext uri="{FF2B5EF4-FFF2-40B4-BE49-F238E27FC236}">
                  <a16:creationId xmlns:a16="http://schemas.microsoft.com/office/drawing/2014/main" id="{E74C4D07-4871-DFF0-901B-3C5163990ECB}"/>
                </a:ext>
              </a:extLst>
            </p:cNvPr>
            <p:cNvGrpSpPr/>
            <p:nvPr/>
          </p:nvGrpSpPr>
          <p:grpSpPr>
            <a:xfrm>
              <a:off x="831776" y="3221968"/>
              <a:ext cx="2786451" cy="398694"/>
              <a:chOff x="1235982" y="2133600"/>
              <a:chExt cx="4717143" cy="584270"/>
            </a:xfrm>
          </p:grpSpPr>
          <p:sp>
            <p:nvSpPr>
              <p:cNvPr id="92" name="Rectangle 4">
                <a:extLst>
                  <a:ext uri="{FF2B5EF4-FFF2-40B4-BE49-F238E27FC236}">
                    <a16:creationId xmlns:a16="http://schemas.microsoft.com/office/drawing/2014/main" id="{D37766AC-4CAD-B8B4-0F25-AE668E8CE323}"/>
                  </a:ext>
                </a:extLst>
              </p:cNvPr>
              <p:cNvSpPr/>
              <p:nvPr/>
            </p:nvSpPr>
            <p:spPr>
              <a:xfrm>
                <a:off x="1235982" y="2133600"/>
                <a:ext cx="4717143" cy="584270"/>
              </a:xfrm>
              <a:prstGeom prst="rect">
                <a:avLst/>
              </a:prstGeom>
              <a:solidFill>
                <a:srgbClr val="C78FFC"/>
              </a:solidFill>
              <a:ln w="25400" cap="flat" cmpd="sng" algn="ctr">
                <a:noFill/>
                <a:prstDash val="solid"/>
              </a:ln>
              <a:effectLst>
                <a:outerShdw blurRad="88900" dist="38100" dir="5400000" sx="99000" sy="99000" algn="t" rotWithShape="0">
                  <a:prstClr val="black">
                    <a:alpha val="39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  <p:sp>
            <p:nvSpPr>
              <p:cNvPr id="93" name="Rectangle 3">
                <a:extLst>
                  <a:ext uri="{FF2B5EF4-FFF2-40B4-BE49-F238E27FC236}">
                    <a16:creationId xmlns:a16="http://schemas.microsoft.com/office/drawing/2014/main" id="{5E50DAFE-7761-9187-B93B-19FD9E7B18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0579" y="2167568"/>
                <a:ext cx="4247950" cy="45423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>
                <a:spAutoFit/>
              </a:bodyPr>
              <a:lstStyle>
                <a:lvl1pPr algn="ctr">
                  <a:spcBef>
                    <a:spcPct val="0"/>
                  </a:spcBef>
                  <a:buNone/>
                  <a:defRPr lang="ko-KR" altLang="en-US" sz="4400" b="1" baseline="0" dirty="0">
                    <a:solidFill>
                      <a:schemeClr val="bg1"/>
                    </a:solidFill>
                    <a:effectLst>
                      <a:outerShdw blurRad="12700" dist="25400" dir="5400000" algn="t" rotWithShape="0">
                        <a:prstClr val="black">
                          <a:alpha val="50000"/>
                        </a:prstClr>
                      </a:outerShdw>
                    </a:effectLst>
                    <a:latin typeface="Tahoma" pitchFamily="34" charset="0"/>
                    <a:ea typeface="Tahoma" pitchFamily="34" charset="0"/>
                    <a:cs typeface="Tahoma" pitchFamily="34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后端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Fira Code" panose="020B0809050000020004" pitchFamily="49" charset="0"/>
                    <a:cs typeface="阿里巴巴普惠体" panose="00020600040101010101" pitchFamily="18" charset="-122"/>
                  </a:rPr>
                  <a:t>Web</a:t>
                </a:r>
                <a:r>
                  <a:rPr kumimoji="0" lang="zh-CN" altLang="en-US" sz="14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开发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(1</a:t>
                </a:r>
                <a:r>
                  <a:rPr lang="en-US" altLang="zh-CN" sz="1400" kern="0">
                    <a:solidFill>
                      <a:prstClr val="white"/>
                    </a:solidFill>
                    <a:effectLst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2</a:t>
                </a:r>
                <a:r>
                  <a:rPr kumimoji="0" lang="zh-CN" altLang="en-US" sz="14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天</a:t>
                </a:r>
                <a:r>
                  <a:rPr kumimoji="0" lang="en-US" altLang="zh-CN" sz="14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ira Code" panose="020B0809050000020004" pitchFamily="49" charset="0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)</a:t>
                </a:r>
                <a:endParaRPr kumimoji="0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endParaRPr>
              </a:p>
            </p:txBody>
          </p:sp>
        </p:grp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700692D7-C3B5-7B13-4312-32CC81EB6F62}"/>
              </a:ext>
            </a:extLst>
          </p:cNvPr>
          <p:cNvGrpSpPr/>
          <p:nvPr/>
        </p:nvGrpSpPr>
        <p:grpSpPr>
          <a:xfrm>
            <a:off x="830517" y="1092490"/>
            <a:ext cx="2788926" cy="1190295"/>
            <a:chOff x="837360" y="4764893"/>
            <a:chExt cx="2788926" cy="1190295"/>
          </a:xfrm>
        </p:grpSpPr>
        <p:sp>
          <p:nvSpPr>
            <p:cNvPr id="95" name="Rectangle 57">
              <a:extLst>
                <a:ext uri="{FF2B5EF4-FFF2-40B4-BE49-F238E27FC236}">
                  <a16:creationId xmlns:a16="http://schemas.microsoft.com/office/drawing/2014/main" id="{E08C13F3-1885-E75A-C7F3-2AE6AFBDCF51}"/>
                </a:ext>
              </a:extLst>
            </p:cNvPr>
            <p:cNvSpPr/>
            <p:nvPr/>
          </p:nvSpPr>
          <p:spPr>
            <a:xfrm>
              <a:off x="837360" y="5180289"/>
              <a:ext cx="2783960" cy="774899"/>
            </a:xfrm>
            <a:prstGeom prst="rect">
              <a:avLst/>
            </a:prstGeom>
            <a:solidFill>
              <a:srgbClr val="92D050">
                <a:alpha val="21961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tIns="0" bIns="108000" rtlCol="0" anchor="ctr"/>
            <a:lstStyle/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HTML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、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CSS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、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JavaScript</a:t>
              </a:r>
              <a:endPara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Vue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、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Ajax</a:t>
              </a:r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id="{9ACF66A5-0AB7-73A6-0D2F-FE003C53CD37}"/>
                </a:ext>
              </a:extLst>
            </p:cNvPr>
            <p:cNvSpPr/>
            <p:nvPr/>
          </p:nvSpPr>
          <p:spPr>
            <a:xfrm>
              <a:off x="839835" y="4764893"/>
              <a:ext cx="2786451" cy="372132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97" name="Rectangle 3">
              <a:extLst>
                <a:ext uri="{FF2B5EF4-FFF2-40B4-BE49-F238E27FC236}">
                  <a16:creationId xmlns:a16="http://schemas.microsoft.com/office/drawing/2014/main" id="{D8FE2BA7-71B6-AE35-595F-6E0904FC2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413" y="4786528"/>
              <a:ext cx="2509295" cy="309958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Web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开发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-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基础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(2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天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</a:t>
              </a:r>
              <a:endPara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801C5EE6-85B2-DBE5-D90A-4CE56B101637}"/>
              </a:ext>
            </a:extLst>
          </p:cNvPr>
          <p:cNvGrpSpPr/>
          <p:nvPr/>
        </p:nvGrpSpPr>
        <p:grpSpPr>
          <a:xfrm>
            <a:off x="5957564" y="1483929"/>
            <a:ext cx="786216" cy="576251"/>
            <a:chOff x="1788687" y="3059522"/>
            <a:chExt cx="4810796" cy="3639058"/>
          </a:xfrm>
        </p:grpSpPr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0617EA94-451A-CDE2-95C6-D315FC78C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8687" y="3059522"/>
              <a:ext cx="4810796" cy="3639058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2FCE2E77-6DB9-96EA-F0D2-B17581C18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5375" y="3219477"/>
              <a:ext cx="4501001" cy="2328907"/>
            </a:xfrm>
            <a:prstGeom prst="rect">
              <a:avLst/>
            </a:prstGeom>
          </p:spPr>
        </p:pic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6DA2A6BE-B703-2EE4-0F05-E1C26B7BDD2A}"/>
              </a:ext>
            </a:extLst>
          </p:cNvPr>
          <p:cNvGrpSpPr/>
          <p:nvPr/>
        </p:nvGrpSpPr>
        <p:grpSpPr>
          <a:xfrm>
            <a:off x="6883945" y="1451953"/>
            <a:ext cx="319492" cy="625284"/>
            <a:chOff x="7483677" y="843369"/>
            <a:chExt cx="2548428" cy="4987582"/>
          </a:xfrm>
        </p:grpSpPr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4C9ED25F-2BD7-FA03-728D-8F2AAAEF0B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680" t="2028" r="5956" b="2118"/>
            <a:stretch/>
          </p:blipFill>
          <p:spPr>
            <a:xfrm>
              <a:off x="7483677" y="843369"/>
              <a:ext cx="2548428" cy="4987582"/>
            </a:xfrm>
            <a:prstGeom prst="roundRect">
              <a:avLst>
                <a:gd name="adj" fmla="val 15737"/>
              </a:avLst>
            </a:prstGeom>
            <a:ln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</p:pic>
        <p:pic>
          <p:nvPicPr>
            <p:cNvPr id="103" name="图片 102" descr="图形用户界面, 应用程序&#10;&#10;描述已自动生成">
              <a:extLst>
                <a:ext uri="{FF2B5EF4-FFF2-40B4-BE49-F238E27FC236}">
                  <a16:creationId xmlns:a16="http://schemas.microsoft.com/office/drawing/2014/main" id="{93C3812A-8654-F8B7-28AB-1A60F3325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4181" y="940080"/>
              <a:ext cx="2383946" cy="4789873"/>
            </a:xfrm>
            <a:prstGeom prst="roundRect">
              <a:avLst>
                <a:gd name="adj" fmla="val 10397"/>
              </a:avLst>
            </a:prstGeom>
            <a:solidFill>
              <a:sysClr val="window" lastClr="FFFFFF"/>
            </a:solidFill>
          </p:spPr>
        </p:pic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2F4CA70A-5C7C-B85A-4D3F-E4643D2725F5}"/>
                </a:ext>
              </a:extLst>
            </p:cNvPr>
            <p:cNvSpPr/>
            <p:nvPr/>
          </p:nvSpPr>
          <p:spPr>
            <a:xfrm>
              <a:off x="8159261" y="886936"/>
              <a:ext cx="1261919" cy="254158"/>
            </a:xfrm>
            <a:prstGeom prst="roundRect">
              <a:avLst>
                <a:gd name="adj" fmla="val 32352"/>
              </a:avLst>
            </a:prstGeom>
            <a:solidFill>
              <a:sysClr val="windowText" lastClr="000000">
                <a:lumMod val="95000"/>
                <a:lumOff val="5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黑体"/>
                <a:cs typeface="+mn-cs"/>
              </a:endParaRP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FA3E8DC8-3614-902A-67A1-357C544E79AC}"/>
              </a:ext>
            </a:extLst>
          </p:cNvPr>
          <p:cNvGrpSpPr/>
          <p:nvPr/>
        </p:nvGrpSpPr>
        <p:grpSpPr>
          <a:xfrm>
            <a:off x="7332626" y="1451953"/>
            <a:ext cx="319492" cy="625284"/>
            <a:chOff x="1083164" y="1313347"/>
            <a:chExt cx="2586741" cy="5062561"/>
          </a:xfrm>
        </p:grpSpPr>
        <p:pic>
          <p:nvPicPr>
            <p:cNvPr id="106" name="图片 105">
              <a:extLst>
                <a:ext uri="{FF2B5EF4-FFF2-40B4-BE49-F238E27FC236}">
                  <a16:creationId xmlns:a16="http://schemas.microsoft.com/office/drawing/2014/main" id="{28E03557-3599-EB6A-ACDB-BA4DB66557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680" t="2028" r="5956" b="2118"/>
            <a:stretch/>
          </p:blipFill>
          <p:spPr>
            <a:xfrm>
              <a:off x="1083164" y="1313347"/>
              <a:ext cx="2586741" cy="5062561"/>
            </a:xfrm>
            <a:prstGeom prst="roundRect">
              <a:avLst>
                <a:gd name="adj" fmla="val 15737"/>
              </a:avLst>
            </a:prstGeom>
            <a:ln>
              <a:solidFill>
                <a:sysClr val="windowText" lastClr="000000">
                  <a:lumMod val="75000"/>
                  <a:lumOff val="25000"/>
                </a:sysClr>
              </a:solidFill>
            </a:ln>
          </p:spPr>
        </p:pic>
        <p:pic>
          <p:nvPicPr>
            <p:cNvPr id="107" name="图片 106" descr="黑暗中的蓝色星球&#10;&#10;描述已自动生成">
              <a:extLst>
                <a:ext uri="{FF2B5EF4-FFF2-40B4-BE49-F238E27FC236}">
                  <a16:creationId xmlns:a16="http://schemas.microsoft.com/office/drawing/2014/main" id="{8F3C65EC-D8A2-1FB5-951A-15306F331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900" y="1406253"/>
              <a:ext cx="2433484" cy="4897831"/>
            </a:xfrm>
            <a:prstGeom prst="roundRect">
              <a:avLst>
                <a:gd name="adj" fmla="val 11034"/>
              </a:avLst>
            </a:prstGeom>
          </p:spPr>
        </p:pic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AC5E44B9-2299-A172-A069-B548774F953A}"/>
              </a:ext>
            </a:extLst>
          </p:cNvPr>
          <p:cNvGrpSpPr/>
          <p:nvPr/>
        </p:nvGrpSpPr>
        <p:grpSpPr>
          <a:xfrm>
            <a:off x="829971" y="3983717"/>
            <a:ext cx="2788926" cy="1158827"/>
            <a:chOff x="837360" y="4764893"/>
            <a:chExt cx="2788926" cy="1158827"/>
          </a:xfrm>
        </p:grpSpPr>
        <p:sp>
          <p:nvSpPr>
            <p:cNvPr id="109" name="Rectangle 57">
              <a:extLst>
                <a:ext uri="{FF2B5EF4-FFF2-40B4-BE49-F238E27FC236}">
                  <a16:creationId xmlns:a16="http://schemas.microsoft.com/office/drawing/2014/main" id="{FB45113E-7D5D-CBE3-2DA6-1C91386755B7}"/>
                </a:ext>
              </a:extLst>
            </p:cNvPr>
            <p:cNvSpPr/>
            <p:nvPr/>
          </p:nvSpPr>
          <p:spPr>
            <a:xfrm>
              <a:off x="837360" y="5171324"/>
              <a:ext cx="2783960" cy="752396"/>
            </a:xfrm>
            <a:prstGeom prst="rect">
              <a:avLst/>
            </a:prstGeom>
            <a:solidFill>
              <a:srgbClr val="92D050">
                <a:alpha val="21961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tIns="0" bIns="108000" rtlCol="0" anchor="ctr"/>
            <a:lstStyle/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Vue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工程化、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ElementPlus</a:t>
              </a:r>
            </a:p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案例</a:t>
              </a:r>
              <a:r>
                <a:rPr kumimoji="0" lang="en-US" altLang="zh-CN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-Vue3</a:t>
              </a:r>
              <a:r>
                <a:rPr kumimoji="0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项目</a:t>
              </a: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0" name="Rectangle 4">
              <a:extLst>
                <a:ext uri="{FF2B5EF4-FFF2-40B4-BE49-F238E27FC236}">
                  <a16:creationId xmlns:a16="http://schemas.microsoft.com/office/drawing/2014/main" id="{BDB782FF-AE0B-C0CE-2858-36C8178694AC}"/>
                </a:ext>
              </a:extLst>
            </p:cNvPr>
            <p:cNvSpPr/>
            <p:nvPr/>
          </p:nvSpPr>
          <p:spPr>
            <a:xfrm>
              <a:off x="839835" y="4764893"/>
              <a:ext cx="2786451" cy="372132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111" name="Rectangle 3">
              <a:extLst>
                <a:ext uri="{FF2B5EF4-FFF2-40B4-BE49-F238E27FC236}">
                  <a16:creationId xmlns:a16="http://schemas.microsoft.com/office/drawing/2014/main" id="{679A0268-3A2D-AF8D-2A21-1972C1C8C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413" y="4786528"/>
              <a:ext cx="2509295" cy="309958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前端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Web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开发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-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(4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天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</a:t>
              </a:r>
              <a:endPara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3B1806C9-A3E9-5C98-25DB-9BBEA1DD69DB}"/>
              </a:ext>
            </a:extLst>
          </p:cNvPr>
          <p:cNvGrpSpPr/>
          <p:nvPr/>
        </p:nvGrpSpPr>
        <p:grpSpPr>
          <a:xfrm>
            <a:off x="823076" y="5217066"/>
            <a:ext cx="2788926" cy="1149862"/>
            <a:chOff x="837360" y="4764893"/>
            <a:chExt cx="2788926" cy="1149862"/>
          </a:xfrm>
        </p:grpSpPr>
        <p:sp>
          <p:nvSpPr>
            <p:cNvPr id="113" name="Rectangle 57">
              <a:extLst>
                <a:ext uri="{FF2B5EF4-FFF2-40B4-BE49-F238E27FC236}">
                  <a16:creationId xmlns:a16="http://schemas.microsoft.com/office/drawing/2014/main" id="{FB7416DA-DFBD-A949-F131-8E0D463E9804}"/>
                </a:ext>
              </a:extLst>
            </p:cNvPr>
            <p:cNvSpPr/>
            <p:nvPr/>
          </p:nvSpPr>
          <p:spPr>
            <a:xfrm>
              <a:off x="837360" y="5162359"/>
              <a:ext cx="2783960" cy="752396"/>
            </a:xfrm>
            <a:prstGeom prst="rect">
              <a:avLst/>
            </a:prstGeom>
            <a:solidFill>
              <a:schemeClr val="accent5">
                <a:lumMod val="75000"/>
                <a:alpha val="21961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tIns="0" bIns="108000" rtlCol="0" anchor="ctr"/>
            <a:lstStyle/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lang="en-US" altLang="zh-CN" sz="1200" kern="0">
                  <a:solidFill>
                    <a:prstClr val="black">
                      <a:lumMod val="85000"/>
                      <a:lumOff val="15000"/>
                    </a:prst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Linux</a:t>
              </a: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lang="en-US" altLang="zh-CN" sz="1200" kern="0">
                  <a:solidFill>
                    <a:prstClr val="black">
                      <a:lumMod val="85000"/>
                      <a:lumOff val="15000"/>
                    </a:prstClr>
                  </a:solidFill>
                  <a:latin typeface="Fira Code" panose="020B0809050000020004" pitchFamily="49" charset="0"/>
                  <a:ea typeface="黑体"/>
                  <a:cs typeface="阿里巴巴普惠体" panose="00020600040101010101" pitchFamily="18" charset="-122"/>
                </a:rPr>
                <a:t>Docker</a:t>
              </a: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4" name="Rectangle 4">
              <a:extLst>
                <a:ext uri="{FF2B5EF4-FFF2-40B4-BE49-F238E27FC236}">
                  <a16:creationId xmlns:a16="http://schemas.microsoft.com/office/drawing/2014/main" id="{1903CD7D-16E3-4772-E8BD-9E689AA8600D}"/>
                </a:ext>
              </a:extLst>
            </p:cNvPr>
            <p:cNvSpPr/>
            <p:nvPr/>
          </p:nvSpPr>
          <p:spPr>
            <a:xfrm>
              <a:off x="839835" y="4764893"/>
              <a:ext cx="2786451" cy="3721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sp>
          <p:nvSpPr>
            <p:cNvPr id="115" name="Rectangle 3">
              <a:extLst>
                <a:ext uri="{FF2B5EF4-FFF2-40B4-BE49-F238E27FC236}">
                  <a16:creationId xmlns:a16="http://schemas.microsoft.com/office/drawing/2014/main" id="{0A4FE95F-538F-496D-667B-D249559CE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413" y="4786528"/>
              <a:ext cx="2509295" cy="309958"/>
            </a:xfrm>
            <a:prstGeom prst="rect">
              <a:avLst/>
            </a:prstGeom>
            <a:noFill/>
          </p:spPr>
          <p:txBody>
            <a:bodyPr wrap="square" lIns="90000" tIns="46800" rIns="90000" bIns="46800">
              <a:spAutoFit/>
            </a:bodyPr>
            <a:lstStyle>
              <a:lvl1pPr algn="ctr">
                <a:spcBef>
                  <a:spcPct val="0"/>
                </a:spcBef>
                <a:buNone/>
                <a:defRPr lang="ko-KR" altLang="en-US" sz="4400" b="1" baseline="0" dirty="0">
                  <a:solidFill>
                    <a:schemeClr val="bg1"/>
                  </a:solidFill>
                  <a:effectLst>
                    <a:outerShdw blurRad="12700" dist="25400" dir="5400000" algn="t" rotWithShape="0">
                      <a:prstClr val="black">
                        <a:alpha val="50000"/>
                      </a:prstClr>
                    </a:outerShdw>
                  </a:effectLst>
                  <a:latin typeface="Tahoma" pitchFamily="34" charset="0"/>
                  <a:ea typeface="Tahoma" pitchFamily="34" charset="0"/>
                  <a:cs typeface="Tahoma" pitchFamily="34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kern="0">
                  <a:solidFill>
                    <a:prstClr val="white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项目部署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(2</a:t>
              </a:r>
              <a:r>
                <a:rPr kumimoji="0" lang="zh-CN" alt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天</a:t>
              </a: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)</a:t>
              </a:r>
              <a:endPara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8134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8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11B1C48-7402-3749-C5B8-3F876E66F4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前端开发</a:t>
            </a:r>
          </a:p>
        </p:txBody>
      </p:sp>
    </p:spTree>
    <p:extLst>
      <p:ext uri="{BB962C8B-B14F-4D97-AF65-F5344CB8AC3E}">
        <p14:creationId xmlns:p14="http://schemas.microsoft.com/office/powerpoint/2010/main" val="605806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21176</TotalTime>
  <Words>546</Words>
  <Application>Microsoft Office PowerPoint</Application>
  <PresentationFormat>宽屏</PresentationFormat>
  <Paragraphs>145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Alibaba PuHuiTi B</vt:lpstr>
      <vt:lpstr>阿里巴巴普惠体</vt:lpstr>
      <vt:lpstr>阿里巴巴普惠体 Heavy</vt:lpstr>
      <vt:lpstr>阿里巴巴普惠体 Medium</vt:lpstr>
      <vt:lpstr>等线</vt:lpstr>
      <vt:lpstr>黑体</vt:lpstr>
      <vt:lpstr>楷体</vt:lpstr>
      <vt:lpstr>微软雅黑</vt:lpstr>
      <vt:lpstr>Arial</vt:lpstr>
      <vt:lpstr>Calibri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Web开发介绍（AI）</vt:lpstr>
      <vt:lpstr>什么是Web</vt:lpstr>
      <vt:lpstr>什么是Web</vt:lpstr>
      <vt:lpstr>什么是Web</vt:lpstr>
      <vt:lpstr>什么是Web</vt:lpstr>
      <vt:lpstr>Web网站的工作流程</vt:lpstr>
      <vt:lpstr>Web网站的工作流程</vt:lpstr>
      <vt:lpstr>Web网站的工作流程</vt:lpstr>
      <vt:lpstr>Web网站的工作流程</vt:lpstr>
      <vt:lpstr>Web网站的开发模式</vt:lpstr>
      <vt:lpstr>Web网站的开发模式</vt:lpstr>
      <vt:lpstr>Web网站的工作流程</vt:lpstr>
      <vt:lpstr>什么是Web</vt:lpstr>
      <vt:lpstr>Web开发课程安排</vt:lpstr>
      <vt:lpstr>Web前端开发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2285</cp:revision>
  <cp:lastPrinted>2022-05-29T16:00:00Z</cp:lastPrinted>
  <dcterms:created xsi:type="dcterms:W3CDTF">2022-05-29T16:00:00Z</dcterms:created>
  <dcterms:modified xsi:type="dcterms:W3CDTF">2024-09-12T13:17:25Z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