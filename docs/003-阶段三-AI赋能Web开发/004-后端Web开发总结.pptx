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13"/>
  </p:notesMasterIdLst>
  <p:handoutMasterIdLst>
    <p:handoutMasterId r:id="rId14"/>
  </p:handoutMasterIdLst>
  <p:sldIdLst>
    <p:sldId id="280" r:id="rId6"/>
    <p:sldId id="731" r:id="rId7"/>
    <p:sldId id="732" r:id="rId8"/>
    <p:sldId id="733" r:id="rId9"/>
    <p:sldId id="734" r:id="rId10"/>
    <p:sldId id="736" r:id="rId11"/>
    <p:sldId id="288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C3B"/>
    <a:srgbClr val="C78FFC"/>
    <a:srgbClr val="871094"/>
    <a:srgbClr val="282D2C"/>
    <a:srgbClr val="00B050"/>
    <a:srgbClr val="FFC000"/>
    <a:srgbClr val="9933FF"/>
    <a:srgbClr val="C00000"/>
    <a:srgbClr val="FFFFD5"/>
    <a:srgbClr val="35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1012" y="3768292"/>
            <a:ext cx="1374588" cy="731990"/>
          </a:xfrm>
        </p:spPr>
        <p:txBody>
          <a:bodyPr/>
          <a:lstStyle/>
          <a:p>
            <a:r>
              <a:rPr lang="zh-CN" altLang="en-US" sz="4400">
                <a:solidFill>
                  <a:srgbClr val="00206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总结</a:t>
            </a:r>
            <a:endParaRPr lang="en-US" altLang="zh-CN" sz="4400">
              <a:solidFill>
                <a:srgbClr val="00206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40" name="!!矩形: 圆角 28">
            <a:extLst>
              <a:ext uri="{FF2B5EF4-FFF2-40B4-BE49-F238E27FC236}">
                <a16:creationId xmlns:a16="http://schemas.microsoft.com/office/drawing/2014/main" id="{333F5362-21AB-5161-43DD-1BC021002F2C}"/>
              </a:ext>
            </a:extLst>
          </p:cNvPr>
          <p:cNvSpPr/>
          <p:nvPr/>
        </p:nvSpPr>
        <p:spPr>
          <a:xfrm>
            <a:off x="2593497" y="2189175"/>
            <a:ext cx="7005006" cy="3216368"/>
          </a:xfrm>
          <a:prstGeom prst="roundRect">
            <a:avLst>
              <a:gd name="adj" fmla="val 4996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41" name="!!矩形: 对角圆角 10">
            <a:extLst>
              <a:ext uri="{FF2B5EF4-FFF2-40B4-BE49-F238E27FC236}">
                <a16:creationId xmlns:a16="http://schemas.microsoft.com/office/drawing/2014/main" id="{91E3298B-4D1F-BCE6-B3BA-444F6B59EE74}"/>
              </a:ext>
            </a:extLst>
          </p:cNvPr>
          <p:cNvSpPr/>
          <p:nvPr/>
        </p:nvSpPr>
        <p:spPr>
          <a:xfrm>
            <a:off x="5566136" y="2562859"/>
            <a:ext cx="1305227" cy="2510761"/>
          </a:xfrm>
          <a:prstGeom prst="round2DiagRect">
            <a:avLst/>
          </a:prstGeom>
          <a:solidFill>
            <a:srgbClr val="FFFFB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endParaRPr lang="en-US" altLang="zh-CN" sz="1000" b="1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42" name="!!矩形: 对角圆角 11">
            <a:extLst>
              <a:ext uri="{FF2B5EF4-FFF2-40B4-BE49-F238E27FC236}">
                <a16:creationId xmlns:a16="http://schemas.microsoft.com/office/drawing/2014/main" id="{E97566EE-83C4-7D4C-D1F9-B8CD5D358ABA}"/>
              </a:ext>
            </a:extLst>
          </p:cNvPr>
          <p:cNvSpPr/>
          <p:nvPr/>
        </p:nvSpPr>
        <p:spPr>
          <a:xfrm>
            <a:off x="3177159" y="2562859"/>
            <a:ext cx="1305227" cy="2510761"/>
          </a:xfrm>
          <a:prstGeom prst="round2DiagRect">
            <a:avLst/>
          </a:prstGeom>
          <a:solidFill>
            <a:srgbClr val="FFCCB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en-US" altLang="zh-CN" sz="1050" b="1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F0A1418-3D8F-AA05-32DF-0D4959E8780E}"/>
              </a:ext>
            </a:extLst>
          </p:cNvPr>
          <p:cNvGrpSpPr/>
          <p:nvPr/>
        </p:nvGrpSpPr>
        <p:grpSpPr>
          <a:xfrm>
            <a:off x="1150732" y="3370778"/>
            <a:ext cx="780070" cy="786974"/>
            <a:chOff x="1288572" y="3466291"/>
            <a:chExt cx="1076475" cy="1086002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E198261D-D266-5AFD-CA29-1EA7CB8F8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7AF91C53-4EF5-8E85-AAD8-6F2DB2E44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46" name="!!矩形: 对角圆角 9">
            <a:extLst>
              <a:ext uri="{FF2B5EF4-FFF2-40B4-BE49-F238E27FC236}">
                <a16:creationId xmlns:a16="http://schemas.microsoft.com/office/drawing/2014/main" id="{F4FAB8DB-2690-8D47-E64B-4C9B7F8333C2}"/>
              </a:ext>
            </a:extLst>
          </p:cNvPr>
          <p:cNvSpPr/>
          <p:nvPr/>
        </p:nvSpPr>
        <p:spPr>
          <a:xfrm>
            <a:off x="7814039" y="2562858"/>
            <a:ext cx="1305229" cy="2510761"/>
          </a:xfrm>
          <a:prstGeom prst="round2DiagRect">
            <a:avLst/>
          </a:prstGeom>
          <a:solidFill>
            <a:srgbClr val="CCEFC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Dao</a:t>
            </a:r>
            <a:endParaRPr lang="en-US" altLang="zh-CN" sz="1000" b="1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D7E4932-0DFE-132F-FCFA-91282680BD6D}"/>
              </a:ext>
            </a:extLst>
          </p:cNvPr>
          <p:cNvGrpSpPr/>
          <p:nvPr/>
        </p:nvGrpSpPr>
        <p:grpSpPr>
          <a:xfrm>
            <a:off x="10294082" y="3112183"/>
            <a:ext cx="1099976" cy="1338610"/>
            <a:chOff x="10745525" y="3144541"/>
            <a:chExt cx="1099976" cy="1338610"/>
          </a:xfrm>
        </p:grpSpPr>
        <p:sp>
          <p:nvSpPr>
            <p:cNvPr id="48" name="圆柱体 47">
              <a:extLst>
                <a:ext uri="{FF2B5EF4-FFF2-40B4-BE49-F238E27FC236}">
                  <a16:creationId xmlns:a16="http://schemas.microsoft.com/office/drawing/2014/main" id="{3CADBC0F-79A5-4F10-75EE-21735A2DED89}"/>
                </a:ext>
              </a:extLst>
            </p:cNvPr>
            <p:cNvSpPr/>
            <p:nvPr/>
          </p:nvSpPr>
          <p:spPr>
            <a:xfrm>
              <a:off x="10745525" y="3965961"/>
              <a:ext cx="1099976" cy="517190"/>
            </a:xfrm>
            <a:prstGeom prst="can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49" name="圆柱体 48">
              <a:extLst>
                <a:ext uri="{FF2B5EF4-FFF2-40B4-BE49-F238E27FC236}">
                  <a16:creationId xmlns:a16="http://schemas.microsoft.com/office/drawing/2014/main" id="{FB1A5C5B-0D9D-5606-0015-F01AECF30B1A}"/>
                </a:ext>
              </a:extLst>
            </p:cNvPr>
            <p:cNvSpPr/>
            <p:nvPr/>
          </p:nvSpPr>
          <p:spPr>
            <a:xfrm>
              <a:off x="10745525" y="3550855"/>
              <a:ext cx="1099976" cy="517190"/>
            </a:xfrm>
            <a:prstGeom prst="can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MySQL</a:t>
              </a:r>
              <a:endParaRPr lang="zh-CN" altLang="en-US">
                <a:solidFill>
                  <a:schemeClr val="tx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50" name="圆柱体 49">
              <a:extLst>
                <a:ext uri="{FF2B5EF4-FFF2-40B4-BE49-F238E27FC236}">
                  <a16:creationId xmlns:a16="http://schemas.microsoft.com/office/drawing/2014/main" id="{C5D7119C-B07B-2209-BC74-79E338710F2A}"/>
                </a:ext>
              </a:extLst>
            </p:cNvPr>
            <p:cNvSpPr/>
            <p:nvPr/>
          </p:nvSpPr>
          <p:spPr>
            <a:xfrm>
              <a:off x="10745525" y="3144541"/>
              <a:ext cx="1099976" cy="517190"/>
            </a:xfrm>
            <a:prstGeom prst="can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Fira Code" panose="020B0809050000020004" pitchFamily="49" charset="0"/>
              </a:endParaRPr>
            </a:p>
          </p:txBody>
        </p:sp>
      </p:grp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13F27E4-AAB7-C6AA-9D12-99D8188078BE}"/>
              </a:ext>
            </a:extLst>
          </p:cNvPr>
          <p:cNvCxnSpPr>
            <a:cxnSpLocks/>
          </p:cNvCxnSpPr>
          <p:nvPr/>
        </p:nvCxnSpPr>
        <p:spPr>
          <a:xfrm flipV="1">
            <a:off x="1945439" y="3112183"/>
            <a:ext cx="555593" cy="3723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!!直接箭头连接符 17">
            <a:extLst>
              <a:ext uri="{FF2B5EF4-FFF2-40B4-BE49-F238E27FC236}">
                <a16:creationId xmlns:a16="http://schemas.microsoft.com/office/drawing/2014/main" id="{72D0AB83-C89F-FD9D-E17C-BA550716E60F}"/>
              </a:ext>
            </a:extLst>
          </p:cNvPr>
          <p:cNvCxnSpPr>
            <a:cxnSpLocks/>
          </p:cNvCxnSpPr>
          <p:nvPr/>
        </p:nvCxnSpPr>
        <p:spPr>
          <a:xfrm>
            <a:off x="4572000" y="3126606"/>
            <a:ext cx="896471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!!直接箭头连接符 19">
            <a:extLst>
              <a:ext uri="{FF2B5EF4-FFF2-40B4-BE49-F238E27FC236}">
                <a16:creationId xmlns:a16="http://schemas.microsoft.com/office/drawing/2014/main" id="{4583795A-A849-40C6-F861-90AC445E273A}"/>
              </a:ext>
            </a:extLst>
          </p:cNvPr>
          <p:cNvCxnSpPr>
            <a:cxnSpLocks/>
          </p:cNvCxnSpPr>
          <p:nvPr/>
        </p:nvCxnSpPr>
        <p:spPr>
          <a:xfrm>
            <a:off x="6942833" y="3134012"/>
            <a:ext cx="818855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!!直接箭头连接符 20">
            <a:extLst>
              <a:ext uri="{FF2B5EF4-FFF2-40B4-BE49-F238E27FC236}">
                <a16:creationId xmlns:a16="http://schemas.microsoft.com/office/drawing/2014/main" id="{52221166-06F0-DCD7-9755-19AD4EB75A92}"/>
              </a:ext>
            </a:extLst>
          </p:cNvPr>
          <p:cNvCxnSpPr>
            <a:cxnSpLocks/>
          </p:cNvCxnSpPr>
          <p:nvPr/>
        </p:nvCxnSpPr>
        <p:spPr>
          <a:xfrm>
            <a:off x="9676182" y="3795625"/>
            <a:ext cx="540553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!!直接箭头连接符 22">
            <a:extLst>
              <a:ext uri="{FF2B5EF4-FFF2-40B4-BE49-F238E27FC236}">
                <a16:creationId xmlns:a16="http://schemas.microsoft.com/office/drawing/2014/main" id="{1F81178D-87C2-C2BE-FF1C-827D586AA46B}"/>
              </a:ext>
            </a:extLst>
          </p:cNvPr>
          <p:cNvCxnSpPr>
            <a:cxnSpLocks/>
          </p:cNvCxnSpPr>
          <p:nvPr/>
        </p:nvCxnSpPr>
        <p:spPr>
          <a:xfrm flipH="1">
            <a:off x="6942833" y="4435613"/>
            <a:ext cx="818855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!!直接箭头连接符 23">
            <a:extLst>
              <a:ext uri="{FF2B5EF4-FFF2-40B4-BE49-F238E27FC236}">
                <a16:creationId xmlns:a16="http://schemas.microsoft.com/office/drawing/2014/main" id="{2CD8E1D5-3185-1AEB-62C5-221167CFF475}"/>
              </a:ext>
            </a:extLst>
          </p:cNvPr>
          <p:cNvCxnSpPr>
            <a:cxnSpLocks/>
          </p:cNvCxnSpPr>
          <p:nvPr/>
        </p:nvCxnSpPr>
        <p:spPr>
          <a:xfrm flipH="1">
            <a:off x="4555882" y="4424299"/>
            <a:ext cx="83190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EAA59C2-E3B9-2FCC-3B9D-8411019AB7EE}"/>
              </a:ext>
            </a:extLst>
          </p:cNvPr>
          <p:cNvCxnSpPr>
            <a:cxnSpLocks/>
          </p:cNvCxnSpPr>
          <p:nvPr/>
        </p:nvCxnSpPr>
        <p:spPr>
          <a:xfrm>
            <a:off x="1897918" y="4035687"/>
            <a:ext cx="555593" cy="3723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90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46346-EA88-7EE5-B59E-E9D0EAC3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!!矩形: 圆角 28">
            <a:extLst>
              <a:ext uri="{FF2B5EF4-FFF2-40B4-BE49-F238E27FC236}">
                <a16:creationId xmlns:a16="http://schemas.microsoft.com/office/drawing/2014/main" id="{B8A275CC-5216-4C3F-D89D-E83821E1408E}"/>
              </a:ext>
            </a:extLst>
          </p:cNvPr>
          <p:cNvSpPr/>
          <p:nvPr/>
        </p:nvSpPr>
        <p:spPr>
          <a:xfrm>
            <a:off x="3217871" y="2189175"/>
            <a:ext cx="7005006" cy="3216368"/>
          </a:xfrm>
          <a:prstGeom prst="roundRect">
            <a:avLst>
              <a:gd name="adj" fmla="val 4996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4" name="!!矩形: 圆角 45">
            <a:extLst>
              <a:ext uri="{FF2B5EF4-FFF2-40B4-BE49-F238E27FC236}">
                <a16:creationId xmlns:a16="http://schemas.microsoft.com/office/drawing/2014/main" id="{D92EB71F-0E74-83B0-A473-CA59829F8DDD}"/>
              </a:ext>
            </a:extLst>
          </p:cNvPr>
          <p:cNvSpPr/>
          <p:nvPr/>
        </p:nvSpPr>
        <p:spPr>
          <a:xfrm>
            <a:off x="1693279" y="1143000"/>
            <a:ext cx="8831113" cy="5240212"/>
          </a:xfrm>
          <a:prstGeom prst="roundRect">
            <a:avLst>
              <a:gd name="adj" fmla="val 2027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5" name="!!矩形: 对角圆角 10">
            <a:extLst>
              <a:ext uri="{FF2B5EF4-FFF2-40B4-BE49-F238E27FC236}">
                <a16:creationId xmlns:a16="http://schemas.microsoft.com/office/drawing/2014/main" id="{4C48E160-1513-464C-8E75-2AB02567B559}"/>
              </a:ext>
            </a:extLst>
          </p:cNvPr>
          <p:cNvSpPr/>
          <p:nvPr/>
        </p:nvSpPr>
        <p:spPr>
          <a:xfrm>
            <a:off x="6729404" y="2562859"/>
            <a:ext cx="1305227" cy="2510761"/>
          </a:xfrm>
          <a:prstGeom prst="round2DiagRect">
            <a:avLst/>
          </a:prstGeom>
          <a:solidFill>
            <a:srgbClr val="FFFFB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endParaRPr lang="en-US" altLang="zh-CN" sz="1000" b="1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6" name="!!矩形: 对角圆角 11">
            <a:extLst>
              <a:ext uri="{FF2B5EF4-FFF2-40B4-BE49-F238E27FC236}">
                <a16:creationId xmlns:a16="http://schemas.microsoft.com/office/drawing/2014/main" id="{8D20113D-9E0E-AD0D-C0B8-DB48EC9D217F}"/>
              </a:ext>
            </a:extLst>
          </p:cNvPr>
          <p:cNvSpPr/>
          <p:nvPr/>
        </p:nvSpPr>
        <p:spPr>
          <a:xfrm>
            <a:off x="4686622" y="2562859"/>
            <a:ext cx="1305227" cy="2510761"/>
          </a:xfrm>
          <a:prstGeom prst="round2DiagRect">
            <a:avLst/>
          </a:prstGeom>
          <a:solidFill>
            <a:srgbClr val="FFCCB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en-US" altLang="zh-CN" sz="1050" b="1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CF67057-2428-27E3-F39B-F5815B85DDC1}"/>
              </a:ext>
            </a:extLst>
          </p:cNvPr>
          <p:cNvGrpSpPr/>
          <p:nvPr/>
        </p:nvGrpSpPr>
        <p:grpSpPr>
          <a:xfrm>
            <a:off x="411416" y="3324005"/>
            <a:ext cx="780070" cy="786974"/>
            <a:chOff x="1288572" y="3466291"/>
            <a:chExt cx="1076475" cy="108600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97D3BFB-D7D1-2DCE-A9D1-822CCBA9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4CF4ADD-1208-AE4E-C003-34A8E2425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0" name="!!矩形: 对角圆角 9">
            <a:extLst>
              <a:ext uri="{FF2B5EF4-FFF2-40B4-BE49-F238E27FC236}">
                <a16:creationId xmlns:a16="http://schemas.microsoft.com/office/drawing/2014/main" id="{3A70635D-E180-7436-629D-AE5FBE00656E}"/>
              </a:ext>
            </a:extLst>
          </p:cNvPr>
          <p:cNvSpPr/>
          <p:nvPr/>
        </p:nvSpPr>
        <p:spPr>
          <a:xfrm>
            <a:off x="8780691" y="2562861"/>
            <a:ext cx="1305229" cy="2510761"/>
          </a:xfrm>
          <a:prstGeom prst="round2DiagRect">
            <a:avLst/>
          </a:prstGeom>
          <a:solidFill>
            <a:srgbClr val="CCEFC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Dao</a:t>
            </a:r>
            <a:endParaRPr lang="en-US" altLang="zh-CN" sz="1000" b="1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2D48659-9F27-5A69-12A0-2AAF5AD18876}"/>
              </a:ext>
            </a:extLst>
          </p:cNvPr>
          <p:cNvGrpSpPr/>
          <p:nvPr/>
        </p:nvGrpSpPr>
        <p:grpSpPr>
          <a:xfrm>
            <a:off x="10666395" y="3065410"/>
            <a:ext cx="1099976" cy="1338610"/>
            <a:chOff x="10745525" y="3144541"/>
            <a:chExt cx="1099976" cy="133861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12" name="圆柱体 11">
              <a:extLst>
                <a:ext uri="{FF2B5EF4-FFF2-40B4-BE49-F238E27FC236}">
                  <a16:creationId xmlns:a16="http://schemas.microsoft.com/office/drawing/2014/main" id="{6448D6FC-4BF8-36AA-0ADB-418CF4E771EB}"/>
                </a:ext>
              </a:extLst>
            </p:cNvPr>
            <p:cNvSpPr/>
            <p:nvPr/>
          </p:nvSpPr>
          <p:spPr>
            <a:xfrm>
              <a:off x="10745525" y="3965961"/>
              <a:ext cx="1099976" cy="517190"/>
            </a:xfrm>
            <a:prstGeom prst="can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3" name="圆柱体 12">
              <a:extLst>
                <a:ext uri="{FF2B5EF4-FFF2-40B4-BE49-F238E27FC236}">
                  <a16:creationId xmlns:a16="http://schemas.microsoft.com/office/drawing/2014/main" id="{F8A9AACB-CCCA-9450-3C6B-5BB70F1C3585}"/>
                </a:ext>
              </a:extLst>
            </p:cNvPr>
            <p:cNvSpPr/>
            <p:nvPr/>
          </p:nvSpPr>
          <p:spPr>
            <a:xfrm>
              <a:off x="10745525" y="3550855"/>
              <a:ext cx="1099976" cy="517190"/>
            </a:xfrm>
            <a:prstGeom prst="can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MySQL</a:t>
              </a:r>
              <a:endParaRPr lang="zh-CN" altLang="en-US">
                <a:solidFill>
                  <a:schemeClr val="tx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4" name="圆柱体 13">
              <a:extLst>
                <a:ext uri="{FF2B5EF4-FFF2-40B4-BE49-F238E27FC236}">
                  <a16:creationId xmlns:a16="http://schemas.microsoft.com/office/drawing/2014/main" id="{B902F1C3-385B-8C69-2137-125E5DD924A8}"/>
                </a:ext>
              </a:extLst>
            </p:cNvPr>
            <p:cNvSpPr/>
            <p:nvPr/>
          </p:nvSpPr>
          <p:spPr>
            <a:xfrm>
              <a:off x="10745525" y="3144541"/>
              <a:ext cx="1099976" cy="517190"/>
            </a:xfrm>
            <a:prstGeom prst="can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Fira Code" panose="020B0809050000020004" pitchFamily="49" charset="0"/>
              </a:endParaRPr>
            </a:p>
          </p:txBody>
        </p:sp>
      </p:grpSp>
      <p:sp>
        <p:nvSpPr>
          <p:cNvPr id="15" name="!!流程图: 文档 14">
            <a:extLst>
              <a:ext uri="{FF2B5EF4-FFF2-40B4-BE49-F238E27FC236}">
                <a16:creationId xmlns:a16="http://schemas.microsoft.com/office/drawing/2014/main" id="{F9789BFB-B3B2-A1F4-E102-699FE6AE6C8B}"/>
              </a:ext>
            </a:extLst>
          </p:cNvPr>
          <p:cNvSpPr/>
          <p:nvPr/>
        </p:nvSpPr>
        <p:spPr>
          <a:xfrm>
            <a:off x="1834687" y="2562859"/>
            <a:ext cx="780070" cy="2510761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过滤器</a:t>
            </a:r>
          </a:p>
        </p:txBody>
      </p:sp>
      <p:sp>
        <p:nvSpPr>
          <p:cNvPr id="16" name="!!流程图: 文档 15">
            <a:extLst>
              <a:ext uri="{FF2B5EF4-FFF2-40B4-BE49-F238E27FC236}">
                <a16:creationId xmlns:a16="http://schemas.microsoft.com/office/drawing/2014/main" id="{7B5548A6-E267-88D5-9BB1-D75F64F2EFF2}"/>
              </a:ext>
            </a:extLst>
          </p:cNvPr>
          <p:cNvSpPr/>
          <p:nvPr/>
        </p:nvSpPr>
        <p:spPr>
          <a:xfrm>
            <a:off x="3329285" y="2541978"/>
            <a:ext cx="780070" cy="2510761"/>
          </a:xfrm>
          <a:prstGeom prst="flowChartDocumen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9C13B1C-8D8F-9527-A9B4-932197D01189}"/>
              </a:ext>
            </a:extLst>
          </p:cNvPr>
          <p:cNvCxnSpPr>
            <a:cxnSpLocks/>
          </p:cNvCxnSpPr>
          <p:nvPr/>
        </p:nvCxnSpPr>
        <p:spPr>
          <a:xfrm flipV="1">
            <a:off x="1206123" y="3065410"/>
            <a:ext cx="555593" cy="3723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4B1A7F1-DD8D-91C6-F209-5D7F3BB857CB}"/>
              </a:ext>
            </a:extLst>
          </p:cNvPr>
          <p:cNvCxnSpPr/>
          <p:nvPr/>
        </p:nvCxnSpPr>
        <p:spPr>
          <a:xfrm>
            <a:off x="2698857" y="3074028"/>
            <a:ext cx="43320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BAD7FD2-F981-EFEE-41C0-5B37153A57CF}"/>
              </a:ext>
            </a:extLst>
          </p:cNvPr>
          <p:cNvCxnSpPr/>
          <p:nvPr/>
        </p:nvCxnSpPr>
        <p:spPr>
          <a:xfrm>
            <a:off x="4167298" y="3116775"/>
            <a:ext cx="43320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直接箭头连接符 17">
            <a:extLst>
              <a:ext uri="{FF2B5EF4-FFF2-40B4-BE49-F238E27FC236}">
                <a16:creationId xmlns:a16="http://schemas.microsoft.com/office/drawing/2014/main" id="{5A565882-AB1D-2755-264E-BD1EE12D8168}"/>
              </a:ext>
            </a:extLst>
          </p:cNvPr>
          <p:cNvCxnSpPr>
            <a:cxnSpLocks/>
          </p:cNvCxnSpPr>
          <p:nvPr/>
        </p:nvCxnSpPr>
        <p:spPr>
          <a:xfrm>
            <a:off x="6090721" y="3126606"/>
            <a:ext cx="540553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直接箭头连接符 19">
            <a:extLst>
              <a:ext uri="{FF2B5EF4-FFF2-40B4-BE49-F238E27FC236}">
                <a16:creationId xmlns:a16="http://schemas.microsoft.com/office/drawing/2014/main" id="{4CCD3F5D-4DE5-64A7-8232-E938C914EA66}"/>
              </a:ext>
            </a:extLst>
          </p:cNvPr>
          <p:cNvCxnSpPr>
            <a:cxnSpLocks/>
          </p:cNvCxnSpPr>
          <p:nvPr/>
        </p:nvCxnSpPr>
        <p:spPr>
          <a:xfrm>
            <a:off x="8155123" y="3100230"/>
            <a:ext cx="540553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直接箭头连接符 20">
            <a:extLst>
              <a:ext uri="{FF2B5EF4-FFF2-40B4-BE49-F238E27FC236}">
                <a16:creationId xmlns:a16="http://schemas.microsoft.com/office/drawing/2014/main" id="{B44A301B-03AD-736B-975D-1C26924A00E7}"/>
              </a:ext>
            </a:extLst>
          </p:cNvPr>
          <p:cNvCxnSpPr>
            <a:cxnSpLocks/>
          </p:cNvCxnSpPr>
          <p:nvPr/>
        </p:nvCxnSpPr>
        <p:spPr>
          <a:xfrm>
            <a:off x="10112297" y="3751296"/>
            <a:ext cx="540553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!!直接箭头连接符 22">
            <a:extLst>
              <a:ext uri="{FF2B5EF4-FFF2-40B4-BE49-F238E27FC236}">
                <a16:creationId xmlns:a16="http://schemas.microsoft.com/office/drawing/2014/main" id="{61F95341-FA33-B346-63A9-6553B5EFE1DB}"/>
              </a:ext>
            </a:extLst>
          </p:cNvPr>
          <p:cNvCxnSpPr/>
          <p:nvPr/>
        </p:nvCxnSpPr>
        <p:spPr>
          <a:xfrm flipH="1">
            <a:off x="8155123" y="4404020"/>
            <a:ext cx="540553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!!直接箭头连接符 23">
            <a:extLst>
              <a:ext uri="{FF2B5EF4-FFF2-40B4-BE49-F238E27FC236}">
                <a16:creationId xmlns:a16="http://schemas.microsoft.com/office/drawing/2014/main" id="{022F6E8F-3939-3813-AA62-01AFA5F68F53}"/>
              </a:ext>
            </a:extLst>
          </p:cNvPr>
          <p:cNvCxnSpPr/>
          <p:nvPr/>
        </p:nvCxnSpPr>
        <p:spPr>
          <a:xfrm flipH="1">
            <a:off x="6090721" y="4404020"/>
            <a:ext cx="540553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53FC443-D653-8664-2776-9EEA1AA4DC8F}"/>
              </a:ext>
            </a:extLst>
          </p:cNvPr>
          <p:cNvCxnSpPr>
            <a:cxnSpLocks/>
          </p:cNvCxnSpPr>
          <p:nvPr/>
        </p:nvCxnSpPr>
        <p:spPr>
          <a:xfrm flipH="1">
            <a:off x="4135732" y="4387228"/>
            <a:ext cx="491148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C3703E3-3E8A-9928-F16B-B4BD5B04D4FA}"/>
              </a:ext>
            </a:extLst>
          </p:cNvPr>
          <p:cNvCxnSpPr>
            <a:cxnSpLocks/>
          </p:cNvCxnSpPr>
          <p:nvPr/>
        </p:nvCxnSpPr>
        <p:spPr>
          <a:xfrm flipH="1">
            <a:off x="2676256" y="4339700"/>
            <a:ext cx="491148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5BA21F5-454D-A782-4982-4C428B3184B4}"/>
              </a:ext>
            </a:extLst>
          </p:cNvPr>
          <p:cNvCxnSpPr>
            <a:cxnSpLocks/>
          </p:cNvCxnSpPr>
          <p:nvPr/>
        </p:nvCxnSpPr>
        <p:spPr>
          <a:xfrm>
            <a:off x="1158602" y="3988914"/>
            <a:ext cx="555593" cy="3723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01932EC-E7CD-2CFA-2B4F-68EDD2F32BCE}"/>
              </a:ext>
            </a:extLst>
          </p:cNvPr>
          <p:cNvSpPr/>
          <p:nvPr/>
        </p:nvSpPr>
        <p:spPr>
          <a:xfrm>
            <a:off x="3132063" y="1259071"/>
            <a:ext cx="1293102" cy="67702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5CE7780-90C5-13F8-10F5-119131DC7585}"/>
              </a:ext>
            </a:extLst>
          </p:cNvPr>
          <p:cNvSpPr/>
          <p:nvPr/>
        </p:nvSpPr>
        <p:spPr>
          <a:xfrm>
            <a:off x="4612938" y="1259071"/>
            <a:ext cx="1293102" cy="67702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DI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3A23ADB-D120-9A21-BDED-3DD62F454F5D}"/>
              </a:ext>
            </a:extLst>
          </p:cNvPr>
          <p:cNvSpPr/>
          <p:nvPr/>
        </p:nvSpPr>
        <p:spPr>
          <a:xfrm>
            <a:off x="6093813" y="1259070"/>
            <a:ext cx="1293102" cy="67702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AOP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8799F2A-7A06-5D2F-D714-7A9C15396E1C}"/>
              </a:ext>
            </a:extLst>
          </p:cNvPr>
          <p:cNvSpPr/>
          <p:nvPr/>
        </p:nvSpPr>
        <p:spPr>
          <a:xfrm>
            <a:off x="7574688" y="1260801"/>
            <a:ext cx="1293102" cy="67702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事务管理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5C90799-6A1A-2D07-2CA8-72A221A958FA}"/>
              </a:ext>
            </a:extLst>
          </p:cNvPr>
          <p:cNvSpPr/>
          <p:nvPr/>
        </p:nvSpPr>
        <p:spPr>
          <a:xfrm>
            <a:off x="9055635" y="1259070"/>
            <a:ext cx="1293102" cy="67702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全局异常处理</a:t>
            </a:r>
          </a:p>
        </p:txBody>
      </p:sp>
      <p:sp>
        <p:nvSpPr>
          <p:cNvPr id="33" name="矩形: 对角圆角 32">
            <a:extLst>
              <a:ext uri="{FF2B5EF4-FFF2-40B4-BE49-F238E27FC236}">
                <a16:creationId xmlns:a16="http://schemas.microsoft.com/office/drawing/2014/main" id="{68352793-51F3-9371-E601-2522684F1CED}"/>
              </a:ext>
            </a:extLst>
          </p:cNvPr>
          <p:cNvSpPr/>
          <p:nvPr/>
        </p:nvSpPr>
        <p:spPr>
          <a:xfrm>
            <a:off x="9055635" y="5659394"/>
            <a:ext cx="1292846" cy="61814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矩形: 对角圆角 33">
            <a:extLst>
              <a:ext uri="{FF2B5EF4-FFF2-40B4-BE49-F238E27FC236}">
                <a16:creationId xmlns:a16="http://schemas.microsoft.com/office/drawing/2014/main" id="{E531A0A8-98FA-243E-4777-0366476EB5F1}"/>
              </a:ext>
            </a:extLst>
          </p:cNvPr>
          <p:cNvSpPr/>
          <p:nvPr/>
        </p:nvSpPr>
        <p:spPr>
          <a:xfrm>
            <a:off x="7092601" y="5656893"/>
            <a:ext cx="1292846" cy="61814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阿里云</a:t>
            </a: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OSS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: 对角圆角 34">
            <a:extLst>
              <a:ext uri="{FF2B5EF4-FFF2-40B4-BE49-F238E27FC236}">
                <a16:creationId xmlns:a16="http://schemas.microsoft.com/office/drawing/2014/main" id="{078FA22C-D1F2-DA4F-718B-2988E027DEB2}"/>
              </a:ext>
            </a:extLst>
          </p:cNvPr>
          <p:cNvSpPr/>
          <p:nvPr/>
        </p:nvSpPr>
        <p:spPr>
          <a:xfrm>
            <a:off x="5129567" y="5656894"/>
            <a:ext cx="1292846" cy="61814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!!矩形: 对角圆角 43">
            <a:extLst>
              <a:ext uri="{FF2B5EF4-FFF2-40B4-BE49-F238E27FC236}">
                <a16:creationId xmlns:a16="http://schemas.microsoft.com/office/drawing/2014/main" id="{ECA16C38-D0E3-4701-9A06-07B7C5E63E42}"/>
              </a:ext>
            </a:extLst>
          </p:cNvPr>
          <p:cNvSpPr/>
          <p:nvPr/>
        </p:nvSpPr>
        <p:spPr>
          <a:xfrm>
            <a:off x="3166533" y="5656895"/>
            <a:ext cx="1292846" cy="61814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Session</a:t>
            </a:r>
            <a:endParaRPr lang="zh-CN" altLang="en-US" sz="12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2058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58451-B2F5-F2ED-5E81-65C1FB57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!!矩形: 圆角 28">
            <a:extLst>
              <a:ext uri="{FF2B5EF4-FFF2-40B4-BE49-F238E27FC236}">
                <a16:creationId xmlns:a16="http://schemas.microsoft.com/office/drawing/2014/main" id="{C7E20FC9-F645-BCB8-D657-56582D3A7CE1}"/>
              </a:ext>
            </a:extLst>
          </p:cNvPr>
          <p:cNvSpPr/>
          <p:nvPr/>
        </p:nvSpPr>
        <p:spPr>
          <a:xfrm>
            <a:off x="4098471" y="1617674"/>
            <a:ext cx="4141290" cy="2541087"/>
          </a:xfrm>
          <a:prstGeom prst="roundRect">
            <a:avLst>
              <a:gd name="adj" fmla="val 3612"/>
            </a:avLst>
          </a:prstGeom>
          <a:solidFill>
            <a:srgbClr val="92D050"/>
          </a:solidFill>
          <a:ln w="6350">
            <a:noFill/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E1D74A-958D-F7DE-6F17-2CB3D857A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12" y="3917988"/>
            <a:ext cx="521258" cy="521258"/>
          </a:xfrm>
          <a:prstGeom prst="rect">
            <a:avLst/>
          </a:prstGeom>
        </p:spPr>
      </p:pic>
      <p:sp>
        <p:nvSpPr>
          <p:cNvPr id="5" name="!!矩形: 圆角 29">
            <a:extLst>
              <a:ext uri="{FF2B5EF4-FFF2-40B4-BE49-F238E27FC236}">
                <a16:creationId xmlns:a16="http://schemas.microsoft.com/office/drawing/2014/main" id="{F0B83AA8-4E92-92CA-1D19-7C9E135B7573}"/>
              </a:ext>
            </a:extLst>
          </p:cNvPr>
          <p:cNvSpPr/>
          <p:nvPr/>
        </p:nvSpPr>
        <p:spPr>
          <a:xfrm>
            <a:off x="4328942" y="3298883"/>
            <a:ext cx="3688221" cy="808804"/>
          </a:xfrm>
          <a:prstGeom prst="roundRect">
            <a:avLst>
              <a:gd name="adj" fmla="val 7038"/>
            </a:avLst>
          </a:prstGeom>
          <a:solidFill>
            <a:srgbClr val="92D050"/>
          </a:solidFill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1758625-012E-923A-1288-C9EBDFA3019B}"/>
              </a:ext>
            </a:extLst>
          </p:cNvPr>
          <p:cNvSpPr/>
          <p:nvPr/>
        </p:nvSpPr>
        <p:spPr>
          <a:xfrm>
            <a:off x="4529629" y="1751439"/>
            <a:ext cx="1293102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C2DE67D-A461-AF74-7F00-1D8F9EA97E31}"/>
              </a:ext>
            </a:extLst>
          </p:cNvPr>
          <p:cNvSpPr/>
          <p:nvPr/>
        </p:nvSpPr>
        <p:spPr>
          <a:xfrm>
            <a:off x="6548575" y="1751439"/>
            <a:ext cx="1293102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DI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C08A1C4-2C18-0B49-AFD8-C73871F6AB9F}"/>
              </a:ext>
            </a:extLst>
          </p:cNvPr>
          <p:cNvSpPr/>
          <p:nvPr/>
        </p:nvSpPr>
        <p:spPr>
          <a:xfrm>
            <a:off x="4529629" y="2525161"/>
            <a:ext cx="1293102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AOP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14C84ED-3DA6-563A-153A-4A2808822289}"/>
              </a:ext>
            </a:extLst>
          </p:cNvPr>
          <p:cNvSpPr/>
          <p:nvPr/>
        </p:nvSpPr>
        <p:spPr>
          <a:xfrm>
            <a:off x="6548575" y="2525161"/>
            <a:ext cx="1293102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事务管理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8DC1CE-B7E5-04FA-3D37-DC3EC6F867FF}"/>
              </a:ext>
            </a:extLst>
          </p:cNvPr>
          <p:cNvSpPr/>
          <p:nvPr/>
        </p:nvSpPr>
        <p:spPr>
          <a:xfrm>
            <a:off x="4529629" y="3359545"/>
            <a:ext cx="1293102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全局异常处理</a:t>
            </a:r>
          </a:p>
        </p:txBody>
      </p:sp>
      <p:sp>
        <p:nvSpPr>
          <p:cNvPr id="11" name="!!流程图: 文档 15">
            <a:extLst>
              <a:ext uri="{FF2B5EF4-FFF2-40B4-BE49-F238E27FC236}">
                <a16:creationId xmlns:a16="http://schemas.microsoft.com/office/drawing/2014/main" id="{20C1AB1F-225B-1DD6-D228-D9EE591F3585}"/>
              </a:ext>
            </a:extLst>
          </p:cNvPr>
          <p:cNvSpPr/>
          <p:nvPr/>
        </p:nvSpPr>
        <p:spPr>
          <a:xfrm>
            <a:off x="6548575" y="3359545"/>
            <a:ext cx="1293102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</a:p>
        </p:txBody>
      </p:sp>
      <p:sp>
        <p:nvSpPr>
          <p:cNvPr id="12" name="矩形: 对角圆角 11">
            <a:extLst>
              <a:ext uri="{FF2B5EF4-FFF2-40B4-BE49-F238E27FC236}">
                <a16:creationId xmlns:a16="http://schemas.microsoft.com/office/drawing/2014/main" id="{598F28D6-06EA-54A7-6B11-5B2900BC1865}"/>
              </a:ext>
            </a:extLst>
          </p:cNvPr>
          <p:cNvSpPr/>
          <p:nvPr/>
        </p:nvSpPr>
        <p:spPr>
          <a:xfrm>
            <a:off x="8877370" y="1617674"/>
            <a:ext cx="1531515" cy="2541087"/>
          </a:xfrm>
          <a:prstGeom prst="round2DiagRect">
            <a:avLst>
              <a:gd name="adj1" fmla="val 6059"/>
              <a:gd name="adj2" fmla="val 5609"/>
            </a:avLst>
          </a:prstGeom>
          <a:solidFill>
            <a:srgbClr val="FFB3B3"/>
          </a:solidFill>
          <a:ln w="6350">
            <a:noFill/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!!矩形: 圆角 45">
            <a:extLst>
              <a:ext uri="{FF2B5EF4-FFF2-40B4-BE49-F238E27FC236}">
                <a16:creationId xmlns:a16="http://schemas.microsoft.com/office/drawing/2014/main" id="{3DAAE65C-7CF4-F77F-DA0A-BA048CBEC3A7}"/>
              </a:ext>
            </a:extLst>
          </p:cNvPr>
          <p:cNvSpPr/>
          <p:nvPr/>
        </p:nvSpPr>
        <p:spPr>
          <a:xfrm>
            <a:off x="4098471" y="4624752"/>
            <a:ext cx="6310414" cy="903881"/>
          </a:xfrm>
          <a:prstGeom prst="roundRect">
            <a:avLst>
              <a:gd name="adj" fmla="val 4996"/>
            </a:avLst>
          </a:prstGeom>
          <a:solidFill>
            <a:srgbClr val="92D050"/>
          </a:solidFill>
          <a:ln w="6350">
            <a:noFill/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SpringBoot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64FFF89-046E-06AA-77F4-27CC1830D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543" y="5300145"/>
            <a:ext cx="508269" cy="4569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5DBE9C1-5F1F-F810-35E7-E1B409C8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690" y="3917988"/>
            <a:ext cx="521258" cy="52125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8169426-5563-BD36-2E3A-367E0FB7D8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487"/>
          <a:stretch/>
        </p:blipFill>
        <p:spPr>
          <a:xfrm>
            <a:off x="9344229" y="3870037"/>
            <a:ext cx="597795" cy="492417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8911E00-15D2-8FF2-3DDA-BDE582EBA85C}"/>
              </a:ext>
            </a:extLst>
          </p:cNvPr>
          <p:cNvSpPr/>
          <p:nvPr/>
        </p:nvSpPr>
        <p:spPr>
          <a:xfrm>
            <a:off x="1442720" y="1617675"/>
            <a:ext cx="2018142" cy="1911215"/>
          </a:xfrm>
          <a:prstGeom prst="roundRect">
            <a:avLst>
              <a:gd name="adj" fmla="val 5088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EBC0908-5A5F-7159-2409-2E8BCA3F9192}"/>
              </a:ext>
            </a:extLst>
          </p:cNvPr>
          <p:cNvSpPr/>
          <p:nvPr/>
        </p:nvSpPr>
        <p:spPr>
          <a:xfrm>
            <a:off x="1437937" y="3641845"/>
            <a:ext cx="2018142" cy="1886788"/>
          </a:xfrm>
          <a:prstGeom prst="roundRect">
            <a:avLst>
              <a:gd name="adj" fmla="val 5088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19" name="矩形: 对角圆角 18">
            <a:extLst>
              <a:ext uri="{FF2B5EF4-FFF2-40B4-BE49-F238E27FC236}">
                <a16:creationId xmlns:a16="http://schemas.microsoft.com/office/drawing/2014/main" id="{97BC095D-C964-B309-9ED2-794491FB1976}"/>
              </a:ext>
            </a:extLst>
          </p:cNvPr>
          <p:cNvSpPr/>
          <p:nvPr/>
        </p:nvSpPr>
        <p:spPr>
          <a:xfrm>
            <a:off x="1663751" y="4377183"/>
            <a:ext cx="1560724" cy="497391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阿里云</a:t>
            </a: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OSS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: 对角圆角 19">
            <a:extLst>
              <a:ext uri="{FF2B5EF4-FFF2-40B4-BE49-F238E27FC236}">
                <a16:creationId xmlns:a16="http://schemas.microsoft.com/office/drawing/2014/main" id="{2FE91FAC-750E-D364-585F-22D6614313C8}"/>
              </a:ext>
            </a:extLst>
          </p:cNvPr>
          <p:cNvSpPr/>
          <p:nvPr/>
        </p:nvSpPr>
        <p:spPr>
          <a:xfrm>
            <a:off x="1663751" y="3769809"/>
            <a:ext cx="1560724" cy="497391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!!矩形: 对角圆角 43">
            <a:extLst>
              <a:ext uri="{FF2B5EF4-FFF2-40B4-BE49-F238E27FC236}">
                <a16:creationId xmlns:a16="http://schemas.microsoft.com/office/drawing/2014/main" id="{170A05BA-0295-E8ED-6B35-A435578085DA}"/>
              </a:ext>
            </a:extLst>
          </p:cNvPr>
          <p:cNvSpPr/>
          <p:nvPr/>
        </p:nvSpPr>
        <p:spPr>
          <a:xfrm>
            <a:off x="1671429" y="2424124"/>
            <a:ext cx="1560724" cy="506164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Session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!!流程图: 文档 14">
            <a:extLst>
              <a:ext uri="{FF2B5EF4-FFF2-40B4-BE49-F238E27FC236}">
                <a16:creationId xmlns:a16="http://schemas.microsoft.com/office/drawing/2014/main" id="{253DB4EE-6A79-8C08-CB4A-48CC905F97E8}"/>
              </a:ext>
            </a:extLst>
          </p:cNvPr>
          <p:cNvSpPr/>
          <p:nvPr/>
        </p:nvSpPr>
        <p:spPr>
          <a:xfrm>
            <a:off x="1671429" y="1810317"/>
            <a:ext cx="1560724" cy="506163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过滤器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A5555E-029E-4B5C-2B87-3F7772FBE20E}"/>
              </a:ext>
            </a:extLst>
          </p:cNvPr>
          <p:cNvSpPr txBox="1"/>
          <p:nvPr/>
        </p:nvSpPr>
        <p:spPr>
          <a:xfrm>
            <a:off x="1908549" y="310208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3530A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JavaWeb</a:t>
            </a:r>
            <a:endParaRPr lang="zh-CN" altLang="en-US" dirty="0">
              <a:solidFill>
                <a:srgbClr val="3530A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D504B4-B097-507A-B707-0671C46453D9}"/>
              </a:ext>
            </a:extLst>
          </p:cNvPr>
          <p:cNvSpPr txBox="1"/>
          <p:nvPr/>
        </p:nvSpPr>
        <p:spPr>
          <a:xfrm>
            <a:off x="1941825" y="507669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3530A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解决方案</a:t>
            </a:r>
            <a:endParaRPr lang="zh-CN" altLang="en-US" dirty="0">
              <a:solidFill>
                <a:srgbClr val="3530A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!!文本框 12">
            <a:extLst>
              <a:ext uri="{FF2B5EF4-FFF2-40B4-BE49-F238E27FC236}">
                <a16:creationId xmlns:a16="http://schemas.microsoft.com/office/drawing/2014/main" id="{A01CEE54-B8A6-FC76-0DF5-44E9D310954F}"/>
              </a:ext>
            </a:extLst>
          </p:cNvPr>
          <p:cNvSpPr txBox="1"/>
          <p:nvPr/>
        </p:nvSpPr>
        <p:spPr>
          <a:xfrm>
            <a:off x="5139909" y="1103150"/>
            <a:ext cx="2238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S</a:t>
            </a:r>
            <a:r>
              <a:rPr lang="en-US" altLang="zh-CN" sz="2800" b="1"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pring framework</a:t>
            </a:r>
            <a:endParaRPr lang="zh-CN" altLang="en-US" sz="2800" b="1" dirty="0">
              <a:latin typeface="汉仪尚巍流云体简" panose="00020600040101010101" pitchFamily="18" charset="-122"/>
              <a:ea typeface="汉仪尚巍流云体简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2B4539D-D3FA-A4C5-F57C-55FD885FB26F}"/>
              </a:ext>
            </a:extLst>
          </p:cNvPr>
          <p:cNvSpPr txBox="1"/>
          <p:nvPr/>
        </p:nvSpPr>
        <p:spPr>
          <a:xfrm>
            <a:off x="9057068" y="1103150"/>
            <a:ext cx="117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M</a:t>
            </a:r>
            <a:r>
              <a:rPr lang="en-US" altLang="zh-CN" sz="2800" b="1"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ybatis</a:t>
            </a:r>
            <a:endParaRPr lang="zh-CN" altLang="en-US" sz="2800" b="1" dirty="0">
              <a:latin typeface="汉仪尚巍流云体简" panose="00020600040101010101" pitchFamily="18" charset="-122"/>
              <a:ea typeface="汉仪尚巍流云体简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FAF4EF9B-B895-E2C0-62C6-73D25CF31542}"/>
              </a:ext>
            </a:extLst>
          </p:cNvPr>
          <p:cNvSpPr/>
          <p:nvPr/>
        </p:nvSpPr>
        <p:spPr>
          <a:xfrm>
            <a:off x="5822347" y="3127305"/>
            <a:ext cx="759658" cy="335261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web</a:t>
            </a:r>
            <a:endParaRPr lang="zh-CN" altLang="en-US" sz="1100" b="1">
              <a:solidFill>
                <a:schemeClr val="tx1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05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5" grpId="0"/>
      <p:bldP spid="26" grpId="0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408E-FD28-1A29-85F7-D93A71A8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910F6-635B-7583-C71F-736CDD38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28" name="!!矩形: 圆角 29">
            <a:extLst>
              <a:ext uri="{FF2B5EF4-FFF2-40B4-BE49-F238E27FC236}">
                <a16:creationId xmlns:a16="http://schemas.microsoft.com/office/drawing/2014/main" id="{26A7EAD8-B347-13F2-6AFF-FE963CC3B18D}"/>
              </a:ext>
            </a:extLst>
          </p:cNvPr>
          <p:cNvSpPr/>
          <p:nvPr/>
        </p:nvSpPr>
        <p:spPr>
          <a:xfrm>
            <a:off x="4097280" y="1954712"/>
            <a:ext cx="1659784" cy="2541087"/>
          </a:xfrm>
          <a:prstGeom prst="roundRect">
            <a:avLst>
              <a:gd name="adj" fmla="val 3612"/>
            </a:avLst>
          </a:prstGeom>
          <a:solidFill>
            <a:srgbClr val="92D050"/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29" name="!!矩形: 圆角 28">
            <a:extLst>
              <a:ext uri="{FF2B5EF4-FFF2-40B4-BE49-F238E27FC236}">
                <a16:creationId xmlns:a16="http://schemas.microsoft.com/office/drawing/2014/main" id="{2D75E1E4-0737-2B2D-D96B-7EC345B14D36}"/>
              </a:ext>
            </a:extLst>
          </p:cNvPr>
          <p:cNvSpPr/>
          <p:nvPr/>
        </p:nvSpPr>
        <p:spPr>
          <a:xfrm>
            <a:off x="5940405" y="1972297"/>
            <a:ext cx="2753624" cy="2541087"/>
          </a:xfrm>
          <a:prstGeom prst="roundRect">
            <a:avLst>
              <a:gd name="adj" fmla="val 3612"/>
            </a:avLst>
          </a:prstGeom>
          <a:solidFill>
            <a:srgbClr val="92D050"/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ECB304F-B23A-91DB-78E9-45901AF1CAA0}"/>
              </a:ext>
            </a:extLst>
          </p:cNvPr>
          <p:cNvSpPr/>
          <p:nvPr/>
        </p:nvSpPr>
        <p:spPr>
          <a:xfrm>
            <a:off x="6057502" y="2274881"/>
            <a:ext cx="1120268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34322D1-0D09-E38D-1984-C45B51518D53}"/>
              </a:ext>
            </a:extLst>
          </p:cNvPr>
          <p:cNvSpPr/>
          <p:nvPr/>
        </p:nvSpPr>
        <p:spPr>
          <a:xfrm>
            <a:off x="7477760" y="2274881"/>
            <a:ext cx="1120268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DI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8827740-6257-4690-99B4-DEF3C8B6535C}"/>
              </a:ext>
            </a:extLst>
          </p:cNvPr>
          <p:cNvSpPr/>
          <p:nvPr/>
        </p:nvSpPr>
        <p:spPr>
          <a:xfrm>
            <a:off x="6057503" y="3393257"/>
            <a:ext cx="1120267" cy="6770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AOP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EC44B9D-F76A-39E0-2A09-088DE2ACA204}"/>
              </a:ext>
            </a:extLst>
          </p:cNvPr>
          <p:cNvSpPr/>
          <p:nvPr/>
        </p:nvSpPr>
        <p:spPr>
          <a:xfrm>
            <a:off x="7477760" y="3393256"/>
            <a:ext cx="1120268" cy="6770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事务管理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C17C449-477B-6D4D-58A9-5CCBDEC80551}"/>
              </a:ext>
            </a:extLst>
          </p:cNvPr>
          <p:cNvSpPr/>
          <p:nvPr/>
        </p:nvSpPr>
        <p:spPr>
          <a:xfrm>
            <a:off x="4280621" y="3648269"/>
            <a:ext cx="1293102" cy="422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全局异常处理</a:t>
            </a:r>
          </a:p>
        </p:txBody>
      </p:sp>
      <p:sp>
        <p:nvSpPr>
          <p:cNvPr id="35" name="!!流程图: 文档 15">
            <a:extLst>
              <a:ext uri="{FF2B5EF4-FFF2-40B4-BE49-F238E27FC236}">
                <a16:creationId xmlns:a16="http://schemas.microsoft.com/office/drawing/2014/main" id="{4AD0FEC7-A0F3-C329-3D2C-1B915F0C6F87}"/>
              </a:ext>
            </a:extLst>
          </p:cNvPr>
          <p:cNvSpPr/>
          <p:nvPr/>
        </p:nvSpPr>
        <p:spPr>
          <a:xfrm>
            <a:off x="4280621" y="3140977"/>
            <a:ext cx="1293102" cy="422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</a:p>
        </p:txBody>
      </p:sp>
      <p:sp>
        <p:nvSpPr>
          <p:cNvPr id="36" name="矩形: 对角圆角 35">
            <a:extLst>
              <a:ext uri="{FF2B5EF4-FFF2-40B4-BE49-F238E27FC236}">
                <a16:creationId xmlns:a16="http://schemas.microsoft.com/office/drawing/2014/main" id="{549FD845-9B96-F071-D17E-D12685938C01}"/>
              </a:ext>
            </a:extLst>
          </p:cNvPr>
          <p:cNvSpPr/>
          <p:nvPr/>
        </p:nvSpPr>
        <p:spPr>
          <a:xfrm>
            <a:off x="8877370" y="1972297"/>
            <a:ext cx="1531515" cy="2541087"/>
          </a:xfrm>
          <a:prstGeom prst="round2DiagRect">
            <a:avLst>
              <a:gd name="adj1" fmla="val 6059"/>
              <a:gd name="adj2" fmla="val 5609"/>
            </a:avLst>
          </a:prstGeom>
          <a:solidFill>
            <a:srgbClr val="FFB3B3"/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!!矩形: 圆角 45">
            <a:extLst>
              <a:ext uri="{FF2B5EF4-FFF2-40B4-BE49-F238E27FC236}">
                <a16:creationId xmlns:a16="http://schemas.microsoft.com/office/drawing/2014/main" id="{074DBB24-029C-0237-5A33-242DB836A5FB}"/>
              </a:ext>
            </a:extLst>
          </p:cNvPr>
          <p:cNvSpPr/>
          <p:nvPr/>
        </p:nvSpPr>
        <p:spPr>
          <a:xfrm>
            <a:off x="4098471" y="4970192"/>
            <a:ext cx="6310414" cy="903881"/>
          </a:xfrm>
          <a:prstGeom prst="roundRect">
            <a:avLst>
              <a:gd name="adj" fmla="val 4996"/>
            </a:avLst>
          </a:prstGeom>
          <a:solidFill>
            <a:srgbClr val="92D050"/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SpringBoot</a:t>
            </a:r>
            <a:endParaRPr lang="zh-CN" altLang="en-US">
              <a:solidFill>
                <a:schemeClr val="tx1"/>
              </a:solidFill>
              <a:latin typeface="Fira Code" panose="020B0809050000020004" pitchFamily="49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F894568-6EB3-46B9-F56B-A87FA0003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588" y="4259618"/>
            <a:ext cx="521258" cy="521258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FA806283-2E0F-48C0-D94B-84DE57D3A1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487"/>
          <a:stretch/>
        </p:blipFill>
        <p:spPr>
          <a:xfrm>
            <a:off x="9344229" y="4215477"/>
            <a:ext cx="597795" cy="492417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2C33DFE8-27DB-726C-A514-17ECA4EBF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088" y="5680816"/>
            <a:ext cx="475180" cy="427226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7BD8DB29-8944-1F6A-D45E-77C6371DCE9B}"/>
              </a:ext>
            </a:extLst>
          </p:cNvPr>
          <p:cNvSpPr txBox="1"/>
          <p:nvPr/>
        </p:nvSpPr>
        <p:spPr>
          <a:xfrm>
            <a:off x="4154364" y="1426799"/>
            <a:ext cx="1545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S</a:t>
            </a:r>
            <a:r>
              <a:rPr lang="en-US" altLang="zh-CN" sz="2800" b="1"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pringMVC</a:t>
            </a:r>
            <a:endParaRPr lang="zh-CN" altLang="en-US" sz="2800" b="1" dirty="0">
              <a:latin typeface="汉仪尚巍流云体简" panose="00020600040101010101" pitchFamily="18" charset="-122"/>
              <a:ea typeface="汉仪尚巍流云体简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DAEAB00-4450-CE38-B230-F01C038D03D6}"/>
              </a:ext>
            </a:extLst>
          </p:cNvPr>
          <p:cNvSpPr txBox="1"/>
          <p:nvPr/>
        </p:nvSpPr>
        <p:spPr>
          <a:xfrm>
            <a:off x="9057068" y="1484764"/>
            <a:ext cx="117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M</a:t>
            </a:r>
            <a:r>
              <a:rPr lang="en-US" altLang="zh-CN" sz="2800" b="1"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ybatis</a:t>
            </a:r>
            <a:endParaRPr lang="zh-CN" altLang="en-US" sz="2800" b="1" dirty="0">
              <a:latin typeface="汉仪尚巍流云体简" panose="00020600040101010101" pitchFamily="18" charset="-122"/>
              <a:ea typeface="汉仪尚巍流云体简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78A352E-5371-193C-2AD1-727ACFA3F66B}"/>
              </a:ext>
            </a:extLst>
          </p:cNvPr>
          <p:cNvSpPr/>
          <p:nvPr/>
        </p:nvSpPr>
        <p:spPr>
          <a:xfrm>
            <a:off x="1469708" y="1953480"/>
            <a:ext cx="2018142" cy="1911215"/>
          </a:xfrm>
          <a:prstGeom prst="roundRect">
            <a:avLst>
              <a:gd name="adj" fmla="val 5088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8D1BDE3E-3200-A98D-6190-8EDB1D701A97}"/>
              </a:ext>
            </a:extLst>
          </p:cNvPr>
          <p:cNvSpPr/>
          <p:nvPr/>
        </p:nvSpPr>
        <p:spPr>
          <a:xfrm>
            <a:off x="1464925" y="3977650"/>
            <a:ext cx="2018142" cy="1886788"/>
          </a:xfrm>
          <a:prstGeom prst="roundRect">
            <a:avLst>
              <a:gd name="adj" fmla="val 5088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45" name="矩形: 对角圆角 44">
            <a:extLst>
              <a:ext uri="{FF2B5EF4-FFF2-40B4-BE49-F238E27FC236}">
                <a16:creationId xmlns:a16="http://schemas.microsoft.com/office/drawing/2014/main" id="{FB9F04E3-40E4-F8EA-C882-B1CAEED88D2C}"/>
              </a:ext>
            </a:extLst>
          </p:cNvPr>
          <p:cNvSpPr/>
          <p:nvPr/>
        </p:nvSpPr>
        <p:spPr>
          <a:xfrm>
            <a:off x="1690739" y="4105614"/>
            <a:ext cx="1560724" cy="497391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矩形: 对角圆角 45">
            <a:extLst>
              <a:ext uri="{FF2B5EF4-FFF2-40B4-BE49-F238E27FC236}">
                <a16:creationId xmlns:a16="http://schemas.microsoft.com/office/drawing/2014/main" id="{7A7BA783-0B7C-1AD3-AF2A-28C3CA471B8B}"/>
              </a:ext>
            </a:extLst>
          </p:cNvPr>
          <p:cNvSpPr/>
          <p:nvPr/>
        </p:nvSpPr>
        <p:spPr>
          <a:xfrm>
            <a:off x="1690739" y="4712988"/>
            <a:ext cx="1560724" cy="497391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阿里云</a:t>
            </a: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OSS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!!矩形: 对角圆角 43">
            <a:extLst>
              <a:ext uri="{FF2B5EF4-FFF2-40B4-BE49-F238E27FC236}">
                <a16:creationId xmlns:a16="http://schemas.microsoft.com/office/drawing/2014/main" id="{03BED893-FB55-BFB2-ACD3-01496A8648E5}"/>
              </a:ext>
            </a:extLst>
          </p:cNvPr>
          <p:cNvSpPr/>
          <p:nvPr/>
        </p:nvSpPr>
        <p:spPr>
          <a:xfrm>
            <a:off x="1698417" y="2759929"/>
            <a:ext cx="1560724" cy="506164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Session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8" name="!!流程图: 文档 14">
            <a:extLst>
              <a:ext uri="{FF2B5EF4-FFF2-40B4-BE49-F238E27FC236}">
                <a16:creationId xmlns:a16="http://schemas.microsoft.com/office/drawing/2014/main" id="{4DBA6580-5C33-F330-B252-0707C771A2C0}"/>
              </a:ext>
            </a:extLst>
          </p:cNvPr>
          <p:cNvSpPr/>
          <p:nvPr/>
        </p:nvSpPr>
        <p:spPr>
          <a:xfrm>
            <a:off x="1698417" y="2146122"/>
            <a:ext cx="1560724" cy="506163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过滤器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85F7E3F-8BEF-0C32-6342-EC618CEE1AC1}"/>
              </a:ext>
            </a:extLst>
          </p:cNvPr>
          <p:cNvSpPr txBox="1"/>
          <p:nvPr/>
        </p:nvSpPr>
        <p:spPr>
          <a:xfrm>
            <a:off x="1935537" y="3437889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3530A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JavaWeb</a:t>
            </a:r>
            <a:endParaRPr lang="zh-CN" altLang="en-US" dirty="0">
              <a:solidFill>
                <a:srgbClr val="3530A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26B8B1D-C16D-853C-5383-893759931CE6}"/>
              </a:ext>
            </a:extLst>
          </p:cNvPr>
          <p:cNvSpPr txBox="1"/>
          <p:nvPr/>
        </p:nvSpPr>
        <p:spPr>
          <a:xfrm>
            <a:off x="1968813" y="5412497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3530A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解决方案</a:t>
            </a:r>
            <a:endParaRPr lang="zh-CN" altLang="en-US" dirty="0">
              <a:solidFill>
                <a:srgbClr val="3530A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1" name="!!流程图: 文档 15">
            <a:extLst>
              <a:ext uri="{FF2B5EF4-FFF2-40B4-BE49-F238E27FC236}">
                <a16:creationId xmlns:a16="http://schemas.microsoft.com/office/drawing/2014/main" id="{E1B1E0D5-3019-3FE4-9673-2D0556068142}"/>
              </a:ext>
            </a:extLst>
          </p:cNvPr>
          <p:cNvSpPr/>
          <p:nvPr/>
        </p:nvSpPr>
        <p:spPr>
          <a:xfrm>
            <a:off x="4280621" y="2633845"/>
            <a:ext cx="1293102" cy="422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响应数据</a:t>
            </a:r>
          </a:p>
        </p:txBody>
      </p:sp>
      <p:sp>
        <p:nvSpPr>
          <p:cNvPr id="52" name="!!流程图: 文档 15">
            <a:extLst>
              <a:ext uri="{FF2B5EF4-FFF2-40B4-BE49-F238E27FC236}">
                <a16:creationId xmlns:a16="http://schemas.microsoft.com/office/drawing/2014/main" id="{B61B01C1-FD4D-D7BB-CA21-CE7442077B44}"/>
              </a:ext>
            </a:extLst>
          </p:cNvPr>
          <p:cNvSpPr/>
          <p:nvPr/>
        </p:nvSpPr>
        <p:spPr>
          <a:xfrm>
            <a:off x="4280621" y="2126553"/>
            <a:ext cx="1293102" cy="422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BCDA21D9-8015-EE18-47C1-652F49F87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543" y="4259594"/>
            <a:ext cx="521258" cy="521258"/>
          </a:xfrm>
          <a:prstGeom prst="rect">
            <a:avLst/>
          </a:prstGeom>
        </p:spPr>
      </p:pic>
      <p:sp>
        <p:nvSpPr>
          <p:cNvPr id="54" name="!!文本框 12">
            <a:extLst>
              <a:ext uri="{FF2B5EF4-FFF2-40B4-BE49-F238E27FC236}">
                <a16:creationId xmlns:a16="http://schemas.microsoft.com/office/drawing/2014/main" id="{8EE66C05-6FFA-3DB1-8FDA-3E3154A43822}"/>
              </a:ext>
            </a:extLst>
          </p:cNvPr>
          <p:cNvSpPr txBox="1"/>
          <p:nvPr/>
        </p:nvSpPr>
        <p:spPr>
          <a:xfrm>
            <a:off x="6198160" y="1482283"/>
            <a:ext cx="2238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S</a:t>
            </a:r>
            <a:r>
              <a:rPr lang="en-US" altLang="zh-CN" sz="2800" b="1"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pring framework</a:t>
            </a:r>
            <a:endParaRPr lang="zh-CN" altLang="en-US" sz="2800" b="1" dirty="0">
              <a:latin typeface="汉仪尚巍流云体简" panose="00020600040101010101" pitchFamily="18" charset="-122"/>
              <a:ea typeface="汉仪尚巍流云体简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270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267E64-E512-094B-30AB-66296D78C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前端实战</a:t>
            </a:r>
          </a:p>
        </p:txBody>
      </p:sp>
    </p:spTree>
    <p:extLst>
      <p:ext uri="{BB962C8B-B14F-4D97-AF65-F5344CB8AC3E}">
        <p14:creationId xmlns:p14="http://schemas.microsoft.com/office/powerpoint/2010/main" val="25974210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20811</TotalTime>
  <Words>104</Words>
  <Application>Microsoft Office PowerPoint</Application>
  <PresentationFormat>宽屏</PresentationFormat>
  <Paragraphs>62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Alibaba PuHuiTi B</vt:lpstr>
      <vt:lpstr>阿里巴巴普惠体 Heavy</vt:lpstr>
      <vt:lpstr>阿里巴巴普惠体 Medium</vt:lpstr>
      <vt:lpstr>等线</vt:lpstr>
      <vt:lpstr>汉仪尚巍流云体简</vt:lpstr>
      <vt:lpstr>楷体</vt:lpstr>
      <vt:lpstr>Arial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Web后端开发</vt:lpstr>
      <vt:lpstr>Web后端开发</vt:lpstr>
      <vt:lpstr>Web后端开发</vt:lpstr>
      <vt:lpstr>Web后端开发</vt:lpstr>
      <vt:lpstr>Web前端实战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1826</cp:revision>
  <cp:lastPrinted>2022-05-29T16:00:00Z</cp:lastPrinted>
  <dcterms:created xsi:type="dcterms:W3CDTF">2022-05-29T16:00:00Z</dcterms:created>
  <dcterms:modified xsi:type="dcterms:W3CDTF">2024-12-11T09:59:20Z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