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3.xml" ContentType="application/vnd.openxmlformats-officedocument.theme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4.xml" ContentType="application/vnd.openxmlformats-officedocument.theme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71" r:id="rId2"/>
    <p:sldMasterId id="2147483660" r:id="rId3"/>
    <p:sldMasterId id="2147483672" r:id="rId4"/>
    <p:sldMasterId id="2147483679" r:id="rId5"/>
  </p:sldMasterIdLst>
  <p:notesMasterIdLst>
    <p:notesMasterId r:id="rId73"/>
  </p:notesMasterIdLst>
  <p:handoutMasterIdLst>
    <p:handoutMasterId r:id="rId74"/>
  </p:handoutMasterIdLst>
  <p:sldIdLst>
    <p:sldId id="280" r:id="rId6"/>
    <p:sldId id="1526" r:id="rId7"/>
    <p:sldId id="1128" r:id="rId8"/>
    <p:sldId id="1129" r:id="rId9"/>
    <p:sldId id="1055" r:id="rId10"/>
    <p:sldId id="2768" r:id="rId11"/>
    <p:sldId id="2769" r:id="rId12"/>
    <p:sldId id="1053" r:id="rId13"/>
    <p:sldId id="1131" r:id="rId14"/>
    <p:sldId id="1133" r:id="rId15"/>
    <p:sldId id="2770" r:id="rId16"/>
    <p:sldId id="2771" r:id="rId17"/>
    <p:sldId id="2772" r:id="rId18"/>
    <p:sldId id="1136" r:id="rId19"/>
    <p:sldId id="2773" r:id="rId20"/>
    <p:sldId id="2774" r:id="rId21"/>
    <p:sldId id="2775" r:id="rId22"/>
    <p:sldId id="1143" r:id="rId23"/>
    <p:sldId id="2801" r:id="rId24"/>
    <p:sldId id="1529" r:id="rId25"/>
    <p:sldId id="1148" r:id="rId26"/>
    <p:sldId id="1550" r:id="rId27"/>
    <p:sldId id="1149" r:id="rId28"/>
    <p:sldId id="2781" r:id="rId29"/>
    <p:sldId id="2786" r:id="rId30"/>
    <p:sldId id="2787" r:id="rId31"/>
    <p:sldId id="2788" r:id="rId32"/>
    <p:sldId id="2794" r:id="rId33"/>
    <p:sldId id="2789" r:id="rId34"/>
    <p:sldId id="2790" r:id="rId35"/>
    <p:sldId id="2791" r:id="rId36"/>
    <p:sldId id="2792" r:id="rId37"/>
    <p:sldId id="2793" r:id="rId38"/>
    <p:sldId id="2795" r:id="rId39"/>
    <p:sldId id="2796" r:id="rId40"/>
    <p:sldId id="2797" r:id="rId41"/>
    <p:sldId id="2798" r:id="rId42"/>
    <p:sldId id="2799" r:id="rId43"/>
    <p:sldId id="2800" r:id="rId44"/>
    <p:sldId id="2777" r:id="rId45"/>
    <p:sldId id="2778" r:id="rId46"/>
    <p:sldId id="1156" r:id="rId47"/>
    <p:sldId id="1158" r:id="rId48"/>
    <p:sldId id="1552" r:id="rId49"/>
    <p:sldId id="2779" r:id="rId50"/>
    <p:sldId id="2780" r:id="rId51"/>
    <p:sldId id="1162" r:id="rId52"/>
    <p:sldId id="1163" r:id="rId53"/>
    <p:sldId id="1164" r:id="rId54"/>
    <p:sldId id="675" r:id="rId55"/>
    <p:sldId id="1542" r:id="rId56"/>
    <p:sldId id="1543" r:id="rId57"/>
    <p:sldId id="2782" r:id="rId58"/>
    <p:sldId id="2783" r:id="rId59"/>
    <p:sldId id="1166" r:id="rId60"/>
    <p:sldId id="1167" r:id="rId61"/>
    <p:sldId id="1168" r:id="rId62"/>
    <p:sldId id="1169" r:id="rId63"/>
    <p:sldId id="1170" r:id="rId64"/>
    <p:sldId id="2784" r:id="rId65"/>
    <p:sldId id="2785" r:id="rId66"/>
    <p:sldId id="1544" r:id="rId67"/>
    <p:sldId id="652" r:id="rId68"/>
    <p:sldId id="1535" r:id="rId69"/>
    <p:sldId id="1537" r:id="rId70"/>
    <p:sldId id="1177" r:id="rId71"/>
    <p:sldId id="288" r:id="rId72"/>
  </p:sldIdLst>
  <p:sldSz cx="12192000" cy="6858000"/>
  <p:notesSz cx="6858000" cy="9144000"/>
  <p:custDataLst>
    <p:tags r:id="rId75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05B0C935-3A8C-4FC9-B6CD-4BB339AB9D93}">
          <p14:sldIdLst>
            <p14:sldId id="280"/>
            <p14:sldId id="1526"/>
            <p14:sldId id="1128"/>
            <p14:sldId id="1129"/>
            <p14:sldId id="1055"/>
            <p14:sldId id="2768"/>
            <p14:sldId id="2769"/>
            <p14:sldId id="1053"/>
            <p14:sldId id="1131"/>
            <p14:sldId id="1133"/>
            <p14:sldId id="2770"/>
            <p14:sldId id="2771"/>
            <p14:sldId id="2772"/>
            <p14:sldId id="1136"/>
            <p14:sldId id="2773"/>
            <p14:sldId id="2774"/>
            <p14:sldId id="2775"/>
            <p14:sldId id="1143"/>
            <p14:sldId id="2801"/>
            <p14:sldId id="1529"/>
            <p14:sldId id="1148"/>
            <p14:sldId id="1550"/>
            <p14:sldId id="1149"/>
            <p14:sldId id="2781"/>
            <p14:sldId id="2786"/>
            <p14:sldId id="2787"/>
            <p14:sldId id="2788"/>
            <p14:sldId id="2794"/>
            <p14:sldId id="2789"/>
            <p14:sldId id="2790"/>
            <p14:sldId id="2791"/>
            <p14:sldId id="2792"/>
            <p14:sldId id="2793"/>
            <p14:sldId id="2795"/>
            <p14:sldId id="2796"/>
            <p14:sldId id="2797"/>
            <p14:sldId id="2798"/>
            <p14:sldId id="2799"/>
            <p14:sldId id="2800"/>
            <p14:sldId id="2777"/>
            <p14:sldId id="2778"/>
            <p14:sldId id="1156"/>
            <p14:sldId id="1158"/>
            <p14:sldId id="1552"/>
            <p14:sldId id="2779"/>
            <p14:sldId id="2780"/>
            <p14:sldId id="1162"/>
            <p14:sldId id="1163"/>
            <p14:sldId id="1164"/>
            <p14:sldId id="675"/>
            <p14:sldId id="1542"/>
            <p14:sldId id="1543"/>
            <p14:sldId id="2782"/>
            <p14:sldId id="2783"/>
            <p14:sldId id="1166"/>
            <p14:sldId id="1167"/>
            <p14:sldId id="1168"/>
            <p14:sldId id="1169"/>
            <p14:sldId id="1170"/>
            <p14:sldId id="2784"/>
            <p14:sldId id="2785"/>
            <p14:sldId id="1544"/>
            <p14:sldId id="652"/>
            <p14:sldId id="1535"/>
            <p14:sldId id="1537"/>
            <p14:sldId id="1177"/>
            <p14:sldId id="288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D2B26"/>
    <a:srgbClr val="DBD8D2"/>
    <a:srgbClr val="EC2025"/>
    <a:srgbClr val="F22126"/>
    <a:srgbClr val="E5E5E5"/>
    <a:srgbClr val="0067E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3179" autoAdjust="0"/>
    <p:restoredTop sz="94349" autoAdjust="0"/>
  </p:normalViewPr>
  <p:slideViewPr>
    <p:cSldViewPr snapToGrid="0" showGuides="1">
      <p:cViewPr varScale="1">
        <p:scale>
          <a:sx n="90" d="100"/>
          <a:sy n="90" d="100"/>
        </p:scale>
        <p:origin x="432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4" d="100"/>
          <a:sy n="84" d="100"/>
        </p:scale>
        <p:origin x="2184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1.xml"/><Relationship Id="rId21" Type="http://schemas.openxmlformats.org/officeDocument/2006/relationships/slide" Target="slides/slide16.xml"/><Relationship Id="rId42" Type="http://schemas.openxmlformats.org/officeDocument/2006/relationships/slide" Target="slides/slide37.xml"/><Relationship Id="rId47" Type="http://schemas.openxmlformats.org/officeDocument/2006/relationships/slide" Target="slides/slide42.xml"/><Relationship Id="rId63" Type="http://schemas.openxmlformats.org/officeDocument/2006/relationships/slide" Target="slides/slide58.xml"/><Relationship Id="rId68" Type="http://schemas.openxmlformats.org/officeDocument/2006/relationships/slide" Target="slides/slide63.xml"/><Relationship Id="rId16" Type="http://schemas.openxmlformats.org/officeDocument/2006/relationships/slide" Target="slides/slide11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slide" Target="slides/slide27.xml"/><Relationship Id="rId37" Type="http://schemas.openxmlformats.org/officeDocument/2006/relationships/slide" Target="slides/slide32.xml"/><Relationship Id="rId40" Type="http://schemas.openxmlformats.org/officeDocument/2006/relationships/slide" Target="slides/slide35.xml"/><Relationship Id="rId45" Type="http://schemas.openxmlformats.org/officeDocument/2006/relationships/slide" Target="slides/slide40.xml"/><Relationship Id="rId53" Type="http://schemas.openxmlformats.org/officeDocument/2006/relationships/slide" Target="slides/slide48.xml"/><Relationship Id="rId58" Type="http://schemas.openxmlformats.org/officeDocument/2006/relationships/slide" Target="slides/slide53.xml"/><Relationship Id="rId66" Type="http://schemas.openxmlformats.org/officeDocument/2006/relationships/slide" Target="slides/slide61.xml"/><Relationship Id="rId74" Type="http://schemas.openxmlformats.org/officeDocument/2006/relationships/handoutMaster" Target="handoutMasters/handoutMaster1.xml"/><Relationship Id="rId79" Type="http://schemas.openxmlformats.org/officeDocument/2006/relationships/tableStyles" Target="tableStyles.xml"/><Relationship Id="rId5" Type="http://schemas.openxmlformats.org/officeDocument/2006/relationships/slideMaster" Target="slideMasters/slideMaster5.xml"/><Relationship Id="rId61" Type="http://schemas.openxmlformats.org/officeDocument/2006/relationships/slide" Target="slides/slide56.xml"/><Relationship Id="rId19" Type="http://schemas.openxmlformats.org/officeDocument/2006/relationships/slide" Target="slides/slide1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slide" Target="slides/slide30.xml"/><Relationship Id="rId43" Type="http://schemas.openxmlformats.org/officeDocument/2006/relationships/slide" Target="slides/slide38.xml"/><Relationship Id="rId48" Type="http://schemas.openxmlformats.org/officeDocument/2006/relationships/slide" Target="slides/slide43.xml"/><Relationship Id="rId56" Type="http://schemas.openxmlformats.org/officeDocument/2006/relationships/slide" Target="slides/slide51.xml"/><Relationship Id="rId64" Type="http://schemas.openxmlformats.org/officeDocument/2006/relationships/slide" Target="slides/slide59.xml"/><Relationship Id="rId69" Type="http://schemas.openxmlformats.org/officeDocument/2006/relationships/slide" Target="slides/slide64.xml"/><Relationship Id="rId77" Type="http://schemas.openxmlformats.org/officeDocument/2006/relationships/viewProps" Target="viewProps.xml"/><Relationship Id="rId8" Type="http://schemas.openxmlformats.org/officeDocument/2006/relationships/slide" Target="slides/slide3.xml"/><Relationship Id="rId51" Type="http://schemas.openxmlformats.org/officeDocument/2006/relationships/slide" Target="slides/slide46.xml"/><Relationship Id="rId72" Type="http://schemas.openxmlformats.org/officeDocument/2006/relationships/slide" Target="slides/slide67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slide" Target="slides/slide28.xml"/><Relationship Id="rId38" Type="http://schemas.openxmlformats.org/officeDocument/2006/relationships/slide" Target="slides/slide33.xml"/><Relationship Id="rId46" Type="http://schemas.openxmlformats.org/officeDocument/2006/relationships/slide" Target="slides/slide41.xml"/><Relationship Id="rId59" Type="http://schemas.openxmlformats.org/officeDocument/2006/relationships/slide" Target="slides/slide54.xml"/><Relationship Id="rId67" Type="http://schemas.openxmlformats.org/officeDocument/2006/relationships/slide" Target="slides/slide62.xml"/><Relationship Id="rId20" Type="http://schemas.openxmlformats.org/officeDocument/2006/relationships/slide" Target="slides/slide15.xml"/><Relationship Id="rId41" Type="http://schemas.openxmlformats.org/officeDocument/2006/relationships/slide" Target="slides/slide36.xml"/><Relationship Id="rId54" Type="http://schemas.openxmlformats.org/officeDocument/2006/relationships/slide" Target="slides/slide49.xml"/><Relationship Id="rId62" Type="http://schemas.openxmlformats.org/officeDocument/2006/relationships/slide" Target="slides/slide57.xml"/><Relationship Id="rId70" Type="http://schemas.openxmlformats.org/officeDocument/2006/relationships/slide" Target="slides/slide65.xml"/><Relationship Id="rId75" Type="http://schemas.openxmlformats.org/officeDocument/2006/relationships/tags" Target="tags/tag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slide" Target="slides/slide31.xml"/><Relationship Id="rId49" Type="http://schemas.openxmlformats.org/officeDocument/2006/relationships/slide" Target="slides/slide44.xml"/><Relationship Id="rId57" Type="http://schemas.openxmlformats.org/officeDocument/2006/relationships/slide" Target="slides/slide52.xml"/><Relationship Id="rId10" Type="http://schemas.openxmlformats.org/officeDocument/2006/relationships/slide" Target="slides/slide5.xml"/><Relationship Id="rId31" Type="http://schemas.openxmlformats.org/officeDocument/2006/relationships/slide" Target="slides/slide26.xml"/><Relationship Id="rId44" Type="http://schemas.openxmlformats.org/officeDocument/2006/relationships/slide" Target="slides/slide39.xml"/><Relationship Id="rId52" Type="http://schemas.openxmlformats.org/officeDocument/2006/relationships/slide" Target="slides/slide47.xml"/><Relationship Id="rId60" Type="http://schemas.openxmlformats.org/officeDocument/2006/relationships/slide" Target="slides/slide55.xml"/><Relationship Id="rId65" Type="http://schemas.openxmlformats.org/officeDocument/2006/relationships/slide" Target="slides/slide60.xml"/><Relationship Id="rId73" Type="http://schemas.openxmlformats.org/officeDocument/2006/relationships/notesMaster" Target="notesMasters/notesMaster1.xml"/><Relationship Id="rId78" Type="http://schemas.openxmlformats.org/officeDocument/2006/relationships/theme" Target="theme/theme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4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39" Type="http://schemas.openxmlformats.org/officeDocument/2006/relationships/slide" Target="slides/slide34.xml"/><Relationship Id="rId34" Type="http://schemas.openxmlformats.org/officeDocument/2006/relationships/slide" Target="slides/slide29.xml"/><Relationship Id="rId50" Type="http://schemas.openxmlformats.org/officeDocument/2006/relationships/slide" Target="slides/slide45.xml"/><Relationship Id="rId55" Type="http://schemas.openxmlformats.org/officeDocument/2006/relationships/slide" Target="slides/slide50.xml"/><Relationship Id="rId76" Type="http://schemas.openxmlformats.org/officeDocument/2006/relationships/presProps" Target="presProps.xml"/><Relationship Id="rId7" Type="http://schemas.openxmlformats.org/officeDocument/2006/relationships/slide" Target="slides/slide2.xml"/><Relationship Id="rId71" Type="http://schemas.openxmlformats.org/officeDocument/2006/relationships/slide" Target="slides/slide66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4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2E23121D-534D-C18D-86F2-F8B084E7F1B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3724E421-5F99-33C1-6C60-3D67F5BBC34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611D20C-92F4-4D32-92CD-1278806BF344}" type="datetimeFigureOut">
              <a:rPr lang="zh-CN" altLang="en-US" smtClean="0"/>
              <a:t>2025/2/22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A4CEAC0C-2766-8EA5-AFAC-04E2AE7E12A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7B69A8BD-4CEA-8355-A923-3DE76C66945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4D7DA4C-D0A3-441A-A01E-F1F72C62FDE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9307928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82A3D24-6083-4546-8C6D-DEE86BAAAE49}" type="datetimeFigureOut">
              <a:rPr lang="zh-CN" altLang="en-US" smtClean="0"/>
              <a:t>2025/2/22</a:t>
            </a:fld>
            <a:endParaRPr lang="zh-CN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3ED8765-8EF3-408C-9341-152904E414E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985426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C63F50-FC71-46DD-9BDC-11F985EF414C}" type="slidenum">
              <a:rPr lang="zh-CN" altLang="en-US" smtClean="0"/>
              <a:t>47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1600378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幻灯片图像占位符 1">
            <a:extLst>
              <a:ext uri="{FF2B5EF4-FFF2-40B4-BE49-F238E27FC236}">
                <a16:creationId xmlns:a16="http://schemas.microsoft.com/office/drawing/2014/main" id="{D9052B9C-2838-0095-C7B9-D91DE87BCAD6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195" name="备注占位符 2">
            <a:extLst>
              <a:ext uri="{FF2B5EF4-FFF2-40B4-BE49-F238E27FC236}">
                <a16:creationId xmlns:a16="http://schemas.microsoft.com/office/drawing/2014/main" id="{69F6964C-12B1-B4FA-2C09-81C377F747DB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 dirty="0"/>
          </a:p>
        </p:txBody>
      </p:sp>
      <p:sp>
        <p:nvSpPr>
          <p:cNvPr id="8196" name="灯片编号占位符 3">
            <a:extLst>
              <a:ext uri="{FF2B5EF4-FFF2-40B4-BE49-F238E27FC236}">
                <a16:creationId xmlns:a16="http://schemas.microsoft.com/office/drawing/2014/main" id="{E51AEC7A-5DA9-6F19-2C53-1EF4117069D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fld id="{058E9E29-0839-4211-8B80-E8F40482F9BE}" type="slidenum">
              <a:rPr lang="zh-CN" altLang="en-US" smtClean="0"/>
              <a:pPr/>
              <a:t>50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幻灯片图像占位符 1">
            <a:extLst>
              <a:ext uri="{FF2B5EF4-FFF2-40B4-BE49-F238E27FC236}">
                <a16:creationId xmlns:a16="http://schemas.microsoft.com/office/drawing/2014/main" id="{D9052B9C-2838-0095-C7B9-D91DE87BCAD6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195" name="备注占位符 2">
            <a:extLst>
              <a:ext uri="{FF2B5EF4-FFF2-40B4-BE49-F238E27FC236}">
                <a16:creationId xmlns:a16="http://schemas.microsoft.com/office/drawing/2014/main" id="{69F6964C-12B1-B4FA-2C09-81C377F747DB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 dirty="0"/>
          </a:p>
        </p:txBody>
      </p:sp>
      <p:sp>
        <p:nvSpPr>
          <p:cNvPr id="8196" name="灯片编号占位符 3">
            <a:extLst>
              <a:ext uri="{FF2B5EF4-FFF2-40B4-BE49-F238E27FC236}">
                <a16:creationId xmlns:a16="http://schemas.microsoft.com/office/drawing/2014/main" id="{E51AEC7A-5DA9-6F19-2C53-1EF4117069D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fld id="{058E9E29-0839-4211-8B80-E8F40482F9BE}" type="slidenum">
              <a:rPr lang="zh-CN" altLang="en-US" smtClean="0"/>
              <a:pPr/>
              <a:t>51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1561962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幻灯片图像占位符 1">
            <a:extLst>
              <a:ext uri="{FF2B5EF4-FFF2-40B4-BE49-F238E27FC236}">
                <a16:creationId xmlns:a16="http://schemas.microsoft.com/office/drawing/2014/main" id="{D9052B9C-2838-0095-C7B9-D91DE87BCAD6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195" name="备注占位符 2">
            <a:extLst>
              <a:ext uri="{FF2B5EF4-FFF2-40B4-BE49-F238E27FC236}">
                <a16:creationId xmlns:a16="http://schemas.microsoft.com/office/drawing/2014/main" id="{69F6964C-12B1-B4FA-2C09-81C377F747DB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 dirty="0"/>
          </a:p>
        </p:txBody>
      </p:sp>
      <p:sp>
        <p:nvSpPr>
          <p:cNvPr id="8196" name="灯片编号占位符 3">
            <a:extLst>
              <a:ext uri="{FF2B5EF4-FFF2-40B4-BE49-F238E27FC236}">
                <a16:creationId xmlns:a16="http://schemas.microsoft.com/office/drawing/2014/main" id="{E51AEC7A-5DA9-6F19-2C53-1EF4117069D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fld id="{058E9E29-0839-4211-8B80-E8F40482F9BE}" type="slidenum">
              <a:rPr lang="zh-CN" altLang="en-US" smtClean="0"/>
              <a:pPr/>
              <a:t>52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141126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5.png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内容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CED916A-3E34-4B9E-8F9F-7A8921A30F9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76197" y="956241"/>
            <a:ext cx="11060481" cy="533182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/>
            </a:lvl1pPr>
          </a:lstStyle>
          <a:p>
            <a:pPr lvl="0"/>
            <a:r>
              <a:rPr lang="zh-CN" altLang="en-US"/>
              <a:t>单击此处编辑内容</a:t>
            </a:r>
            <a:endParaRPr lang="zh-CN" altLang="en-US" dirty="0"/>
          </a:p>
        </p:txBody>
      </p:sp>
      <p:sp>
        <p:nvSpPr>
          <p:cNvPr id="8" name="标题 7">
            <a:extLst>
              <a:ext uri="{FF2B5EF4-FFF2-40B4-BE49-F238E27FC236}">
                <a16:creationId xmlns:a16="http://schemas.microsoft.com/office/drawing/2014/main" id="{E0BD5DE7-58FF-A736-CEC2-C49FBA5469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196" y="336399"/>
            <a:ext cx="10747497" cy="474415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47" name="椭圆 46">
            <a:extLst>
              <a:ext uri="{FF2B5EF4-FFF2-40B4-BE49-F238E27FC236}">
                <a16:creationId xmlns:a16="http://schemas.microsoft.com/office/drawing/2014/main" id="{2828A69B-715F-4EF1-58FB-A763C01CE99E}"/>
              </a:ext>
            </a:extLst>
          </p:cNvPr>
          <p:cNvSpPr/>
          <p:nvPr userDrawn="1"/>
        </p:nvSpPr>
        <p:spPr>
          <a:xfrm>
            <a:off x="221806" y="190972"/>
            <a:ext cx="144104" cy="144104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" name="椭圆 47">
            <a:extLst>
              <a:ext uri="{FF2B5EF4-FFF2-40B4-BE49-F238E27FC236}">
                <a16:creationId xmlns:a16="http://schemas.microsoft.com/office/drawing/2014/main" id="{D09C51A0-F849-48A7-BC23-68B1480BCFBA}"/>
              </a:ext>
            </a:extLst>
          </p:cNvPr>
          <p:cNvSpPr/>
          <p:nvPr userDrawn="1"/>
        </p:nvSpPr>
        <p:spPr>
          <a:xfrm>
            <a:off x="293858" y="224694"/>
            <a:ext cx="220764" cy="220764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23742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7">
            <a:extLst>
              <a:ext uri="{FF2B5EF4-FFF2-40B4-BE49-F238E27FC236}">
                <a16:creationId xmlns:a16="http://schemas.microsoft.com/office/drawing/2014/main" id="{FCDA8ECA-5550-1579-68CA-CC29E9FAE4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626" y="335203"/>
            <a:ext cx="10737020" cy="47441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100000"/>
              </a:lnSpc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9" name="椭圆 38">
            <a:extLst>
              <a:ext uri="{FF2B5EF4-FFF2-40B4-BE49-F238E27FC236}">
                <a16:creationId xmlns:a16="http://schemas.microsoft.com/office/drawing/2014/main" id="{0F420230-886B-D4D3-2B3C-23A24A3C217F}"/>
              </a:ext>
            </a:extLst>
          </p:cNvPr>
          <p:cNvSpPr/>
          <p:nvPr userDrawn="1"/>
        </p:nvSpPr>
        <p:spPr>
          <a:xfrm>
            <a:off x="221806" y="190972"/>
            <a:ext cx="144104" cy="144104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" name="椭圆 39">
            <a:extLst>
              <a:ext uri="{FF2B5EF4-FFF2-40B4-BE49-F238E27FC236}">
                <a16:creationId xmlns:a16="http://schemas.microsoft.com/office/drawing/2014/main" id="{0C47F643-5264-44DA-EC51-A1FD97EB2FDA}"/>
              </a:ext>
            </a:extLst>
          </p:cNvPr>
          <p:cNvSpPr/>
          <p:nvPr userDrawn="1"/>
        </p:nvSpPr>
        <p:spPr>
          <a:xfrm>
            <a:off x="293858" y="224694"/>
            <a:ext cx="220764" cy="220764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576422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无标题空白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537122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椭圆 26">
            <a:extLst>
              <a:ext uri="{FF2B5EF4-FFF2-40B4-BE49-F238E27FC236}">
                <a16:creationId xmlns:a16="http://schemas.microsoft.com/office/drawing/2014/main" id="{CE1A1E8E-5BFA-290B-CE2D-C63161DD862D}"/>
              </a:ext>
            </a:extLst>
          </p:cNvPr>
          <p:cNvSpPr/>
          <p:nvPr userDrawn="1"/>
        </p:nvSpPr>
        <p:spPr>
          <a:xfrm>
            <a:off x="410285" y="263623"/>
            <a:ext cx="201682" cy="201682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标题 7">
            <a:extLst>
              <a:ext uri="{FF2B5EF4-FFF2-40B4-BE49-F238E27FC236}">
                <a16:creationId xmlns:a16="http://schemas.microsoft.com/office/drawing/2014/main" id="{28157308-7332-F855-6CD5-8994EF9131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3098" y="316670"/>
            <a:ext cx="9735968" cy="47441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100000"/>
              </a:lnSpc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pic>
        <p:nvPicPr>
          <p:cNvPr id="14" name="图形 13">
            <a:extLst>
              <a:ext uri="{FF2B5EF4-FFF2-40B4-BE49-F238E27FC236}">
                <a16:creationId xmlns:a16="http://schemas.microsoft.com/office/drawing/2014/main" id="{7C282B3D-F354-6522-5657-ED6D2CE0D84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5779" y="423789"/>
            <a:ext cx="201682" cy="201682"/>
          </a:xfrm>
          <a:prstGeom prst="rect">
            <a:avLst/>
          </a:prstGeom>
        </p:spPr>
      </p:pic>
      <p:sp>
        <p:nvSpPr>
          <p:cNvPr id="18" name="文本占位符 17">
            <a:extLst>
              <a:ext uri="{FF2B5EF4-FFF2-40B4-BE49-F238E27FC236}">
                <a16:creationId xmlns:a16="http://schemas.microsoft.com/office/drawing/2014/main" id="{003B1F35-1C5E-4046-0266-04F81948A3E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753099" y="1024932"/>
            <a:ext cx="9570540" cy="478055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/>
            </a:lvl1pPr>
          </a:lstStyle>
          <a:p>
            <a:pPr lvl="0"/>
            <a:r>
              <a:rPr lang="zh-CN" altLang="en-US"/>
              <a:t>此处</a:t>
            </a:r>
            <a:r>
              <a:rPr lang="en-US" altLang="zh-CN"/>
              <a:t>weight</a:t>
            </a:r>
            <a:r>
              <a:rPr lang="zh-CN" altLang="en-US"/>
              <a:t>案例内容，字体不可改，阿里巴巴惠普体</a:t>
            </a:r>
            <a:r>
              <a:rPr lang="en-US" altLang="zh-CN"/>
              <a:t>16</a:t>
            </a:r>
            <a:r>
              <a:rPr lang="zh-CN" altLang="en-US"/>
              <a:t>号</a:t>
            </a:r>
          </a:p>
        </p:txBody>
      </p: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20A81A7A-9283-4012-AFC4-85E90FC61246}"/>
              </a:ext>
            </a:extLst>
          </p:cNvPr>
          <p:cNvGrpSpPr/>
          <p:nvPr userDrawn="1"/>
        </p:nvGrpSpPr>
        <p:grpSpPr>
          <a:xfrm>
            <a:off x="504134" y="308770"/>
            <a:ext cx="1212680" cy="453281"/>
            <a:chOff x="532462" y="1628775"/>
            <a:chExt cx="1212680" cy="453281"/>
          </a:xfrm>
        </p:grpSpPr>
        <p:sp>
          <p:nvSpPr>
            <p:cNvPr id="24" name="矩形: 圆角 23">
              <a:extLst>
                <a:ext uri="{FF2B5EF4-FFF2-40B4-BE49-F238E27FC236}">
                  <a16:creationId xmlns:a16="http://schemas.microsoft.com/office/drawing/2014/main" id="{54670D28-3CCE-924C-0936-90894593722C}"/>
                </a:ext>
              </a:extLst>
            </p:cNvPr>
            <p:cNvSpPr/>
            <p:nvPr userDrawn="1"/>
          </p:nvSpPr>
          <p:spPr>
            <a:xfrm>
              <a:off x="695616" y="1668659"/>
              <a:ext cx="1031831" cy="373512"/>
            </a:xfrm>
            <a:prstGeom prst="roundRect">
              <a:avLst>
                <a:gd name="adj" fmla="val 15027"/>
              </a:avLst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55B1B6FC-F79A-9918-E71A-665867D34C18}"/>
                </a:ext>
              </a:extLst>
            </p:cNvPr>
            <p:cNvSpPr/>
            <p:nvPr userDrawn="1"/>
          </p:nvSpPr>
          <p:spPr>
            <a:xfrm>
              <a:off x="532462" y="1628775"/>
              <a:ext cx="453281" cy="453281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23" name="图形 22">
              <a:extLst>
                <a:ext uri="{FF2B5EF4-FFF2-40B4-BE49-F238E27FC236}">
                  <a16:creationId xmlns:a16="http://schemas.microsoft.com/office/drawing/2014/main" id="{831BBACC-20D7-DBD1-9827-7405F380536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58261" y="1754574"/>
              <a:ext cx="201682" cy="201682"/>
            </a:xfrm>
            <a:prstGeom prst="rect">
              <a:avLst/>
            </a:prstGeom>
          </p:spPr>
        </p:pic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id="{92206755-775B-95BA-7085-C3DF286396FF}"/>
                </a:ext>
              </a:extLst>
            </p:cNvPr>
            <p:cNvSpPr txBox="1"/>
            <p:nvPr userDrawn="1"/>
          </p:nvSpPr>
          <p:spPr>
            <a:xfrm>
              <a:off x="1000760" y="1655360"/>
              <a:ext cx="74438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2000" b="0">
                  <a:solidFill>
                    <a:schemeClr val="accent1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案例</a:t>
              </a:r>
              <a:endParaRPr lang="zh-CN" altLang="en-US" sz="2000" b="0"/>
            </a:p>
          </p:txBody>
        </p:sp>
      </p:grpSp>
    </p:spTree>
    <p:extLst>
      <p:ext uri="{BB962C8B-B14F-4D97-AF65-F5344CB8AC3E}">
        <p14:creationId xmlns:p14="http://schemas.microsoft.com/office/powerpoint/2010/main" val="36716357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步骤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椭圆 26">
            <a:extLst>
              <a:ext uri="{FF2B5EF4-FFF2-40B4-BE49-F238E27FC236}">
                <a16:creationId xmlns:a16="http://schemas.microsoft.com/office/drawing/2014/main" id="{CE1A1E8E-5BFA-290B-CE2D-C63161DD862D}"/>
              </a:ext>
            </a:extLst>
          </p:cNvPr>
          <p:cNvSpPr/>
          <p:nvPr userDrawn="1"/>
        </p:nvSpPr>
        <p:spPr>
          <a:xfrm>
            <a:off x="410285" y="263623"/>
            <a:ext cx="201682" cy="201682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标题 7">
            <a:extLst>
              <a:ext uri="{FF2B5EF4-FFF2-40B4-BE49-F238E27FC236}">
                <a16:creationId xmlns:a16="http://schemas.microsoft.com/office/drawing/2014/main" id="{28157308-7332-F855-6CD5-8994EF9131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3098" y="316670"/>
            <a:ext cx="9735968" cy="47441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100000"/>
              </a:lnSpc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pic>
        <p:nvPicPr>
          <p:cNvPr id="14" name="图形 13">
            <a:extLst>
              <a:ext uri="{FF2B5EF4-FFF2-40B4-BE49-F238E27FC236}">
                <a16:creationId xmlns:a16="http://schemas.microsoft.com/office/drawing/2014/main" id="{7C282B3D-F354-6522-5657-ED6D2CE0D84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5779" y="423789"/>
            <a:ext cx="201682" cy="201682"/>
          </a:xfrm>
          <a:prstGeom prst="rect">
            <a:avLst/>
          </a:prstGeom>
        </p:spPr>
      </p:pic>
      <p:sp>
        <p:nvSpPr>
          <p:cNvPr id="18" name="文本占位符 17">
            <a:extLst>
              <a:ext uri="{FF2B5EF4-FFF2-40B4-BE49-F238E27FC236}">
                <a16:creationId xmlns:a16="http://schemas.microsoft.com/office/drawing/2014/main" id="{003B1F35-1C5E-4046-0266-04F81948A3E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753099" y="1024932"/>
            <a:ext cx="9570540" cy="478055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/>
            </a:lvl1pPr>
          </a:lstStyle>
          <a:p>
            <a:pPr lvl="0"/>
            <a:r>
              <a:rPr lang="zh-CN" altLang="en-US"/>
              <a:t>此处</a:t>
            </a:r>
            <a:r>
              <a:rPr lang="en-US" altLang="zh-CN"/>
              <a:t>weight</a:t>
            </a:r>
            <a:r>
              <a:rPr lang="zh-CN" altLang="en-US"/>
              <a:t>案例内容，字体不可改，阿里巴巴惠普体</a:t>
            </a:r>
            <a:r>
              <a:rPr lang="en-US" altLang="zh-CN"/>
              <a:t>16</a:t>
            </a:r>
            <a:r>
              <a:rPr lang="zh-CN" altLang="en-US"/>
              <a:t>号</a:t>
            </a:r>
          </a:p>
        </p:txBody>
      </p: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20A81A7A-9283-4012-AFC4-85E90FC61246}"/>
              </a:ext>
            </a:extLst>
          </p:cNvPr>
          <p:cNvGrpSpPr/>
          <p:nvPr userDrawn="1"/>
        </p:nvGrpSpPr>
        <p:grpSpPr>
          <a:xfrm>
            <a:off x="504134" y="308770"/>
            <a:ext cx="1212680" cy="453281"/>
            <a:chOff x="532462" y="1628775"/>
            <a:chExt cx="1212680" cy="453281"/>
          </a:xfrm>
        </p:grpSpPr>
        <p:sp>
          <p:nvSpPr>
            <p:cNvPr id="24" name="矩形: 圆角 23">
              <a:extLst>
                <a:ext uri="{FF2B5EF4-FFF2-40B4-BE49-F238E27FC236}">
                  <a16:creationId xmlns:a16="http://schemas.microsoft.com/office/drawing/2014/main" id="{54670D28-3CCE-924C-0936-90894593722C}"/>
                </a:ext>
              </a:extLst>
            </p:cNvPr>
            <p:cNvSpPr/>
            <p:nvPr userDrawn="1"/>
          </p:nvSpPr>
          <p:spPr>
            <a:xfrm>
              <a:off x="695616" y="1668659"/>
              <a:ext cx="1031831" cy="373512"/>
            </a:xfrm>
            <a:prstGeom prst="roundRect">
              <a:avLst>
                <a:gd name="adj" fmla="val 15027"/>
              </a:avLst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55B1B6FC-F79A-9918-E71A-665867D34C18}"/>
                </a:ext>
              </a:extLst>
            </p:cNvPr>
            <p:cNvSpPr/>
            <p:nvPr userDrawn="1"/>
          </p:nvSpPr>
          <p:spPr>
            <a:xfrm>
              <a:off x="532462" y="1628775"/>
              <a:ext cx="453281" cy="453281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23" name="图形 22">
              <a:extLst>
                <a:ext uri="{FF2B5EF4-FFF2-40B4-BE49-F238E27FC236}">
                  <a16:creationId xmlns:a16="http://schemas.microsoft.com/office/drawing/2014/main" id="{831BBACC-20D7-DBD1-9827-7405F380536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58261" y="1754574"/>
              <a:ext cx="201682" cy="201682"/>
            </a:xfrm>
            <a:prstGeom prst="rect">
              <a:avLst/>
            </a:prstGeom>
          </p:spPr>
        </p:pic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id="{92206755-775B-95BA-7085-C3DF286396FF}"/>
                </a:ext>
              </a:extLst>
            </p:cNvPr>
            <p:cNvSpPr txBox="1"/>
            <p:nvPr userDrawn="1"/>
          </p:nvSpPr>
          <p:spPr>
            <a:xfrm>
              <a:off x="1000760" y="1655360"/>
              <a:ext cx="74438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2000" b="0">
                  <a:solidFill>
                    <a:schemeClr val="accent1"/>
                  </a:solidFill>
                  <a:ea typeface="Alibaba PuHuiTi B" pitchFamily="18" charset="-122"/>
                </a:rPr>
                <a:t>步骤</a:t>
              </a:r>
              <a:endParaRPr lang="zh-CN" altLang="en-US" sz="2000" b="0"/>
            </a:p>
          </p:txBody>
        </p:sp>
      </p:grpSp>
    </p:spTree>
    <p:extLst>
      <p:ext uri="{BB962C8B-B14F-4D97-AF65-F5344CB8AC3E}">
        <p14:creationId xmlns:p14="http://schemas.microsoft.com/office/powerpoint/2010/main" val="18015503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椭圆 26">
            <a:extLst>
              <a:ext uri="{FF2B5EF4-FFF2-40B4-BE49-F238E27FC236}">
                <a16:creationId xmlns:a16="http://schemas.microsoft.com/office/drawing/2014/main" id="{CE1A1E8E-5BFA-290B-CE2D-C63161DD862D}"/>
              </a:ext>
            </a:extLst>
          </p:cNvPr>
          <p:cNvSpPr/>
          <p:nvPr userDrawn="1"/>
        </p:nvSpPr>
        <p:spPr>
          <a:xfrm>
            <a:off x="410285" y="263623"/>
            <a:ext cx="201682" cy="201682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标题 7">
            <a:extLst>
              <a:ext uri="{FF2B5EF4-FFF2-40B4-BE49-F238E27FC236}">
                <a16:creationId xmlns:a16="http://schemas.microsoft.com/office/drawing/2014/main" id="{28157308-7332-F855-6CD5-8994EF9131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3098" y="316670"/>
            <a:ext cx="9735968" cy="47441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100000"/>
              </a:lnSpc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pic>
        <p:nvPicPr>
          <p:cNvPr id="14" name="图形 13">
            <a:extLst>
              <a:ext uri="{FF2B5EF4-FFF2-40B4-BE49-F238E27FC236}">
                <a16:creationId xmlns:a16="http://schemas.microsoft.com/office/drawing/2014/main" id="{7C282B3D-F354-6522-5657-ED6D2CE0D84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5779" y="423789"/>
            <a:ext cx="201682" cy="201682"/>
          </a:xfrm>
          <a:prstGeom prst="rect">
            <a:avLst/>
          </a:prstGeom>
        </p:spPr>
      </p:pic>
      <p:sp>
        <p:nvSpPr>
          <p:cNvPr id="18" name="文本占位符 17">
            <a:extLst>
              <a:ext uri="{FF2B5EF4-FFF2-40B4-BE49-F238E27FC236}">
                <a16:creationId xmlns:a16="http://schemas.microsoft.com/office/drawing/2014/main" id="{003B1F35-1C5E-4046-0266-04F81948A3E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753099" y="1024932"/>
            <a:ext cx="9570540" cy="478055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/>
            </a:lvl1pPr>
          </a:lstStyle>
          <a:p>
            <a:pPr lvl="0"/>
            <a:r>
              <a:rPr lang="zh-CN" altLang="en-US"/>
              <a:t>此处</a:t>
            </a:r>
            <a:r>
              <a:rPr lang="en-US" altLang="zh-CN"/>
              <a:t>weight</a:t>
            </a:r>
            <a:r>
              <a:rPr lang="zh-CN" altLang="en-US"/>
              <a:t>案例内容，字体不可改，阿里巴巴惠普体</a:t>
            </a:r>
            <a:r>
              <a:rPr lang="en-US" altLang="zh-CN"/>
              <a:t>16</a:t>
            </a:r>
            <a:r>
              <a:rPr lang="zh-CN" altLang="en-US"/>
              <a:t>号</a:t>
            </a:r>
          </a:p>
        </p:txBody>
      </p: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20A81A7A-9283-4012-AFC4-85E90FC61246}"/>
              </a:ext>
            </a:extLst>
          </p:cNvPr>
          <p:cNvGrpSpPr/>
          <p:nvPr userDrawn="1"/>
        </p:nvGrpSpPr>
        <p:grpSpPr>
          <a:xfrm>
            <a:off x="504134" y="308770"/>
            <a:ext cx="1212680" cy="453281"/>
            <a:chOff x="532462" y="1628775"/>
            <a:chExt cx="1212680" cy="453281"/>
          </a:xfrm>
        </p:grpSpPr>
        <p:sp>
          <p:nvSpPr>
            <p:cNvPr id="24" name="矩形: 圆角 23">
              <a:extLst>
                <a:ext uri="{FF2B5EF4-FFF2-40B4-BE49-F238E27FC236}">
                  <a16:creationId xmlns:a16="http://schemas.microsoft.com/office/drawing/2014/main" id="{54670D28-3CCE-924C-0936-90894593722C}"/>
                </a:ext>
              </a:extLst>
            </p:cNvPr>
            <p:cNvSpPr/>
            <p:nvPr userDrawn="1"/>
          </p:nvSpPr>
          <p:spPr>
            <a:xfrm>
              <a:off x="695616" y="1668659"/>
              <a:ext cx="1031831" cy="373512"/>
            </a:xfrm>
            <a:prstGeom prst="roundRect">
              <a:avLst>
                <a:gd name="adj" fmla="val 15027"/>
              </a:avLst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55B1B6FC-F79A-9918-E71A-665867D34C18}"/>
                </a:ext>
              </a:extLst>
            </p:cNvPr>
            <p:cNvSpPr/>
            <p:nvPr userDrawn="1"/>
          </p:nvSpPr>
          <p:spPr>
            <a:xfrm>
              <a:off x="532462" y="1628775"/>
              <a:ext cx="453281" cy="453281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23" name="图形 22">
              <a:extLst>
                <a:ext uri="{FF2B5EF4-FFF2-40B4-BE49-F238E27FC236}">
                  <a16:creationId xmlns:a16="http://schemas.microsoft.com/office/drawing/2014/main" id="{831BBACC-20D7-DBD1-9827-7405F380536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58261" y="1754574"/>
              <a:ext cx="201682" cy="201682"/>
            </a:xfrm>
            <a:prstGeom prst="rect">
              <a:avLst/>
            </a:prstGeom>
          </p:spPr>
        </p:pic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id="{92206755-775B-95BA-7085-C3DF286396FF}"/>
                </a:ext>
              </a:extLst>
            </p:cNvPr>
            <p:cNvSpPr txBox="1"/>
            <p:nvPr userDrawn="1"/>
          </p:nvSpPr>
          <p:spPr>
            <a:xfrm>
              <a:off x="1000760" y="1655360"/>
              <a:ext cx="74438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2000" b="0">
                  <a:solidFill>
                    <a:schemeClr val="accent1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练习</a:t>
              </a:r>
              <a:endParaRPr lang="zh-CN" altLang="en-US" sz="2000" b="0"/>
            </a:p>
          </p:txBody>
        </p:sp>
      </p:grpSp>
    </p:spTree>
    <p:extLst>
      <p:ext uri="{BB962C8B-B14F-4D97-AF65-F5344CB8AC3E}">
        <p14:creationId xmlns:p14="http://schemas.microsoft.com/office/powerpoint/2010/main" val="33981005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1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EE2BBC2-772E-7EE4-D242-D42D4DA45A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18684462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小结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占位符 13">
            <a:extLst>
              <a:ext uri="{FF2B5EF4-FFF2-40B4-BE49-F238E27FC236}">
                <a16:creationId xmlns:a16="http://schemas.microsoft.com/office/drawing/2014/main" id="{B8ADD725-DDC3-9843-C6D4-70BC53E95D5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13735" y="1359878"/>
            <a:ext cx="7170081" cy="3962399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50000"/>
              </a:lnSpc>
              <a:buNone/>
              <a:defRPr sz="1600"/>
            </a:lvl1pPr>
          </a:lstStyle>
          <a:p>
            <a:pPr lvl="0"/>
            <a:r>
              <a:rPr lang="zh-CN" altLang="en-US"/>
              <a:t>点击输入小结内容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90828623-64C3-3CF5-C1AD-7CC5E8CC7C5A}"/>
              </a:ext>
            </a:extLst>
          </p:cNvPr>
          <p:cNvSpPr txBox="1"/>
          <p:nvPr userDrawn="1"/>
        </p:nvSpPr>
        <p:spPr>
          <a:xfrm>
            <a:off x="534625" y="2905780"/>
            <a:ext cx="216759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800" b="1" i="0">
                <a:gradFill>
                  <a:gsLst>
                    <a:gs pos="100000">
                      <a:schemeClr val="bg1">
                        <a:alpha val="30000"/>
                      </a:schemeClr>
                    </a:gs>
                    <a:gs pos="0">
                      <a:schemeClr val="bg1">
                        <a:alpha val="0"/>
                      </a:schemeClr>
                    </a:gs>
                  </a:gsLst>
                  <a:lin ang="16200000" scaled="1"/>
                </a:gradFill>
                <a:effectLst/>
                <a:latin typeface="Calisto MT" panose="02040603050505030304" pitchFamily="18" charset="0"/>
              </a:rPr>
              <a:t>BRIEF</a:t>
            </a:r>
          </a:p>
        </p:txBody>
      </p:sp>
      <p:sp>
        <p:nvSpPr>
          <p:cNvPr id="4" name="íşľíďe">
            <a:extLst>
              <a:ext uri="{FF2B5EF4-FFF2-40B4-BE49-F238E27FC236}">
                <a16:creationId xmlns:a16="http://schemas.microsoft.com/office/drawing/2014/main" id="{0D071958-1775-F474-3CD5-C9E1DEDF630A}"/>
              </a:ext>
            </a:extLst>
          </p:cNvPr>
          <p:cNvSpPr txBox="1"/>
          <p:nvPr userDrawn="1"/>
        </p:nvSpPr>
        <p:spPr>
          <a:xfrm flipH="1">
            <a:off x="1017939" y="3075057"/>
            <a:ext cx="120097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000" b="1">
                <a:solidFill>
                  <a:schemeClr val="bg1"/>
                </a:solidFill>
                <a:latin typeface="阿里巴巴普惠体 Heavy" panose="00020600040101010101" pitchFamily="18" charset="-122"/>
                <a:ea typeface="阿里巴巴普惠体 Heavy" panose="00020600040101010101" pitchFamily="18" charset="-122"/>
                <a:cs typeface="阿里巴巴普惠体 Heavy" panose="00020600040101010101" pitchFamily="18" charset="-122"/>
              </a:rPr>
              <a:t>小结</a:t>
            </a:r>
            <a:endParaRPr lang="zh-CN" altLang="en-US" sz="4000" b="1" dirty="0">
              <a:solidFill>
                <a:schemeClr val="bg1"/>
              </a:solidFill>
              <a:latin typeface="阿里巴巴普惠体 Heavy" panose="00020600040101010101" pitchFamily="18" charset="-122"/>
              <a:ea typeface="阿里巴巴普惠体 Heavy" panose="00020600040101010101" pitchFamily="18" charset="-122"/>
              <a:cs typeface="阿里巴巴普惠体 Heavy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5979694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233"/>
            <a:ext cx="10748057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18707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3231360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232"/>
            <a:ext cx="10744805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</p:spTree>
    <p:extLst>
      <p:ext uri="{BB962C8B-B14F-4D97-AF65-F5344CB8AC3E}">
        <p14:creationId xmlns:p14="http://schemas.microsoft.com/office/powerpoint/2010/main" val="27188863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总结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4950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</a:p>
        </p:txBody>
      </p:sp>
    </p:spTree>
    <p:extLst>
      <p:ext uri="{BB962C8B-B14F-4D97-AF65-F5344CB8AC3E}">
        <p14:creationId xmlns:p14="http://schemas.microsoft.com/office/powerpoint/2010/main" val="139768121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E6C2551-88ED-4239-96A2-7F3C49A205F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0880" y="1002232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  <p:sp>
        <p:nvSpPr>
          <p:cNvPr id="12" name="文本占位符 11">
            <a:extLst>
              <a:ext uri="{FF2B5EF4-FFF2-40B4-BE49-F238E27FC236}">
                <a16:creationId xmlns:a16="http://schemas.microsoft.com/office/drawing/2014/main" id="{0F12D90F-BB49-421D-A9D1-C25C2A378E5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24204"/>
            <a:ext cx="10698800" cy="386122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</a:p>
        </p:txBody>
      </p:sp>
    </p:spTree>
    <p:extLst>
      <p:ext uri="{BB962C8B-B14F-4D97-AF65-F5344CB8AC3E}">
        <p14:creationId xmlns:p14="http://schemas.microsoft.com/office/powerpoint/2010/main" val="161095828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>
            <a:extLst>
              <a:ext uri="{FF2B5EF4-FFF2-40B4-BE49-F238E27FC236}">
                <a16:creationId xmlns:a16="http://schemas.microsoft.com/office/drawing/2014/main" id="{EDBCAEF0-27E1-194C-B5F4-08826E264FF7}"/>
              </a:ext>
            </a:extLst>
          </p:cNvPr>
          <p:cNvGrpSpPr/>
          <p:nvPr userDrawn="1"/>
        </p:nvGrpSpPr>
        <p:grpSpPr>
          <a:xfrm>
            <a:off x="806306" y="1054782"/>
            <a:ext cx="1228476" cy="528956"/>
            <a:chOff x="852891" y="1026849"/>
            <a:chExt cx="1228476" cy="528956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7F233A09-E322-CB4D-81FE-B2170A097F20}"/>
                </a:ext>
              </a:extLst>
            </p:cNvPr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>
              <a:extLst>
                <a:ext uri="{FF2B5EF4-FFF2-40B4-BE49-F238E27FC236}">
                  <a16:creationId xmlns:a16="http://schemas.microsoft.com/office/drawing/2014/main" id="{58F0AF60-824F-A447-B933-34D6D8A0DBD6}"/>
                </a:ext>
              </a:extLst>
            </p:cNvPr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0" name="TextBox 2">
              <a:extLst>
                <a:ext uri="{FF2B5EF4-FFF2-40B4-BE49-F238E27FC236}">
                  <a16:creationId xmlns:a16="http://schemas.microsoft.com/office/drawing/2014/main" id="{A22AFB91-263F-054D-81BE-7D38A372C09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练习</a:t>
              </a:r>
            </a:p>
          </p:txBody>
        </p:sp>
      </p:grpSp>
      <p:sp>
        <p:nvSpPr>
          <p:cNvPr id="11" name="文本占位符 9">
            <a:extLst>
              <a:ext uri="{FF2B5EF4-FFF2-40B4-BE49-F238E27FC236}">
                <a16:creationId xmlns:a16="http://schemas.microsoft.com/office/drawing/2014/main" id="{D44EE2D5-15F6-2E42-8B3D-F0F3139D0AA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101968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marL="0" lvl="0" indent="0">
              <a:spcBef>
                <a:spcPct val="0"/>
              </a:spcBef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  <p:sp>
        <p:nvSpPr>
          <p:cNvPr id="12" name="文本占位符 11">
            <a:extLst>
              <a:ext uri="{FF2B5EF4-FFF2-40B4-BE49-F238E27FC236}">
                <a16:creationId xmlns:a16="http://schemas.microsoft.com/office/drawing/2014/main" id="{F5EA2F1C-E1D5-B44C-AB78-F1D96E0D74B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741808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</a:p>
        </p:txBody>
      </p:sp>
      <p:pic>
        <p:nvPicPr>
          <p:cNvPr id="13" name="图形 12">
            <a:extLst>
              <a:ext uri="{FF2B5EF4-FFF2-40B4-BE49-F238E27FC236}">
                <a16:creationId xmlns:a16="http://schemas.microsoft.com/office/drawing/2014/main" id="{1FD7787D-704C-E74D-B53E-A392EAB4805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99623" y="1245476"/>
            <a:ext cx="201682" cy="2016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302954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>
            <a:extLst>
              <a:ext uri="{FF2B5EF4-FFF2-40B4-BE49-F238E27FC236}">
                <a16:creationId xmlns:a16="http://schemas.microsoft.com/office/drawing/2014/main" id="{EDBCAEF0-27E1-194C-B5F4-08826E264FF7}"/>
              </a:ext>
            </a:extLst>
          </p:cNvPr>
          <p:cNvGrpSpPr/>
          <p:nvPr userDrawn="1"/>
        </p:nvGrpSpPr>
        <p:grpSpPr>
          <a:xfrm>
            <a:off x="806306" y="1056254"/>
            <a:ext cx="1228476" cy="528956"/>
            <a:chOff x="852891" y="1026849"/>
            <a:chExt cx="1228476" cy="528956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7F233A09-E322-CB4D-81FE-B2170A097F20}"/>
                </a:ext>
              </a:extLst>
            </p:cNvPr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>
              <a:extLst>
                <a:ext uri="{FF2B5EF4-FFF2-40B4-BE49-F238E27FC236}">
                  <a16:creationId xmlns:a16="http://schemas.microsoft.com/office/drawing/2014/main" id="{58F0AF60-824F-A447-B933-34D6D8A0DBD6}"/>
                </a:ext>
              </a:extLst>
            </p:cNvPr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0" name="TextBox 2">
              <a:extLst>
                <a:ext uri="{FF2B5EF4-FFF2-40B4-BE49-F238E27FC236}">
                  <a16:creationId xmlns:a16="http://schemas.microsoft.com/office/drawing/2014/main" id="{A22AFB91-263F-054D-81BE-7D38A372C09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案例</a:t>
              </a:r>
            </a:p>
          </p:txBody>
        </p:sp>
      </p:grpSp>
      <p:sp>
        <p:nvSpPr>
          <p:cNvPr id="11" name="文本占位符 9">
            <a:extLst>
              <a:ext uri="{FF2B5EF4-FFF2-40B4-BE49-F238E27FC236}">
                <a16:creationId xmlns:a16="http://schemas.microsoft.com/office/drawing/2014/main" id="{D44EE2D5-15F6-2E42-8B3D-F0F3139D0AA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10344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>
              <a:spcBef>
                <a:spcPct val="0"/>
              </a:spcBef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  <p:sp>
        <p:nvSpPr>
          <p:cNvPr id="12" name="文本占位符 11">
            <a:extLst>
              <a:ext uri="{FF2B5EF4-FFF2-40B4-BE49-F238E27FC236}">
                <a16:creationId xmlns:a16="http://schemas.microsoft.com/office/drawing/2014/main" id="{F5EA2F1C-E1D5-B44C-AB78-F1D96E0D74B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743280"/>
            <a:ext cx="9214230" cy="376237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</a:p>
        </p:txBody>
      </p:sp>
      <p:pic>
        <p:nvPicPr>
          <p:cNvPr id="13" name="图形 12">
            <a:extLst>
              <a:ext uri="{FF2B5EF4-FFF2-40B4-BE49-F238E27FC236}">
                <a16:creationId xmlns:a16="http://schemas.microsoft.com/office/drawing/2014/main" id="{455DD043-453D-F04F-965C-A5E686829A6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99623" y="1246948"/>
            <a:ext cx="201682" cy="2016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912491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>
            <a:extLst>
              <a:ext uri="{FF2B5EF4-FFF2-40B4-BE49-F238E27FC236}">
                <a16:creationId xmlns:a16="http://schemas.microsoft.com/office/drawing/2014/main" id="{9020C514-817B-504E-A325-60842B59AB4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EDBCAEF0-27E1-194C-B5F4-08826E264FF7}"/>
              </a:ext>
            </a:extLst>
          </p:cNvPr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7F233A09-E322-CB4D-81FE-B2170A097F20}"/>
                </a:ext>
              </a:extLst>
            </p:cNvPr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>
              <a:extLst>
                <a:ext uri="{FF2B5EF4-FFF2-40B4-BE49-F238E27FC236}">
                  <a16:creationId xmlns:a16="http://schemas.microsoft.com/office/drawing/2014/main" id="{58F0AF60-824F-A447-B933-34D6D8A0DBD6}"/>
                </a:ext>
              </a:extLst>
            </p:cNvPr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>
              <a:extLst>
                <a:ext uri="{FF2B5EF4-FFF2-40B4-BE49-F238E27FC236}">
                  <a16:creationId xmlns:a16="http://schemas.microsoft.com/office/drawing/2014/main" id="{C4064CF0-C79B-2F4A-839D-A269386675F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>
              <a:extLst>
                <a:ext uri="{FF2B5EF4-FFF2-40B4-BE49-F238E27FC236}">
                  <a16:creationId xmlns:a16="http://schemas.microsoft.com/office/drawing/2014/main" id="{A22AFB91-263F-054D-81BE-7D38A372C09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练习</a:t>
              </a:r>
            </a:p>
          </p:txBody>
        </p:sp>
      </p:grpSp>
      <p:sp>
        <p:nvSpPr>
          <p:cNvPr id="11" name="文本占位符 9">
            <a:extLst>
              <a:ext uri="{FF2B5EF4-FFF2-40B4-BE49-F238E27FC236}">
                <a16:creationId xmlns:a16="http://schemas.microsoft.com/office/drawing/2014/main" id="{D44EE2D5-15F6-2E42-8B3D-F0F3139D0AA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</a:p>
        </p:txBody>
      </p:sp>
      <p:sp>
        <p:nvSpPr>
          <p:cNvPr id="12" name="文本占位符 11">
            <a:extLst>
              <a:ext uri="{FF2B5EF4-FFF2-40B4-BE49-F238E27FC236}">
                <a16:creationId xmlns:a16="http://schemas.microsoft.com/office/drawing/2014/main" id="{F5EA2F1C-E1D5-B44C-AB78-F1D96E0D74B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</a:p>
        </p:txBody>
      </p:sp>
    </p:spTree>
    <p:extLst>
      <p:ext uri="{BB962C8B-B14F-4D97-AF65-F5344CB8AC3E}">
        <p14:creationId xmlns:p14="http://schemas.microsoft.com/office/powerpoint/2010/main" val="332965305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20204" pitchFamily="34" charset="0"/>
              <a:buChar char="•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</a:p>
        </p:txBody>
      </p:sp>
    </p:spTree>
    <p:extLst>
      <p:ext uri="{BB962C8B-B14F-4D97-AF65-F5344CB8AC3E}">
        <p14:creationId xmlns:p14="http://schemas.microsoft.com/office/powerpoint/2010/main" val="1670380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>
            <a:extLst>
              <a:ext uri="{FF2B5EF4-FFF2-40B4-BE49-F238E27FC236}">
                <a16:creationId xmlns:a16="http://schemas.microsoft.com/office/drawing/2014/main" id="{9020C514-817B-504E-A325-60842B59AB4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EDBCAEF0-27E1-194C-B5F4-08826E264FF7}"/>
              </a:ext>
            </a:extLst>
          </p:cNvPr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7F233A09-E322-CB4D-81FE-B2170A097F20}"/>
                </a:ext>
              </a:extLst>
            </p:cNvPr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>
              <a:extLst>
                <a:ext uri="{FF2B5EF4-FFF2-40B4-BE49-F238E27FC236}">
                  <a16:creationId xmlns:a16="http://schemas.microsoft.com/office/drawing/2014/main" id="{58F0AF60-824F-A447-B933-34D6D8A0DBD6}"/>
                </a:ext>
              </a:extLst>
            </p:cNvPr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>
              <a:extLst>
                <a:ext uri="{FF2B5EF4-FFF2-40B4-BE49-F238E27FC236}">
                  <a16:creationId xmlns:a16="http://schemas.microsoft.com/office/drawing/2014/main" id="{C4064CF0-C79B-2F4A-839D-A269386675F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>
              <a:extLst>
                <a:ext uri="{FF2B5EF4-FFF2-40B4-BE49-F238E27FC236}">
                  <a16:creationId xmlns:a16="http://schemas.microsoft.com/office/drawing/2014/main" id="{A22AFB91-263F-054D-81BE-7D38A372C09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案例</a:t>
              </a:r>
            </a:p>
          </p:txBody>
        </p:sp>
      </p:grpSp>
      <p:sp>
        <p:nvSpPr>
          <p:cNvPr id="11" name="文本占位符 9">
            <a:extLst>
              <a:ext uri="{FF2B5EF4-FFF2-40B4-BE49-F238E27FC236}">
                <a16:creationId xmlns:a16="http://schemas.microsoft.com/office/drawing/2014/main" id="{D44EE2D5-15F6-2E42-8B3D-F0F3139D0AA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</a:p>
        </p:txBody>
      </p:sp>
      <p:sp>
        <p:nvSpPr>
          <p:cNvPr id="12" name="文本占位符 11">
            <a:extLst>
              <a:ext uri="{FF2B5EF4-FFF2-40B4-BE49-F238E27FC236}">
                <a16:creationId xmlns:a16="http://schemas.microsoft.com/office/drawing/2014/main" id="{F5EA2F1C-E1D5-B44C-AB78-F1D96E0D74B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</a:p>
        </p:txBody>
      </p:sp>
    </p:spTree>
    <p:extLst>
      <p:ext uri="{BB962C8B-B14F-4D97-AF65-F5344CB8AC3E}">
        <p14:creationId xmlns:p14="http://schemas.microsoft.com/office/powerpoint/2010/main" val="282255577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3531493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椭圆 20">
            <a:extLst>
              <a:ext uri="{FF2B5EF4-FFF2-40B4-BE49-F238E27FC236}">
                <a16:creationId xmlns:a16="http://schemas.microsoft.com/office/drawing/2014/main" id="{A2C6D317-56F4-9711-5A26-95000236D36F}"/>
              </a:ext>
            </a:extLst>
          </p:cNvPr>
          <p:cNvSpPr/>
          <p:nvPr userDrawn="1"/>
        </p:nvSpPr>
        <p:spPr>
          <a:xfrm>
            <a:off x="375011" y="1961115"/>
            <a:ext cx="220344" cy="220344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椭圆 17">
            <a:extLst>
              <a:ext uri="{FF2B5EF4-FFF2-40B4-BE49-F238E27FC236}">
                <a16:creationId xmlns:a16="http://schemas.microsoft.com/office/drawing/2014/main" id="{9B200C4C-3F9D-867C-E497-ADCB7E43A5BB}"/>
              </a:ext>
            </a:extLst>
          </p:cNvPr>
          <p:cNvSpPr/>
          <p:nvPr userDrawn="1"/>
        </p:nvSpPr>
        <p:spPr>
          <a:xfrm>
            <a:off x="2838084" y="-2028162"/>
            <a:ext cx="9285508" cy="9285508"/>
          </a:xfrm>
          <a:prstGeom prst="ellipse">
            <a:avLst/>
          </a:prstGeom>
          <a:solidFill>
            <a:schemeClr val="accent1">
              <a:lumMod val="40000"/>
              <a:lumOff val="60000"/>
              <a:alpha val="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椭圆 16">
            <a:extLst>
              <a:ext uri="{FF2B5EF4-FFF2-40B4-BE49-F238E27FC236}">
                <a16:creationId xmlns:a16="http://schemas.microsoft.com/office/drawing/2014/main" id="{4824A05E-CCAC-E012-444F-D8238FD3ABEF}"/>
              </a:ext>
            </a:extLst>
          </p:cNvPr>
          <p:cNvSpPr/>
          <p:nvPr userDrawn="1"/>
        </p:nvSpPr>
        <p:spPr>
          <a:xfrm>
            <a:off x="4568596" y="-297650"/>
            <a:ext cx="5824484" cy="5824484"/>
          </a:xfrm>
          <a:prstGeom prst="ellipse">
            <a:avLst/>
          </a:prstGeom>
          <a:solidFill>
            <a:schemeClr val="accent1">
              <a:lumMod val="40000"/>
              <a:lumOff val="60000"/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椭圆 15">
            <a:extLst>
              <a:ext uri="{FF2B5EF4-FFF2-40B4-BE49-F238E27FC236}">
                <a16:creationId xmlns:a16="http://schemas.microsoft.com/office/drawing/2014/main" id="{AC93AF0E-4B39-C67D-D03D-00737E937EE7}"/>
              </a:ext>
            </a:extLst>
          </p:cNvPr>
          <p:cNvSpPr/>
          <p:nvPr userDrawn="1"/>
        </p:nvSpPr>
        <p:spPr>
          <a:xfrm>
            <a:off x="6170528" y="1304282"/>
            <a:ext cx="2620620" cy="2620620"/>
          </a:xfrm>
          <a:prstGeom prst="ellipse">
            <a:avLst/>
          </a:prstGeom>
          <a:solidFill>
            <a:schemeClr val="accent1">
              <a:lumMod val="40000"/>
              <a:lumOff val="60000"/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E545B57F-7D9D-4AD8-9FE4-E5267D65BB8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60400" y="2220686"/>
            <a:ext cx="10858500" cy="86902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>
              <a:defRPr lang="zh-CN" altLang="en-US" sz="4800" b="1" dirty="0">
                <a:solidFill>
                  <a:schemeClr val="accent1"/>
                </a:solidFill>
              </a:defRPr>
            </a:lvl1pPr>
          </a:lstStyle>
          <a:p>
            <a:pPr lvl="0" defTabSz="914354"/>
            <a:r>
              <a:rPr lang="zh-CN" altLang="en-US"/>
              <a:t>点击输入一级标题</a:t>
            </a:r>
            <a:endParaRPr lang="zh-CN" altLang="en-US" dirty="0"/>
          </a:p>
        </p:txBody>
      </p:sp>
      <p:sp>
        <p:nvSpPr>
          <p:cNvPr id="11" name="圆心2">
            <a:extLst>
              <a:ext uri="{FF2B5EF4-FFF2-40B4-BE49-F238E27FC236}">
                <a16:creationId xmlns:a16="http://schemas.microsoft.com/office/drawing/2014/main" id="{6F73DB22-8BD9-67FD-6EBE-B56D6BF83FC2}"/>
              </a:ext>
            </a:extLst>
          </p:cNvPr>
          <p:cNvSpPr/>
          <p:nvPr/>
        </p:nvSpPr>
        <p:spPr>
          <a:xfrm>
            <a:off x="7262969" y="2396723"/>
            <a:ext cx="435738" cy="435738"/>
          </a:xfrm>
          <a:prstGeom prst="ellipse">
            <a:avLst/>
          </a:prstGeom>
          <a:solidFill>
            <a:schemeClr val="accent1">
              <a:alpha val="3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圆心">
            <a:extLst>
              <a:ext uri="{FF2B5EF4-FFF2-40B4-BE49-F238E27FC236}">
                <a16:creationId xmlns:a16="http://schemas.microsoft.com/office/drawing/2014/main" id="{82339D60-0D0F-E0A8-9FEF-57B1B018D0C7}"/>
              </a:ext>
            </a:extLst>
          </p:cNvPr>
          <p:cNvSpPr/>
          <p:nvPr userDrawn="1"/>
        </p:nvSpPr>
        <p:spPr>
          <a:xfrm>
            <a:off x="7414470" y="2547358"/>
            <a:ext cx="132735" cy="13273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占位符 7">
            <a:extLst>
              <a:ext uri="{FF2B5EF4-FFF2-40B4-BE49-F238E27FC236}">
                <a16:creationId xmlns:a16="http://schemas.microsoft.com/office/drawing/2014/main" id="{FC241F82-E1B0-0249-A9D6-2656A3C64CB7}"/>
              </a:ext>
            </a:extLst>
          </p:cNvPr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660400" y="3586894"/>
            <a:ext cx="4486275" cy="5635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</a:lstStyle>
          <a:p>
            <a:pPr lvl="0"/>
            <a:r>
              <a:rPr lang="zh-CN" altLang="en-US"/>
              <a:t>点击输入副标题</a:t>
            </a:r>
          </a:p>
        </p:txBody>
      </p:sp>
      <p:sp>
        <p:nvSpPr>
          <p:cNvPr id="20" name="椭圆 19">
            <a:extLst>
              <a:ext uri="{FF2B5EF4-FFF2-40B4-BE49-F238E27FC236}">
                <a16:creationId xmlns:a16="http://schemas.microsoft.com/office/drawing/2014/main" id="{EF4E1EF7-DD7F-C77D-A571-C682C80AC047}"/>
              </a:ext>
            </a:extLst>
          </p:cNvPr>
          <p:cNvSpPr/>
          <p:nvPr userDrawn="1"/>
        </p:nvSpPr>
        <p:spPr>
          <a:xfrm>
            <a:off x="485183" y="1962438"/>
            <a:ext cx="350434" cy="350434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B3C9B1B7-3BA3-1D3F-637E-1B77EAD927E4}"/>
              </a:ext>
            </a:extLst>
          </p:cNvPr>
          <p:cNvSpPr txBox="1"/>
          <p:nvPr userDrawn="1"/>
        </p:nvSpPr>
        <p:spPr>
          <a:xfrm>
            <a:off x="660399" y="6111671"/>
            <a:ext cx="806570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000" i="0">
                <a:solidFill>
                  <a:schemeClr val="bg1">
                    <a:lumMod val="50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多一句没有，少一句不行，用更短的时间，教会更实用的技术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976DEFC5-AB31-715D-5481-255694BCA629}"/>
              </a:ext>
            </a:extLst>
          </p:cNvPr>
          <p:cNvSpPr/>
          <p:nvPr userDrawn="1"/>
        </p:nvSpPr>
        <p:spPr>
          <a:xfrm>
            <a:off x="720618" y="5942536"/>
            <a:ext cx="2001676" cy="63628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50000">
                <a:schemeClr val="accent1"/>
              </a:gs>
              <a:gs pos="100000">
                <a:schemeClr val="accent1">
                  <a:shade val="100000"/>
                  <a:satMod val="115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3" name="长直线">
            <a:extLst>
              <a:ext uri="{FF2B5EF4-FFF2-40B4-BE49-F238E27FC236}">
                <a16:creationId xmlns:a16="http://schemas.microsoft.com/office/drawing/2014/main" id="{29F34751-B9FF-378D-D7A3-B7B27A91478D}"/>
              </a:ext>
            </a:extLst>
          </p:cNvPr>
          <p:cNvCxnSpPr>
            <a:cxnSpLocks/>
          </p:cNvCxnSpPr>
          <p:nvPr userDrawn="1"/>
        </p:nvCxnSpPr>
        <p:spPr>
          <a:xfrm>
            <a:off x="7858832" y="2124884"/>
            <a:ext cx="129159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短直线">
            <a:extLst>
              <a:ext uri="{FF2B5EF4-FFF2-40B4-BE49-F238E27FC236}">
                <a16:creationId xmlns:a16="http://schemas.microsoft.com/office/drawing/2014/main" id="{E9D012F5-DFB7-A078-3B1C-F9FE02E47E91}"/>
              </a:ext>
            </a:extLst>
          </p:cNvPr>
          <p:cNvCxnSpPr/>
          <p:nvPr userDrawn="1"/>
        </p:nvCxnSpPr>
        <p:spPr>
          <a:xfrm flipV="1">
            <a:off x="7550306" y="2124884"/>
            <a:ext cx="308526" cy="266314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图形 8">
            <a:extLst>
              <a:ext uri="{FF2B5EF4-FFF2-40B4-BE49-F238E27FC236}">
                <a16:creationId xmlns:a16="http://schemas.microsoft.com/office/drawing/2014/main" id="{EA3F6F4D-08CF-9E00-D954-69D3520E644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8081" t="21237" r="10346" b="18121"/>
          <a:stretch/>
        </p:blipFill>
        <p:spPr>
          <a:xfrm>
            <a:off x="9956716" y="152244"/>
            <a:ext cx="1848051" cy="605113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61E490B8-2AEA-ACCD-9526-01BED78DEB57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564276" flipH="1" flipV="1">
            <a:off x="3592764" y="481454"/>
            <a:ext cx="9317253" cy="6210881"/>
          </a:xfrm>
          <a:prstGeom prst="rect">
            <a:avLst/>
          </a:prstGeom>
        </p:spPr>
      </p:pic>
      <p:sp>
        <p:nvSpPr>
          <p:cNvPr id="14" name="文本框">
            <a:extLst>
              <a:ext uri="{FF2B5EF4-FFF2-40B4-BE49-F238E27FC236}">
                <a16:creationId xmlns:a16="http://schemas.microsoft.com/office/drawing/2014/main" id="{C37184BC-D315-706A-20DF-529BAFF1993E}"/>
              </a:ext>
            </a:extLst>
          </p:cNvPr>
          <p:cNvSpPr txBox="1"/>
          <p:nvPr userDrawn="1"/>
        </p:nvSpPr>
        <p:spPr>
          <a:xfrm>
            <a:off x="8399534" y="1847885"/>
            <a:ext cx="136608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b="1">
                <a:solidFill>
                  <a:schemeClr val="accent1"/>
                </a:solidFill>
              </a:rPr>
              <a:t>AI Copilot </a:t>
            </a:r>
            <a:endParaRPr lang="zh-CN" altLang="en-US" sz="1400" b="1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185414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8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8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to="0" calcmode="lin" valueType="num">
                                      <p:cBhvr>
                                        <p:cTn id="39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7" grpId="0" animBg="1"/>
      <p:bldP spid="16" grpId="0" animBg="1"/>
      <p:bldP spid="11" grpId="0" animBg="1"/>
      <p:bldP spid="12" grpId="0" animBg="1"/>
      <p:bldP spid="14" grpId="0"/>
    </p:bldLst>
  </p:timing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完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椭圆 35">
            <a:extLst>
              <a:ext uri="{FF2B5EF4-FFF2-40B4-BE49-F238E27FC236}">
                <a16:creationId xmlns:a16="http://schemas.microsoft.com/office/drawing/2014/main" id="{9C7E64E7-1F0A-79D2-A263-3605467F0B51}"/>
              </a:ext>
            </a:extLst>
          </p:cNvPr>
          <p:cNvSpPr/>
          <p:nvPr userDrawn="1"/>
        </p:nvSpPr>
        <p:spPr>
          <a:xfrm>
            <a:off x="1367628" y="-1213754"/>
            <a:ext cx="9285508" cy="9285508"/>
          </a:xfrm>
          <a:prstGeom prst="ellipse">
            <a:avLst/>
          </a:prstGeom>
          <a:solidFill>
            <a:schemeClr val="accent1">
              <a:lumMod val="40000"/>
              <a:lumOff val="60000"/>
              <a:alpha val="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椭圆 36">
            <a:extLst>
              <a:ext uri="{FF2B5EF4-FFF2-40B4-BE49-F238E27FC236}">
                <a16:creationId xmlns:a16="http://schemas.microsoft.com/office/drawing/2014/main" id="{C8A0D84D-155A-2194-ED3A-5A7CB9A4B72A}"/>
              </a:ext>
            </a:extLst>
          </p:cNvPr>
          <p:cNvSpPr/>
          <p:nvPr userDrawn="1"/>
        </p:nvSpPr>
        <p:spPr>
          <a:xfrm>
            <a:off x="3098140" y="516758"/>
            <a:ext cx="5824484" cy="5824484"/>
          </a:xfrm>
          <a:prstGeom prst="ellipse">
            <a:avLst/>
          </a:prstGeom>
          <a:solidFill>
            <a:schemeClr val="accent1">
              <a:lumMod val="40000"/>
              <a:lumOff val="60000"/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椭圆 37">
            <a:extLst>
              <a:ext uri="{FF2B5EF4-FFF2-40B4-BE49-F238E27FC236}">
                <a16:creationId xmlns:a16="http://schemas.microsoft.com/office/drawing/2014/main" id="{0F7740DA-4F67-1648-9FE7-BA25A7F2910D}"/>
              </a:ext>
            </a:extLst>
          </p:cNvPr>
          <p:cNvSpPr/>
          <p:nvPr userDrawn="1"/>
        </p:nvSpPr>
        <p:spPr>
          <a:xfrm>
            <a:off x="4700072" y="2118690"/>
            <a:ext cx="2620620" cy="2620620"/>
          </a:xfrm>
          <a:prstGeom prst="ellipse">
            <a:avLst/>
          </a:prstGeom>
          <a:solidFill>
            <a:schemeClr val="accent1">
              <a:lumMod val="40000"/>
              <a:lumOff val="60000"/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iṩ1iḍé">
            <a:extLst>
              <a:ext uri="{FF2B5EF4-FFF2-40B4-BE49-F238E27FC236}">
                <a16:creationId xmlns:a16="http://schemas.microsoft.com/office/drawing/2014/main" id="{7F87E56D-6D24-DF28-4A8B-DD94A5588CCD}"/>
              </a:ext>
            </a:extLst>
          </p:cNvPr>
          <p:cNvSpPr/>
          <p:nvPr userDrawn="1"/>
        </p:nvSpPr>
        <p:spPr>
          <a:xfrm>
            <a:off x="0" y="2689964"/>
            <a:ext cx="12192000" cy="1478071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90000">
                <a:schemeClr val="accent1"/>
              </a:gs>
            </a:gsLst>
            <a:lin ang="0" scaled="1"/>
            <a:tileRect/>
          </a:gradFill>
          <a:ln>
            <a:noFill/>
          </a:ln>
          <a:effectLst>
            <a:outerShdw blurRad="139700" dist="76200" dir="4560000" algn="t" rotWithShape="0">
              <a:prstClr val="black">
                <a:alpha val="2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pSp>
        <p:nvGrpSpPr>
          <p:cNvPr id="32" name="组合 31">
            <a:extLst>
              <a:ext uri="{FF2B5EF4-FFF2-40B4-BE49-F238E27FC236}">
                <a16:creationId xmlns:a16="http://schemas.microsoft.com/office/drawing/2014/main" id="{57CD92EE-FE45-4CC1-22A5-2D2AFAEDCC3F}"/>
              </a:ext>
            </a:extLst>
          </p:cNvPr>
          <p:cNvGrpSpPr/>
          <p:nvPr userDrawn="1"/>
        </p:nvGrpSpPr>
        <p:grpSpPr>
          <a:xfrm>
            <a:off x="3131925" y="2916806"/>
            <a:ext cx="4953838" cy="853924"/>
            <a:chOff x="3131925" y="2844887"/>
            <a:chExt cx="4953838" cy="853924"/>
          </a:xfrm>
        </p:grpSpPr>
        <p:pic>
          <p:nvPicPr>
            <p:cNvPr id="33" name="图片 1">
              <a:extLst>
                <a:ext uri="{FF2B5EF4-FFF2-40B4-BE49-F238E27FC236}">
                  <a16:creationId xmlns:a16="http://schemas.microsoft.com/office/drawing/2014/main" id="{C64F9D38-0ED4-99F8-903A-45555ADF802B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29627"/>
            <a:stretch/>
          </p:blipFill>
          <p:spPr bwMode="auto">
            <a:xfrm>
              <a:off x="3131925" y="2844887"/>
              <a:ext cx="2948463" cy="8539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cxnSp>
          <p:nvCxnSpPr>
            <p:cNvPr id="34" name="直接连接符 33">
              <a:extLst>
                <a:ext uri="{FF2B5EF4-FFF2-40B4-BE49-F238E27FC236}">
                  <a16:creationId xmlns:a16="http://schemas.microsoft.com/office/drawing/2014/main" id="{C2C68E28-2375-6922-E133-284E7821B447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6010382" y="3154751"/>
              <a:ext cx="0" cy="380144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文本框 34">
              <a:extLst>
                <a:ext uri="{FF2B5EF4-FFF2-40B4-BE49-F238E27FC236}">
                  <a16:creationId xmlns:a16="http://schemas.microsoft.com/office/drawing/2014/main" id="{AC7DE38E-8849-1998-75E8-89E432D90EBE}"/>
                </a:ext>
              </a:extLst>
            </p:cNvPr>
            <p:cNvSpPr txBox="1"/>
            <p:nvPr userDrawn="1"/>
          </p:nvSpPr>
          <p:spPr>
            <a:xfrm>
              <a:off x="6096001" y="3021658"/>
              <a:ext cx="1989762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>
                  <a:solidFill>
                    <a:schemeClr val="bg1"/>
                  </a:solidFill>
                  <a:latin typeface="阿里巴巴普惠体 Medium" panose="00020600040101010101" pitchFamily="18" charset="-122"/>
                  <a:ea typeface="阿里巴巴普惠体 Medium" panose="00020600040101010101" pitchFamily="18" charset="-122"/>
                  <a:cs typeface="阿里巴巴普惠体 Medium" panose="00020600040101010101" pitchFamily="18" charset="-122"/>
                </a:rPr>
                <a:t>传智教育旗下</a:t>
              </a:r>
              <a:endParaRPr lang="en-US" altLang="zh-CN">
                <a:solidFill>
                  <a:schemeClr val="bg1"/>
                </a:solidFill>
                <a:latin typeface="阿里巴巴普惠体 Medium" panose="00020600040101010101" pitchFamily="18" charset="-122"/>
                <a:ea typeface="阿里巴巴普惠体 Medium" panose="00020600040101010101" pitchFamily="18" charset="-122"/>
                <a:cs typeface="阿里巴巴普惠体 Medium" panose="00020600040101010101" pitchFamily="18" charset="-122"/>
              </a:endParaRPr>
            </a:p>
            <a:p>
              <a:r>
                <a:rPr lang="zh-CN" altLang="en-US">
                  <a:solidFill>
                    <a:schemeClr val="bg1"/>
                  </a:solidFill>
                  <a:latin typeface="阿里巴巴普惠体 Medium" panose="00020600040101010101" pitchFamily="18" charset="-122"/>
                  <a:ea typeface="阿里巴巴普惠体 Medium" panose="00020600040101010101" pitchFamily="18" charset="-122"/>
                  <a:cs typeface="阿里巴巴普惠体 Medium" panose="00020600040101010101" pitchFamily="18" charset="-122"/>
                </a:rPr>
                <a:t>高端</a:t>
              </a:r>
              <a:r>
                <a:rPr lang="en-US" altLang="zh-CN">
                  <a:solidFill>
                    <a:schemeClr val="bg1"/>
                  </a:solidFill>
                  <a:latin typeface="阿里巴巴普惠体 Medium" panose="00020600040101010101" pitchFamily="18" charset="-122"/>
                  <a:ea typeface="阿里巴巴普惠体 Medium" panose="00020600040101010101" pitchFamily="18" charset="-122"/>
                  <a:cs typeface="阿里巴巴普惠体 Medium" panose="00020600040101010101" pitchFamily="18" charset="-122"/>
                </a:rPr>
                <a:t>IT</a:t>
              </a:r>
              <a:r>
                <a:rPr lang="zh-CN" altLang="en-US">
                  <a:solidFill>
                    <a:schemeClr val="bg1"/>
                  </a:solidFill>
                  <a:latin typeface="阿里巴巴普惠体 Medium" panose="00020600040101010101" pitchFamily="18" charset="-122"/>
                  <a:ea typeface="阿里巴巴普惠体 Medium" panose="00020600040101010101" pitchFamily="18" charset="-122"/>
                  <a:cs typeface="阿里巴巴普惠体 Medium" panose="00020600040101010101" pitchFamily="18" charset="-122"/>
                </a:rPr>
                <a:t>教育品牌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49700387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节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椭圆 7">
            <a:extLst>
              <a:ext uri="{FF2B5EF4-FFF2-40B4-BE49-F238E27FC236}">
                <a16:creationId xmlns:a16="http://schemas.microsoft.com/office/drawing/2014/main" id="{34FB0A6B-66AE-D2A8-FCAE-415D3251A19B}"/>
              </a:ext>
            </a:extLst>
          </p:cNvPr>
          <p:cNvSpPr/>
          <p:nvPr userDrawn="1"/>
        </p:nvSpPr>
        <p:spPr>
          <a:xfrm>
            <a:off x="367090" y="-1714814"/>
            <a:ext cx="9285508" cy="9285508"/>
          </a:xfrm>
          <a:prstGeom prst="ellipse">
            <a:avLst/>
          </a:prstGeom>
          <a:solidFill>
            <a:schemeClr val="accent1">
              <a:lumMod val="40000"/>
              <a:lumOff val="60000"/>
              <a:alpha val="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38539A05-556B-81A4-0795-3B191CB53943}"/>
              </a:ext>
            </a:extLst>
          </p:cNvPr>
          <p:cNvSpPr/>
          <p:nvPr userDrawn="1"/>
        </p:nvSpPr>
        <p:spPr>
          <a:xfrm>
            <a:off x="1832990" y="-2841"/>
            <a:ext cx="5824484" cy="5824484"/>
          </a:xfrm>
          <a:prstGeom prst="ellipse">
            <a:avLst/>
          </a:prstGeom>
          <a:solidFill>
            <a:schemeClr val="accent1">
              <a:lumMod val="40000"/>
              <a:lumOff val="60000"/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10CECE50-264B-8294-A89A-D0F8A1907A78}"/>
              </a:ext>
            </a:extLst>
          </p:cNvPr>
          <p:cNvSpPr/>
          <p:nvPr userDrawn="1"/>
        </p:nvSpPr>
        <p:spPr>
          <a:xfrm>
            <a:off x="3434922" y="1599091"/>
            <a:ext cx="2620620" cy="2620620"/>
          </a:xfrm>
          <a:prstGeom prst="ellipse">
            <a:avLst/>
          </a:prstGeom>
          <a:solidFill>
            <a:schemeClr val="accent1">
              <a:lumMod val="40000"/>
              <a:lumOff val="60000"/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287C0C2E-27D7-4123-B01F-3144FCE1EF2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741" r="31458"/>
          <a:stretch/>
        </p:blipFill>
        <p:spPr>
          <a:xfrm rot="568416">
            <a:off x="90962" y="381112"/>
            <a:ext cx="4016078" cy="5720226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8F041D8F-DCC0-35B8-2AA2-F0A7BAB253C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741" r="31458"/>
          <a:stretch/>
        </p:blipFill>
        <p:spPr>
          <a:xfrm rot="20629034">
            <a:off x="-3526421" y="-821074"/>
            <a:ext cx="4016077" cy="5720225"/>
          </a:xfrm>
          <a:prstGeom prst="rect">
            <a:avLst/>
          </a:prstGeom>
        </p:spPr>
      </p:pic>
      <p:sp>
        <p:nvSpPr>
          <p:cNvPr id="19" name="椭圆 18">
            <a:extLst>
              <a:ext uri="{FF2B5EF4-FFF2-40B4-BE49-F238E27FC236}">
                <a16:creationId xmlns:a16="http://schemas.microsoft.com/office/drawing/2014/main" id="{C3296A99-F5C4-3E6A-FF6E-4852C12DEE94}"/>
              </a:ext>
            </a:extLst>
          </p:cNvPr>
          <p:cNvSpPr/>
          <p:nvPr userDrawn="1"/>
        </p:nvSpPr>
        <p:spPr>
          <a:xfrm>
            <a:off x="4631217" y="3066159"/>
            <a:ext cx="409736" cy="40973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圆心">
            <a:extLst>
              <a:ext uri="{FF2B5EF4-FFF2-40B4-BE49-F238E27FC236}">
                <a16:creationId xmlns:a16="http://schemas.microsoft.com/office/drawing/2014/main" id="{2B661CB4-3CBD-5C2B-5102-A013FB7A719E}"/>
              </a:ext>
            </a:extLst>
          </p:cNvPr>
          <p:cNvSpPr/>
          <p:nvPr/>
        </p:nvSpPr>
        <p:spPr>
          <a:xfrm>
            <a:off x="4184938" y="2356361"/>
            <a:ext cx="1119534" cy="1119534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600">
              <a:latin typeface="+mj-ea"/>
              <a:ea typeface="+mj-ea"/>
            </a:endParaRP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EC6ED1A-7B72-CBE7-8DC0-8CA41549B76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834081" y="2465278"/>
            <a:ext cx="3397250" cy="901700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00000"/>
              </a:lnSpc>
              <a:buNone/>
              <a:defRPr sz="3600">
                <a:latin typeface="+mj-ea"/>
                <a:ea typeface="+mj-ea"/>
              </a:defRPr>
            </a:lvl1pPr>
          </a:lstStyle>
          <a:p>
            <a:pPr lvl="0"/>
            <a:r>
              <a:rPr lang="zh-CN" altLang="en-US"/>
              <a:t>章节标题</a:t>
            </a:r>
          </a:p>
        </p:txBody>
      </p:sp>
      <p:sp>
        <p:nvSpPr>
          <p:cNvPr id="7" name="文本占位符 6">
            <a:extLst>
              <a:ext uri="{FF2B5EF4-FFF2-40B4-BE49-F238E27FC236}">
                <a16:creationId xmlns:a16="http://schemas.microsoft.com/office/drawing/2014/main" id="{AF3EC600-D80B-73CA-E06E-8768FDEAA47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302239" y="2675622"/>
            <a:ext cx="884931" cy="481012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3600"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lang="en-US" altLang="zh-CN"/>
              <a:t>1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330298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decel="6043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7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74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0" presetClass="entr" presetSubtype="0" decel="6043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63" presetClass="path" presetSubtype="0" decel="6043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296701 0.175297 E" pathEditMode="relative" ptsTypes="">
                                      <p:cBhvr>
                                        <p:cTn id="12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63" presetClass="path" presetSubtype="0" decel="6043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296701 -0.175297 L 0 0 E" pathEditMode="relative" ptsTypes="">
                                      <p:cBhvr>
                                        <p:cTn id="14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6" presetClass="emph" presetSubtype="0" decel="6043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6" dur="750" fill="hold"/>
                                        <p:tgtEl>
                                          <p:spTgt spid="6"/>
                                        </p:tgtEl>
                                      </p:cBhvr>
                                      <p:by x="150000" y="150000"/>
                                      <p:from x="100000" y="10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7" presetID="6" presetClass="emph" presetSubtype="0" decel="6043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8" dur="750" fill="hold"/>
                                        <p:tgtEl>
                                          <p:spTgt spid="2"/>
                                        </p:tgtEl>
                                      </p:cBhvr>
                                      <p:by x="150000" y="150000"/>
                                      <p:from x="100000" y="10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9" presetID="8" presetClass="emph" presetSubtype="0" decel="6043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 from="0" to="1539382">
                                      <p:cBhvr>
                                        <p:cTn id="20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1" presetID="8" presetClass="emph" presetSubtype="0" decel="6043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 from="-1539382" to="0">
                                      <p:cBhvr>
                                        <p:cTn id="22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3" presetID="53" presetClass="entr" presetSubtype="16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53" presetClass="entr" presetSubtype="16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53" presetClass="entr" presetSubtype="16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53" presetClass="entr" presetSubtype="16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53" presetClass="entr" presetSubtype="16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42" presetClass="path" presetSubtype="0" accel="50000" decel="50000" fill="hold" grpId="1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-4.58333E-6 -1.85185E-6 L 0.0168 0.02986 " pathEditMode="relative" rAng="0" ptsTypes="AA">
                                      <p:cBhvr>
                                        <p:cTn id="5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33" y="1481"/>
                                    </p:animMotion>
                                  </p:childTnLst>
                                </p:cTn>
                              </p:par>
                              <p:par>
                                <p:cTn id="53" presetID="10" presetClass="entr" presetSubtype="0" decel="10000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to="0" calcmode="lin" valueType="num">
                                      <p:cBhvr>
                                        <p:cTn id="5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3" grpId="0" animBg="1"/>
      <p:bldP spid="5" grpId="0" animBg="1"/>
      <p:bldP spid="19" grpId="0" animBg="1"/>
      <p:bldP spid="19" grpId="1" animBg="1"/>
      <p:bldP spid="17" grpId="0" animBg="1"/>
      <p:bldP spid="4" grpId="0">
        <p:tmplLst>
          <p:tmpl>
            <p:tnLst>
              <p:par>
                <p:cTn presetID="10" presetClass="entr" presetSubtype="0" decel="100000" fill="hold" nodeType="withEffect">
                  <p:stCondLst>
                    <p:cond delay="7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>
                          <p:stCondLst>
                            <p:cond delay="0"/>
                          </p:stCondLst>
                        </p:cTn>
                        <p:tgtEl>
                          <p:spTgt spid="4"/>
                        </p:tgtEl>
                      </p:cBhvr>
                    </p:animEffect>
                    <p:anim to="0" calcmode="lin" valueType="num">
                      <p:cBhvr>
                        <p:cTn dur="500" fill="hold">
                          <p:stCondLst>
                            <p:cond delay="0"/>
                          </p:stCondLst>
                        </p:cTn>
                        <p:tgtEl>
                          <p:spTgt spid="4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-.05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7" grpId="0" build="p">
        <p:tmplLst>
          <p:tmpl lvl="1">
            <p:tnLst>
              <p:par>
                <p:cTn presetID="53" presetClass="entr" presetSubtype="16" fill="hold" nodeType="withEffect">
                  <p:stCondLst>
                    <p:cond delay="6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7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7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带目录章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椭圆 15">
            <a:extLst>
              <a:ext uri="{FF2B5EF4-FFF2-40B4-BE49-F238E27FC236}">
                <a16:creationId xmlns:a16="http://schemas.microsoft.com/office/drawing/2014/main" id="{B46198AC-367B-0D53-9173-FC8CA63C085D}"/>
              </a:ext>
            </a:extLst>
          </p:cNvPr>
          <p:cNvSpPr/>
          <p:nvPr userDrawn="1"/>
        </p:nvSpPr>
        <p:spPr>
          <a:xfrm>
            <a:off x="367090" y="-1714814"/>
            <a:ext cx="9285508" cy="9285508"/>
          </a:xfrm>
          <a:prstGeom prst="ellipse">
            <a:avLst/>
          </a:prstGeom>
          <a:solidFill>
            <a:schemeClr val="accent1">
              <a:lumMod val="40000"/>
              <a:lumOff val="60000"/>
              <a:alpha val="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5EB1B61C-49CF-BE5E-D897-0E6165887E9C}"/>
              </a:ext>
            </a:extLst>
          </p:cNvPr>
          <p:cNvSpPr/>
          <p:nvPr userDrawn="1"/>
        </p:nvSpPr>
        <p:spPr>
          <a:xfrm>
            <a:off x="1832990" y="-2841"/>
            <a:ext cx="5824484" cy="5824484"/>
          </a:xfrm>
          <a:prstGeom prst="ellipse">
            <a:avLst/>
          </a:prstGeom>
          <a:solidFill>
            <a:schemeClr val="accent1">
              <a:lumMod val="40000"/>
              <a:lumOff val="60000"/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62399A25-BD86-E6C4-1B6C-5E720BE7951F}"/>
              </a:ext>
            </a:extLst>
          </p:cNvPr>
          <p:cNvSpPr/>
          <p:nvPr userDrawn="1"/>
        </p:nvSpPr>
        <p:spPr>
          <a:xfrm>
            <a:off x="3434922" y="1599091"/>
            <a:ext cx="2620620" cy="2620620"/>
          </a:xfrm>
          <a:prstGeom prst="ellipse">
            <a:avLst/>
          </a:prstGeom>
          <a:solidFill>
            <a:schemeClr val="accent1">
              <a:lumMod val="40000"/>
              <a:lumOff val="60000"/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75BB57A5-2F78-87EC-D302-EA186869EBC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741" r="31458"/>
          <a:stretch/>
        </p:blipFill>
        <p:spPr>
          <a:xfrm rot="568416">
            <a:off x="90962" y="381112"/>
            <a:ext cx="4016078" cy="5720226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956F742F-78A8-9974-FA4F-56396F38C25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741" r="31458"/>
          <a:stretch/>
        </p:blipFill>
        <p:spPr>
          <a:xfrm rot="20629034">
            <a:off x="-3526421" y="-821074"/>
            <a:ext cx="4016077" cy="5720225"/>
          </a:xfrm>
          <a:prstGeom prst="rect">
            <a:avLst/>
          </a:prstGeom>
        </p:spPr>
      </p:pic>
      <p:sp>
        <p:nvSpPr>
          <p:cNvPr id="5" name="文本占位符 3">
            <a:extLst>
              <a:ext uri="{FF2B5EF4-FFF2-40B4-BE49-F238E27FC236}">
                <a16:creationId xmlns:a16="http://schemas.microsoft.com/office/drawing/2014/main" id="{3AF24492-4E99-231B-3CC0-5126876878A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837223" y="2203928"/>
            <a:ext cx="3484714" cy="668338"/>
          </a:xfrm>
          <a:prstGeom prst="rect">
            <a:avLst/>
          </a:prstGeom>
          <a:ln>
            <a:noFill/>
          </a:ln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3600">
                <a:solidFill>
                  <a:schemeClr val="tx1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lang="zh-CN" altLang="en-US"/>
              <a:t>章节标题</a:t>
            </a:r>
          </a:p>
        </p:txBody>
      </p:sp>
      <p:sp>
        <p:nvSpPr>
          <p:cNvPr id="2" name="文本占位符 25">
            <a:extLst>
              <a:ext uri="{FF2B5EF4-FFF2-40B4-BE49-F238E27FC236}">
                <a16:creationId xmlns:a16="http://schemas.microsoft.com/office/drawing/2014/main" id="{16A7C205-45D1-F79D-939F-C8FE0D7B4EF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73412" y="2924828"/>
            <a:ext cx="3692525" cy="2206679"/>
          </a:xfrm>
          <a:prstGeom prst="rect">
            <a:avLst/>
          </a:prstGeom>
        </p:spPr>
        <p:txBody>
          <a:bodyPr anchor="t"/>
          <a:lstStyle>
            <a:lvl1pPr marL="342900" indent="-342900" algn="l">
              <a:lnSpc>
                <a:spcPct val="150000"/>
              </a:lnSpc>
              <a:buFont typeface="Wingdings" panose="05000000000000000000" pitchFamily="2" charset="2"/>
              <a:buChar char="u"/>
              <a:defRPr sz="1800">
                <a:solidFill>
                  <a:schemeClr val="tx1"/>
                </a:solidFill>
                <a:latin typeface="+mn-ea"/>
                <a:ea typeface="+mn-ea"/>
                <a:cs typeface="阿里巴巴普惠体 Medium" panose="00020600040101010101" pitchFamily="18" charset="-122"/>
              </a:defRPr>
            </a:lvl1pPr>
          </a:lstStyle>
          <a:p>
            <a:pPr lvl="0"/>
            <a:r>
              <a:rPr lang="zh-CN" altLang="en-US"/>
              <a:t>目录样式</a:t>
            </a:r>
            <a:endParaRPr lang="en-US" altLang="zh-CN"/>
          </a:p>
          <a:p>
            <a:pPr lvl="0"/>
            <a:r>
              <a:rPr lang="zh-CN" altLang="en-US"/>
              <a:t>目录样式</a:t>
            </a:r>
            <a:endParaRPr lang="en-US" altLang="zh-CN"/>
          </a:p>
          <a:p>
            <a:pPr lvl="0"/>
            <a:r>
              <a:rPr lang="zh-CN" altLang="en-US"/>
              <a:t>目录样式</a:t>
            </a:r>
            <a:endParaRPr lang="en-US" altLang="zh-CN"/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2249AA4E-BDC6-696B-EF7C-D82E9F67C155}"/>
              </a:ext>
            </a:extLst>
          </p:cNvPr>
          <p:cNvSpPr/>
          <p:nvPr userDrawn="1"/>
        </p:nvSpPr>
        <p:spPr>
          <a:xfrm>
            <a:off x="4633274" y="3069963"/>
            <a:ext cx="409736" cy="40973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圆心">
            <a:extLst>
              <a:ext uri="{FF2B5EF4-FFF2-40B4-BE49-F238E27FC236}">
                <a16:creationId xmlns:a16="http://schemas.microsoft.com/office/drawing/2014/main" id="{187CDF87-71AD-62FA-465E-4563734A654E}"/>
              </a:ext>
            </a:extLst>
          </p:cNvPr>
          <p:cNvSpPr/>
          <p:nvPr userDrawn="1"/>
        </p:nvSpPr>
        <p:spPr>
          <a:xfrm>
            <a:off x="4186995" y="2360165"/>
            <a:ext cx="1119534" cy="1119534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600">
              <a:latin typeface="+mj-ea"/>
              <a:ea typeface="+mj-ea"/>
            </a:endParaRPr>
          </a:p>
        </p:txBody>
      </p:sp>
      <p:sp>
        <p:nvSpPr>
          <p:cNvPr id="7" name="文本占位符 6">
            <a:extLst>
              <a:ext uri="{FF2B5EF4-FFF2-40B4-BE49-F238E27FC236}">
                <a16:creationId xmlns:a16="http://schemas.microsoft.com/office/drawing/2014/main" id="{0FA4BC60-2E49-93DC-4C3E-CA7B70C33EA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304296" y="2679426"/>
            <a:ext cx="884931" cy="481012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3600"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lang="en-US" altLang="zh-CN"/>
              <a:t>1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78867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decel="6043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7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74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0" presetClass="entr" presetSubtype="0" decel="6043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63" presetClass="path" presetSubtype="0" decel="6043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296701 0.175297 E" pathEditMode="relative" ptsTypes="">
                                      <p:cBhvr>
                                        <p:cTn id="12" dur="7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63" presetClass="path" presetSubtype="0" decel="6043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296701 -0.175297 L 0 0 E" pathEditMode="relative" ptsTypes="">
                                      <p:cBhvr>
                                        <p:cTn id="14" dur="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6" presetClass="emph" presetSubtype="0" decel="6043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6" dur="750" fill="hold"/>
                                        <p:tgtEl>
                                          <p:spTgt spid="14"/>
                                        </p:tgtEl>
                                      </p:cBhvr>
                                      <p:by x="150000" y="150000"/>
                                      <p:from x="100000" y="10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7" presetID="6" presetClass="emph" presetSubtype="0" decel="6043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8" dur="750" fill="hold"/>
                                        <p:tgtEl>
                                          <p:spTgt spid="12"/>
                                        </p:tgtEl>
                                      </p:cBhvr>
                                      <p:by x="150000" y="150000"/>
                                      <p:from x="100000" y="10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9" presetID="8" presetClass="emph" presetSubtype="0" decel="6043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 from="0" to="1539382">
                                      <p:cBhvr>
                                        <p:cTn id="20" dur="7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1" presetID="8" presetClass="emph" presetSubtype="0" decel="6043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 from="-1539382" to="0">
                                      <p:cBhvr>
                                        <p:cTn id="22" dur="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3" presetID="53" presetClass="entr" presetSubtype="16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53" presetClass="entr" presetSubtype="16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53" presetClass="entr" presetSubtype="16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53" presetClass="entr" presetSubtype="16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53" presetClass="entr" presetSubtype="16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42" presetClass="path" presetSubtype="0" accel="50000" decel="50000" fill="hold" grpId="1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5E-6 3.7037E-6 L 0.0168 0.02986 " pathEditMode="relative" rAng="0" ptsTypes="AA">
                                      <p:cBhvr>
                                        <p:cTn id="5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33" y="1481"/>
                                    </p:animMotion>
                                  </p:childTnLst>
                                </p:cTn>
                              </p:par>
                              <p:par>
                                <p:cTn id="53" presetID="10" presetClass="entr" presetSubtype="0" decel="10000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to="0" calcmode="lin" valueType="num">
                                      <p:cBhvr>
                                        <p:cTn id="5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10" presetClass="entr" presetSubtype="0" decel="100000" fill="hold" grpId="0" nodeType="withEffect">
                                  <p:stCondLst>
                                    <p:cond delay="750"/>
                                  </p:stCondLst>
                                  <p:iterate type="wd">
                                    <p:tmPct val="8000"/>
                                  </p:iterate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to="0" calcmode="lin" valueType="num">
                                      <p:cBhvr>
                                        <p:cTn id="60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0" grpId="0" animBg="1"/>
      <p:bldP spid="11" grpId="0" animBg="1"/>
      <p:bldP spid="5" grpId="0">
        <p:tmplLst>
          <p:tmpl>
            <p:tnLst>
              <p:par>
                <p:cTn presetID="10" presetClass="entr" presetSubtype="0" decel="100000" fill="hold" nodeType="withEffect">
                  <p:stCondLst>
                    <p:cond delay="7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>
                          <p:stCondLst>
                            <p:cond delay="0"/>
                          </p:stCondLst>
                        </p:cTn>
                        <p:tgtEl>
                          <p:spTgt spid="5"/>
                        </p:tgtEl>
                      </p:cBhvr>
                    </p:animEffect>
                    <p:anim to="0" calcmode="lin" valueType="num">
                      <p:cBhvr>
                        <p:cTn dur="500" fill="hold">
                          <p:stCondLst>
                            <p:cond delay="0"/>
                          </p:stCondLst>
                        </p:cTn>
                        <p:tgtEl>
                          <p:spTgt spid="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-.05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" grpId="0">
        <p:tmplLst>
          <p:tmpl>
            <p:tnLst>
              <p:par>
                <p:cTn presetID="10" presetClass="entr" presetSubtype="0" decel="100000" fill="hold" nodeType="withEffect">
                  <p:stCondLst>
                    <p:cond delay="750"/>
                  </p:stCondLst>
                  <p:iterate type="wd">
                    <p:tmPct val="8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>
                          <p:stCondLst>
                            <p:cond delay="0"/>
                          </p:stCondLst>
                        </p:cTn>
                        <p:tgtEl>
                          <p:spTgt spid="2"/>
                        </p:tgtEl>
                      </p:cBhvr>
                    </p:animEffect>
                    <p:anim to="0" calcmode="lin" valueType="num">
                      <p:cBhvr>
                        <p:cTn dur="500" fill="hold">
                          <p:stCondLst>
                            <p:cond delay="0"/>
                          </p:stCondLst>
                        </p:cTn>
                        <p:tgtEl>
                          <p:spTgt spid="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-.05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" grpId="0" animBg="1"/>
      <p:bldP spid="4" grpId="1" animBg="1"/>
      <p:bldP spid="6" grpId="0" animBg="1"/>
      <p:bldP spid="7" grpId="0" build="p">
        <p:tmplLst>
          <p:tmpl lvl="1">
            <p:tnLst>
              <p:par>
                <p:cTn presetID="53" presetClass="entr" presetSubtype="16" fill="hold" nodeType="withEffect">
                  <p:stCondLst>
                    <p:cond delay="6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7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7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椭圆 11">
            <a:extLst>
              <a:ext uri="{FF2B5EF4-FFF2-40B4-BE49-F238E27FC236}">
                <a16:creationId xmlns:a16="http://schemas.microsoft.com/office/drawing/2014/main" id="{E9A4C940-17A0-EAF5-1288-423099172492}"/>
              </a:ext>
            </a:extLst>
          </p:cNvPr>
          <p:cNvSpPr/>
          <p:nvPr userDrawn="1"/>
        </p:nvSpPr>
        <p:spPr>
          <a:xfrm>
            <a:off x="367090" y="-1714814"/>
            <a:ext cx="9285508" cy="9285508"/>
          </a:xfrm>
          <a:prstGeom prst="ellipse">
            <a:avLst/>
          </a:prstGeom>
          <a:solidFill>
            <a:schemeClr val="accent1">
              <a:lumMod val="40000"/>
              <a:lumOff val="60000"/>
              <a:alpha val="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0B0CBC4C-0370-FC83-EFE2-A4655072B969}"/>
              </a:ext>
            </a:extLst>
          </p:cNvPr>
          <p:cNvSpPr/>
          <p:nvPr userDrawn="1"/>
        </p:nvSpPr>
        <p:spPr>
          <a:xfrm>
            <a:off x="1832990" y="-2841"/>
            <a:ext cx="5824484" cy="5824484"/>
          </a:xfrm>
          <a:prstGeom prst="ellipse">
            <a:avLst/>
          </a:prstGeom>
          <a:solidFill>
            <a:schemeClr val="accent1">
              <a:lumMod val="40000"/>
              <a:lumOff val="60000"/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448C111F-EC00-73CD-D78D-B90FCF65990B}"/>
              </a:ext>
            </a:extLst>
          </p:cNvPr>
          <p:cNvSpPr/>
          <p:nvPr userDrawn="1"/>
        </p:nvSpPr>
        <p:spPr>
          <a:xfrm>
            <a:off x="3434922" y="1599091"/>
            <a:ext cx="2620620" cy="2620620"/>
          </a:xfrm>
          <a:prstGeom prst="ellipse">
            <a:avLst/>
          </a:prstGeom>
          <a:solidFill>
            <a:schemeClr val="accent1">
              <a:lumMod val="40000"/>
              <a:lumOff val="60000"/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5EF8D094-C09B-FA07-5E8E-6D0A34E8E25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741" r="31458"/>
          <a:stretch/>
        </p:blipFill>
        <p:spPr>
          <a:xfrm rot="568416">
            <a:off x="90962" y="381112"/>
            <a:ext cx="4016078" cy="5720226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E50503D8-4014-AE09-8F7D-F2C94ED6022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741" r="31458"/>
          <a:stretch/>
        </p:blipFill>
        <p:spPr>
          <a:xfrm rot="20629034">
            <a:off x="-3526421" y="-821074"/>
            <a:ext cx="4016077" cy="5720225"/>
          </a:xfrm>
          <a:prstGeom prst="rect">
            <a:avLst/>
          </a:prstGeom>
        </p:spPr>
      </p:pic>
      <p:sp>
        <p:nvSpPr>
          <p:cNvPr id="29" name="文本框 28">
            <a:extLst>
              <a:ext uri="{FF2B5EF4-FFF2-40B4-BE49-F238E27FC236}">
                <a16:creationId xmlns:a16="http://schemas.microsoft.com/office/drawing/2014/main" id="{06715BF8-0A12-5796-1551-488CA6BA7E8B}"/>
              </a:ext>
            </a:extLst>
          </p:cNvPr>
          <p:cNvSpPr txBox="1"/>
          <p:nvPr userDrawn="1"/>
        </p:nvSpPr>
        <p:spPr>
          <a:xfrm>
            <a:off x="3768481" y="2334719"/>
            <a:ext cx="216759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zh-CN" sz="2800" b="1" i="0">
                <a:gradFill>
                  <a:gsLst>
                    <a:gs pos="100000">
                      <a:schemeClr val="accent1">
                        <a:alpha val="15000"/>
                      </a:schemeClr>
                    </a:gs>
                    <a:gs pos="0">
                      <a:schemeClr val="accent1">
                        <a:alpha val="0"/>
                      </a:schemeClr>
                    </a:gs>
                  </a:gsLst>
                  <a:lin ang="16200000" scaled="1"/>
                </a:gradFill>
                <a:effectLst/>
                <a:latin typeface="Calisto MT" panose="02040603050505030304" pitchFamily="18" charset="0"/>
              </a:rPr>
              <a:t>CONTENT</a:t>
            </a:r>
          </a:p>
        </p:txBody>
      </p:sp>
      <p:sp>
        <p:nvSpPr>
          <p:cNvPr id="26" name="文本占位符 25">
            <a:extLst>
              <a:ext uri="{FF2B5EF4-FFF2-40B4-BE49-F238E27FC236}">
                <a16:creationId xmlns:a16="http://schemas.microsoft.com/office/drawing/2014/main" id="{6B50EE85-71F0-6A4A-F2C6-2ACBA4D8468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258201" y="1662411"/>
            <a:ext cx="3692525" cy="2631150"/>
          </a:xfrm>
          <a:prstGeom prst="rect">
            <a:avLst/>
          </a:prstGeom>
        </p:spPr>
        <p:txBody>
          <a:bodyPr anchor="ctr"/>
          <a:lstStyle>
            <a:lvl1pPr marL="342900" indent="-342900" algn="l">
              <a:lnSpc>
                <a:spcPct val="150000"/>
              </a:lnSpc>
              <a:buFont typeface="Wingdings" panose="05000000000000000000" pitchFamily="2" charset="2"/>
              <a:buChar char="u"/>
              <a:defRPr sz="1800">
                <a:solidFill>
                  <a:schemeClr val="tx1"/>
                </a:solidFill>
                <a:latin typeface="+mn-ea"/>
                <a:ea typeface="+mn-ea"/>
                <a:cs typeface="阿里巴巴普惠体 Medium" panose="00020600040101010101" pitchFamily="18" charset="-122"/>
              </a:defRPr>
            </a:lvl1pPr>
          </a:lstStyle>
          <a:p>
            <a:pPr lvl="0"/>
            <a:r>
              <a:rPr lang="zh-CN" altLang="en-US"/>
              <a:t>目录样式</a:t>
            </a:r>
            <a:endParaRPr lang="en-US" altLang="zh-CN"/>
          </a:p>
          <a:p>
            <a:pPr lvl="0"/>
            <a:r>
              <a:rPr lang="zh-CN" altLang="en-US"/>
              <a:t>目录样式</a:t>
            </a:r>
            <a:endParaRPr lang="en-US" altLang="zh-CN"/>
          </a:p>
          <a:p>
            <a:pPr lvl="0"/>
            <a:r>
              <a:rPr lang="zh-CN" altLang="en-US"/>
              <a:t>目录样式</a:t>
            </a:r>
            <a:endParaRPr lang="en-US" altLang="zh-CN"/>
          </a:p>
        </p:txBody>
      </p:sp>
      <p:sp>
        <p:nvSpPr>
          <p:cNvPr id="27" name="标题文本">
            <a:extLst>
              <a:ext uri="{FF2B5EF4-FFF2-40B4-BE49-F238E27FC236}">
                <a16:creationId xmlns:a16="http://schemas.microsoft.com/office/drawing/2014/main" id="{32B4F824-6998-DCF1-0043-E682C565BE4E}"/>
              </a:ext>
            </a:extLst>
          </p:cNvPr>
          <p:cNvSpPr txBox="1"/>
          <p:nvPr userDrawn="1"/>
        </p:nvSpPr>
        <p:spPr>
          <a:xfrm flipH="1">
            <a:off x="4207329" y="2704247"/>
            <a:ext cx="109837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600">
                <a:solidFill>
                  <a:schemeClr val="accent1"/>
                </a:solidFill>
                <a:latin typeface="+mj-ea"/>
                <a:ea typeface="+mj-ea"/>
              </a:rPr>
              <a:t>目录</a:t>
            </a:r>
            <a:endParaRPr lang="zh-CN" altLang="en-US" sz="3600" dirty="0">
              <a:solidFill>
                <a:schemeClr val="accent1"/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6412207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decel="6043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7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74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0" presetClass="entr" presetSubtype="0" decel="6043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63" presetClass="path" presetSubtype="0" decel="6043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296701 0.175297 E" pathEditMode="relative" ptsTypes="">
                                      <p:cBhvr>
                                        <p:cTn id="12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63" presetClass="path" presetSubtype="0" decel="6043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296701 -0.175297 L 0 0 E" pathEditMode="relative" ptsTypes="">
                                      <p:cBhvr>
                                        <p:cTn id="14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6" presetClass="emph" presetSubtype="0" decel="6043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6" dur="750" fill="hold"/>
                                        <p:tgtEl>
                                          <p:spTgt spid="11"/>
                                        </p:tgtEl>
                                      </p:cBhvr>
                                      <p:by x="150000" y="150000"/>
                                      <p:from x="100000" y="10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7" presetID="6" presetClass="emph" presetSubtype="0" decel="6043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8" dur="750" fill="hold"/>
                                        <p:tgtEl>
                                          <p:spTgt spid="10"/>
                                        </p:tgtEl>
                                      </p:cBhvr>
                                      <p:by x="150000" y="150000"/>
                                      <p:from x="100000" y="10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9" presetID="8" presetClass="emph" presetSubtype="0" decel="6043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 from="0" to="1539382">
                                      <p:cBhvr>
                                        <p:cTn id="20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1" presetID="8" presetClass="emph" presetSubtype="0" decel="6043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 from="-1539382" to="0">
                                      <p:cBhvr>
                                        <p:cTn id="22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3" presetID="53" presetClass="entr" presetSubtype="16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decel="100000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to="0" calcmode="lin" valueType="num">
                                      <p:cBhvr>
                                        <p:cTn id="31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53" presetClass="entr" presetSubtype="16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53" presetClass="entr" presetSubtype="16" fill="hold" grpId="0" nodeType="withEffect">
                                  <p:stCondLst>
                                    <p:cond delay="85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decel="100000" fill="hold" grpId="0" nodeType="withEffect">
                                  <p:stCondLst>
                                    <p:cond delay="85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to="0" calcmode="lin" valueType="num">
                                      <p:cBhvr>
                                        <p:cTn id="45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53" presetClass="entr" presetSubtype="16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6" grpId="0" animBg="1"/>
      <p:bldP spid="7" grpId="0" animBg="1"/>
      <p:bldP spid="29" grpId="0"/>
      <p:bldP spid="26" grpId="0">
        <p:tmplLst>
          <p:tmpl>
            <p:tnLst>
              <p:par>
                <p:cTn presetID="10" presetClass="entr" presetSubtype="0" decel="100000" fill="hold" nodeType="withEffect">
                  <p:stCondLst>
                    <p:cond delay="85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>
                          <p:stCondLst>
                            <p:cond delay="0"/>
                          </p:stCondLst>
                        </p:cTn>
                        <p:tgtEl>
                          <p:spTgt spid="26"/>
                        </p:tgtEl>
                      </p:cBhvr>
                    </p:animEffect>
                    <p:anim to="0" calcmode="lin" valueType="num">
                      <p:cBhvr>
                        <p:cTn dur="500" fill="hold">
                          <p:stCondLst>
                            <p:cond delay="0"/>
                          </p:stCondLst>
                        </p:cTn>
                        <p:tgtEl>
                          <p:spTgt spid="2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-.05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7" grpId="0"/>
    </p:bldLst>
  </p:timing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>
            <a:extLst>
              <a:ext uri="{FF2B5EF4-FFF2-40B4-BE49-F238E27FC236}">
                <a16:creationId xmlns:a16="http://schemas.microsoft.com/office/drawing/2014/main" id="{052D8D2A-DC76-4246-B7A3-897EC598042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00" indent="-360000">
              <a:lnSpc>
                <a:spcPct val="150000"/>
              </a:lnSpc>
              <a:buClr>
                <a:srgbClr val="404040"/>
              </a:buClr>
              <a:buSzPct val="85000"/>
              <a:buFont typeface="Wingdings" pitchFamily="2" charset="2"/>
              <a:buChar char="l"/>
              <a:tabLst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138" indent="-358775">
              <a:lnSpc>
                <a:spcPct val="150000"/>
              </a:lnSpc>
              <a:buFont typeface="Wingdings" pitchFamily="2" charset="2"/>
              <a:buChar char="l"/>
              <a:tabLst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20204" pitchFamily="34" charset="0"/>
              <a:buChar char="•"/>
              <a:tabLst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>
            <a:extLst>
              <a:ext uri="{FF2B5EF4-FFF2-40B4-BE49-F238E27FC236}">
                <a16:creationId xmlns:a16="http://schemas.microsoft.com/office/drawing/2014/main" id="{49FCFB1A-E1EE-3245-9778-ABB7ACB14F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</a:p>
        </p:txBody>
      </p:sp>
      <p:sp>
        <p:nvSpPr>
          <p:cNvPr id="6" name="文本占位符 9">
            <a:extLst>
              <a:ext uri="{FF2B5EF4-FFF2-40B4-BE49-F238E27FC236}">
                <a16:creationId xmlns:a16="http://schemas.microsoft.com/office/drawing/2014/main" id="{2DD40269-A2A6-814E-991D-1DBB1287380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</a:p>
        </p:txBody>
      </p:sp>
    </p:spTree>
    <p:extLst>
      <p:ext uri="{BB962C8B-B14F-4D97-AF65-F5344CB8AC3E}">
        <p14:creationId xmlns:p14="http://schemas.microsoft.com/office/powerpoint/2010/main" val="429349604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占位符 13">
            <a:extLst>
              <a:ext uri="{FF2B5EF4-FFF2-40B4-BE49-F238E27FC236}">
                <a16:creationId xmlns:a16="http://schemas.microsoft.com/office/drawing/2014/main" id="{B8ADD725-DDC3-9843-C6D4-70BC53E95D5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60556" y="1720312"/>
            <a:ext cx="7114116" cy="3378631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200000"/>
              </a:lnSpc>
              <a:buNone/>
              <a:defRPr sz="2400"/>
            </a:lvl1pPr>
          </a:lstStyle>
          <a:p>
            <a:pPr lvl="0"/>
            <a:r>
              <a:rPr lang="zh-CN" altLang="en-US"/>
              <a:t>点击输入问题标题，问题描述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382D0547-D899-4028-C68F-1B7E5E17FCC5}"/>
              </a:ext>
            </a:extLst>
          </p:cNvPr>
          <p:cNvSpPr txBox="1"/>
          <p:nvPr userDrawn="1"/>
        </p:nvSpPr>
        <p:spPr>
          <a:xfrm>
            <a:off x="720983" y="2862323"/>
            <a:ext cx="216759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ctr">
              <a:defRPr sz="2800" b="1" i="0">
                <a:gradFill flip="none" rotWithShape="1">
                  <a:gsLst>
                    <a:gs pos="100000">
                      <a:schemeClr val="bg1">
                        <a:alpha val="15000"/>
                      </a:schemeClr>
                    </a:gs>
                    <a:gs pos="0">
                      <a:schemeClr val="bg1">
                        <a:alpha val="0"/>
                      </a:schemeClr>
                    </a:gs>
                  </a:gsLst>
                  <a:lin ang="16200000" scaled="1"/>
                  <a:tileRect/>
                </a:gradFill>
                <a:effectLst/>
                <a:latin typeface="Calisto MT" panose="02040603050505030304" pitchFamily="18" charset="0"/>
              </a:defRPr>
            </a:lvl1pPr>
          </a:lstStyle>
          <a:p>
            <a:pPr lvl="0"/>
            <a:r>
              <a:rPr lang="en-US" altLang="zh-CN"/>
              <a:t>QUESTION</a:t>
            </a:r>
          </a:p>
        </p:txBody>
      </p:sp>
      <p:sp>
        <p:nvSpPr>
          <p:cNvPr id="12" name="íşľíďe">
            <a:extLst>
              <a:ext uri="{FF2B5EF4-FFF2-40B4-BE49-F238E27FC236}">
                <a16:creationId xmlns:a16="http://schemas.microsoft.com/office/drawing/2014/main" id="{66992E28-34C1-82B0-BBD1-9DB821AEB09B}"/>
              </a:ext>
            </a:extLst>
          </p:cNvPr>
          <p:cNvSpPr txBox="1"/>
          <p:nvPr userDrawn="1"/>
        </p:nvSpPr>
        <p:spPr>
          <a:xfrm flipH="1">
            <a:off x="1204297" y="3113661"/>
            <a:ext cx="120097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4000" b="1">
                <a:solidFill>
                  <a:schemeClr val="bg1"/>
                </a:solidFill>
                <a:latin typeface="阿里巴巴普惠体 Heavy" panose="00020600040101010101" pitchFamily="18" charset="-122"/>
                <a:ea typeface="阿里巴巴普惠体 Heavy" panose="00020600040101010101" pitchFamily="18" charset="-122"/>
                <a:cs typeface="阿里巴巴普惠体 Heavy" panose="00020600040101010101" pitchFamily="18" charset="-122"/>
              </a:rPr>
              <a:t>思考</a:t>
            </a:r>
            <a:endParaRPr lang="zh-CN" altLang="en-US" sz="4000" b="1" dirty="0">
              <a:solidFill>
                <a:schemeClr val="bg1"/>
              </a:solidFill>
              <a:latin typeface="阿里巴巴普惠体 Heavy" panose="00020600040101010101" pitchFamily="18" charset="-122"/>
              <a:ea typeface="阿里巴巴普惠体 Heavy" panose="00020600040101010101" pitchFamily="18" charset="-122"/>
              <a:cs typeface="阿里巴巴普惠体 Heavy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21630381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小结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占位符 13">
            <a:extLst>
              <a:ext uri="{FF2B5EF4-FFF2-40B4-BE49-F238E27FC236}">
                <a16:creationId xmlns:a16="http://schemas.microsoft.com/office/drawing/2014/main" id="{B8ADD725-DDC3-9843-C6D4-70BC53E95D5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936569" y="1483864"/>
            <a:ext cx="7402227" cy="3962399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50000"/>
              </a:lnSpc>
              <a:buNone/>
              <a:defRPr sz="1600"/>
            </a:lvl1pPr>
          </a:lstStyle>
          <a:p>
            <a:pPr lvl="0"/>
            <a:r>
              <a:rPr lang="zh-CN" altLang="en-US"/>
              <a:t>点击输入小结内容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E2B1B9D1-DEFE-AB9B-7D57-D4044AED1257}"/>
              </a:ext>
            </a:extLst>
          </p:cNvPr>
          <p:cNvSpPr txBox="1"/>
          <p:nvPr userDrawn="1"/>
        </p:nvSpPr>
        <p:spPr>
          <a:xfrm>
            <a:off x="720983" y="2862323"/>
            <a:ext cx="216759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ctr">
              <a:defRPr sz="2800" b="1" i="0">
                <a:gradFill flip="none" rotWithShape="1">
                  <a:gsLst>
                    <a:gs pos="100000">
                      <a:schemeClr val="bg1">
                        <a:alpha val="15000"/>
                      </a:schemeClr>
                    </a:gs>
                    <a:gs pos="0">
                      <a:schemeClr val="bg1">
                        <a:alpha val="0"/>
                      </a:schemeClr>
                    </a:gs>
                  </a:gsLst>
                  <a:lin ang="16200000" scaled="1"/>
                  <a:tileRect/>
                </a:gradFill>
                <a:effectLst/>
                <a:latin typeface="Calisto MT" panose="02040603050505030304" pitchFamily="18" charset="0"/>
              </a:defRPr>
            </a:lvl1pPr>
          </a:lstStyle>
          <a:p>
            <a:pPr lvl="0"/>
            <a:r>
              <a:rPr lang="en-US" altLang="zh-CN"/>
              <a:t>BRIEF</a:t>
            </a:r>
          </a:p>
        </p:txBody>
      </p:sp>
      <p:sp>
        <p:nvSpPr>
          <p:cNvPr id="8" name="íşľíďe">
            <a:extLst>
              <a:ext uri="{FF2B5EF4-FFF2-40B4-BE49-F238E27FC236}">
                <a16:creationId xmlns:a16="http://schemas.microsoft.com/office/drawing/2014/main" id="{0A58CF2E-C9AD-567D-B72D-E69212797F03}"/>
              </a:ext>
            </a:extLst>
          </p:cNvPr>
          <p:cNvSpPr txBox="1"/>
          <p:nvPr userDrawn="1"/>
        </p:nvSpPr>
        <p:spPr>
          <a:xfrm flipH="1">
            <a:off x="1204297" y="3113661"/>
            <a:ext cx="120097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4000" b="1">
                <a:solidFill>
                  <a:schemeClr val="bg1"/>
                </a:solidFill>
                <a:latin typeface="阿里巴巴普惠体 Heavy" panose="00020600040101010101" pitchFamily="18" charset="-122"/>
                <a:ea typeface="阿里巴巴普惠体 Heavy" panose="00020600040101010101" pitchFamily="18" charset="-122"/>
                <a:cs typeface="阿里巴巴普惠体 Heavy" panose="00020600040101010101" pitchFamily="18" charset="-122"/>
              </a:rPr>
              <a:t>小结</a:t>
            </a:r>
            <a:endParaRPr lang="zh-CN" altLang="en-US" sz="4000" b="1" dirty="0">
              <a:solidFill>
                <a:schemeClr val="bg1"/>
              </a:solidFill>
              <a:latin typeface="阿里巴巴普惠体 Heavy" panose="00020600040101010101" pitchFamily="18" charset="-122"/>
              <a:ea typeface="阿里巴巴普惠体 Heavy" panose="00020600040101010101" pitchFamily="18" charset="-122"/>
              <a:cs typeface="阿里巴巴普惠体 Heavy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104487288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占位符 13">
            <a:extLst>
              <a:ext uri="{FF2B5EF4-FFF2-40B4-BE49-F238E27FC236}">
                <a16:creationId xmlns:a16="http://schemas.microsoft.com/office/drawing/2014/main" id="{B8ADD725-DDC3-9843-C6D4-70BC53E95D5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60229" y="1359878"/>
            <a:ext cx="7170081" cy="3962399"/>
          </a:xfrm>
          <a:prstGeom prst="rect">
            <a:avLst/>
          </a:prstGeom>
        </p:spPr>
        <p:txBody>
          <a:bodyPr anchor="ctr"/>
          <a:lstStyle>
            <a:lvl1pPr marL="285750" indent="-285750">
              <a:lnSpc>
                <a:spcPct val="150000"/>
              </a:lnSpc>
              <a:buFont typeface="Wingdings" panose="05000000000000000000" pitchFamily="2" charset="2"/>
              <a:buChar char="l"/>
              <a:defRPr sz="1800" b="1"/>
            </a:lvl1pPr>
          </a:lstStyle>
          <a:p>
            <a:pPr lvl="0"/>
            <a:r>
              <a:rPr lang="zh-CN" altLang="en-US"/>
              <a:t>点击输入学习目标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D3F17914-8286-2740-0111-F53CC3BDDD9A}"/>
              </a:ext>
            </a:extLst>
          </p:cNvPr>
          <p:cNvSpPr txBox="1"/>
          <p:nvPr userDrawn="1"/>
        </p:nvSpPr>
        <p:spPr>
          <a:xfrm>
            <a:off x="698224" y="2861141"/>
            <a:ext cx="216759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ctr">
              <a:defRPr sz="2800" b="1" i="0">
                <a:gradFill flip="none" rotWithShape="1">
                  <a:gsLst>
                    <a:gs pos="100000">
                      <a:schemeClr val="bg1">
                        <a:alpha val="15000"/>
                      </a:schemeClr>
                    </a:gs>
                    <a:gs pos="0">
                      <a:schemeClr val="bg1">
                        <a:alpha val="0"/>
                      </a:schemeClr>
                    </a:gs>
                  </a:gsLst>
                  <a:lin ang="16200000" scaled="1"/>
                  <a:tileRect/>
                </a:gradFill>
                <a:effectLst/>
                <a:latin typeface="Calisto MT" panose="02040603050505030304" pitchFamily="18" charset="0"/>
              </a:defRPr>
            </a:lvl1pPr>
          </a:lstStyle>
          <a:p>
            <a:pPr lvl="0"/>
            <a:r>
              <a:rPr lang="en-US" altLang="zh-CN"/>
              <a:t>TARGET</a:t>
            </a:r>
          </a:p>
        </p:txBody>
      </p:sp>
      <p:sp>
        <p:nvSpPr>
          <p:cNvPr id="8" name="íşľíďe">
            <a:extLst>
              <a:ext uri="{FF2B5EF4-FFF2-40B4-BE49-F238E27FC236}">
                <a16:creationId xmlns:a16="http://schemas.microsoft.com/office/drawing/2014/main" id="{FB3F6AA9-BBC1-E326-ABE9-AC067A990D01}"/>
              </a:ext>
            </a:extLst>
          </p:cNvPr>
          <p:cNvSpPr txBox="1"/>
          <p:nvPr userDrawn="1"/>
        </p:nvSpPr>
        <p:spPr>
          <a:xfrm flipH="1">
            <a:off x="1181538" y="3112479"/>
            <a:ext cx="120097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4000" b="1">
                <a:solidFill>
                  <a:schemeClr val="bg1"/>
                </a:solidFill>
                <a:latin typeface="阿里巴巴普惠体 Heavy" panose="00020600040101010101" pitchFamily="18" charset="-122"/>
                <a:ea typeface="阿里巴巴普惠体 Heavy" panose="00020600040101010101" pitchFamily="18" charset="-122"/>
                <a:cs typeface="阿里巴巴普惠体 Heavy" panose="00020600040101010101" pitchFamily="18" charset="-122"/>
              </a:rPr>
              <a:t>目标</a:t>
            </a:r>
            <a:endParaRPr lang="zh-CN" altLang="en-US" sz="4000" b="1" dirty="0">
              <a:solidFill>
                <a:schemeClr val="bg1"/>
              </a:solidFill>
              <a:latin typeface="阿里巴巴普惠体 Heavy" panose="00020600040101010101" pitchFamily="18" charset="-122"/>
              <a:ea typeface="阿里巴巴普惠体 Heavy" panose="00020600040101010101" pitchFamily="18" charset="-122"/>
              <a:cs typeface="阿里巴巴普惠体 Heavy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95651339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20204" pitchFamily="34" charset="0"/>
              <a:buChar char="•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</a:p>
        </p:txBody>
      </p:sp>
    </p:spTree>
    <p:extLst>
      <p:ext uri="{BB962C8B-B14F-4D97-AF65-F5344CB8AC3E}">
        <p14:creationId xmlns:p14="http://schemas.microsoft.com/office/powerpoint/2010/main" val="4184282089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7">
            <a:extLst>
              <a:ext uri="{FF2B5EF4-FFF2-40B4-BE49-F238E27FC236}">
                <a16:creationId xmlns:a16="http://schemas.microsoft.com/office/drawing/2014/main" id="{FCDA8ECA-5550-1579-68CA-CC29E9FAE4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626" y="335203"/>
            <a:ext cx="10737020" cy="47441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100000"/>
              </a:lnSpc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9" name="椭圆 38">
            <a:extLst>
              <a:ext uri="{FF2B5EF4-FFF2-40B4-BE49-F238E27FC236}">
                <a16:creationId xmlns:a16="http://schemas.microsoft.com/office/drawing/2014/main" id="{0F420230-886B-D4D3-2B3C-23A24A3C217F}"/>
              </a:ext>
            </a:extLst>
          </p:cNvPr>
          <p:cNvSpPr/>
          <p:nvPr userDrawn="1"/>
        </p:nvSpPr>
        <p:spPr>
          <a:xfrm>
            <a:off x="221806" y="190972"/>
            <a:ext cx="144104" cy="144104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" name="椭圆 39">
            <a:extLst>
              <a:ext uri="{FF2B5EF4-FFF2-40B4-BE49-F238E27FC236}">
                <a16:creationId xmlns:a16="http://schemas.microsoft.com/office/drawing/2014/main" id="{0C47F643-5264-44DA-EC51-A1FD97EB2FDA}"/>
              </a:ext>
            </a:extLst>
          </p:cNvPr>
          <p:cNvSpPr/>
          <p:nvPr userDrawn="1"/>
        </p:nvSpPr>
        <p:spPr>
          <a:xfrm>
            <a:off x="293858" y="224694"/>
            <a:ext cx="220764" cy="220764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88094084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页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CFE1FF55-183C-B00F-0654-486C51EE46F8}"/>
              </a:ext>
            </a:extLst>
          </p:cNvPr>
          <p:cNvSpPr txBox="1"/>
          <p:nvPr userDrawn="1"/>
        </p:nvSpPr>
        <p:spPr>
          <a:xfrm>
            <a:off x="788316" y="2901905"/>
            <a:ext cx="216759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zh-CN" sz="2800" b="1" i="0">
                <a:gradFill>
                  <a:gsLst>
                    <a:gs pos="100000">
                      <a:schemeClr val="tx1">
                        <a:lumMod val="20000"/>
                        <a:lumOff val="80000"/>
                      </a:schemeClr>
                    </a:gs>
                    <a:gs pos="0">
                      <a:schemeClr val="tx1">
                        <a:lumMod val="20000"/>
                        <a:lumOff val="80000"/>
                        <a:alpha val="0"/>
                      </a:schemeClr>
                    </a:gs>
                  </a:gsLst>
                  <a:lin ang="16200000" scaled="1"/>
                </a:gradFill>
                <a:effectLst/>
                <a:latin typeface="Calisto MT" panose="02040603050505030304" pitchFamily="18" charset="0"/>
              </a:rPr>
              <a:t>QUESTION</a:t>
            </a:r>
          </a:p>
        </p:txBody>
      </p:sp>
      <p:sp>
        <p:nvSpPr>
          <p:cNvPr id="5" name="íşľíďe">
            <a:extLst>
              <a:ext uri="{FF2B5EF4-FFF2-40B4-BE49-F238E27FC236}">
                <a16:creationId xmlns:a16="http://schemas.microsoft.com/office/drawing/2014/main" id="{15262CD2-DC49-591E-1FDE-EF5326FA20FD}"/>
              </a:ext>
            </a:extLst>
          </p:cNvPr>
          <p:cNvSpPr txBox="1"/>
          <p:nvPr userDrawn="1"/>
        </p:nvSpPr>
        <p:spPr>
          <a:xfrm flipH="1">
            <a:off x="1271630" y="3071182"/>
            <a:ext cx="120097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4000" b="1">
                <a:solidFill>
                  <a:schemeClr val="tx1"/>
                </a:solidFill>
                <a:latin typeface="阿里巴巴普惠体 Heavy" panose="00020600040101010101" pitchFamily="18" charset="-122"/>
                <a:ea typeface="阿里巴巴普惠体 Heavy" panose="00020600040101010101" pitchFamily="18" charset="-122"/>
                <a:cs typeface="阿里巴巴普惠体 Heavy" panose="00020600040101010101" pitchFamily="18" charset="-122"/>
              </a:rPr>
              <a:t>思考</a:t>
            </a:r>
            <a:endParaRPr lang="zh-CN" altLang="en-US" sz="4000" b="1" dirty="0">
              <a:solidFill>
                <a:schemeClr val="tx1"/>
              </a:solidFill>
              <a:latin typeface="阿里巴巴普惠体 Heavy" panose="00020600040101010101" pitchFamily="18" charset="-122"/>
              <a:ea typeface="阿里巴巴普惠体 Heavy" panose="00020600040101010101" pitchFamily="18" charset="-122"/>
              <a:cs typeface="阿里巴巴普惠体 Heavy" panose="00020600040101010101" pitchFamily="18" charset="-122"/>
            </a:endParaRPr>
          </a:p>
        </p:txBody>
      </p:sp>
      <p:sp>
        <p:nvSpPr>
          <p:cNvPr id="7" name="文本占位符 13">
            <a:extLst>
              <a:ext uri="{FF2B5EF4-FFF2-40B4-BE49-F238E27FC236}">
                <a16:creationId xmlns:a16="http://schemas.microsoft.com/office/drawing/2014/main" id="{B8ADD725-DDC3-9843-C6D4-70BC53E95D5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52236" y="1735810"/>
            <a:ext cx="6967456" cy="3378631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200000"/>
              </a:lnSpc>
              <a:buNone/>
              <a:defRPr sz="2400"/>
            </a:lvl1pPr>
          </a:lstStyle>
          <a:p>
            <a:pPr lvl="0"/>
            <a:r>
              <a:rPr lang="zh-CN" altLang="en-US"/>
              <a:t>点击输入问题标题，问题描述</a:t>
            </a:r>
          </a:p>
        </p:txBody>
      </p:sp>
    </p:spTree>
    <p:extLst>
      <p:ext uri="{BB962C8B-B14F-4D97-AF65-F5344CB8AC3E}">
        <p14:creationId xmlns:p14="http://schemas.microsoft.com/office/powerpoint/2010/main" val="3208342129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小结页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CFE1FF55-183C-B00F-0654-486C51EE46F8}"/>
              </a:ext>
            </a:extLst>
          </p:cNvPr>
          <p:cNvSpPr txBox="1"/>
          <p:nvPr userDrawn="1"/>
        </p:nvSpPr>
        <p:spPr>
          <a:xfrm>
            <a:off x="788316" y="2901905"/>
            <a:ext cx="216759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800" b="1" i="0">
                <a:gradFill>
                  <a:gsLst>
                    <a:gs pos="100000">
                      <a:schemeClr val="tx1">
                        <a:lumMod val="20000"/>
                        <a:lumOff val="80000"/>
                      </a:schemeClr>
                    </a:gs>
                    <a:gs pos="0">
                      <a:schemeClr val="tx1">
                        <a:lumMod val="20000"/>
                        <a:lumOff val="80000"/>
                        <a:alpha val="0"/>
                      </a:schemeClr>
                    </a:gs>
                  </a:gsLst>
                  <a:lin ang="16200000" scaled="1"/>
                </a:gradFill>
                <a:effectLst/>
                <a:latin typeface="Calisto MT" panose="02040603050505030304" pitchFamily="18" charset="0"/>
              </a:rPr>
              <a:t>BRIEF</a:t>
            </a:r>
          </a:p>
        </p:txBody>
      </p:sp>
      <p:sp>
        <p:nvSpPr>
          <p:cNvPr id="5" name="íşľíďe">
            <a:extLst>
              <a:ext uri="{FF2B5EF4-FFF2-40B4-BE49-F238E27FC236}">
                <a16:creationId xmlns:a16="http://schemas.microsoft.com/office/drawing/2014/main" id="{15262CD2-DC49-591E-1FDE-EF5326FA20FD}"/>
              </a:ext>
            </a:extLst>
          </p:cNvPr>
          <p:cNvSpPr txBox="1"/>
          <p:nvPr userDrawn="1"/>
        </p:nvSpPr>
        <p:spPr>
          <a:xfrm flipH="1">
            <a:off x="1271630" y="3071182"/>
            <a:ext cx="120097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4000" b="1">
                <a:solidFill>
                  <a:schemeClr val="tx1"/>
                </a:solidFill>
                <a:latin typeface="阿里巴巴普惠体 Heavy" panose="00020600040101010101" pitchFamily="18" charset="-122"/>
                <a:ea typeface="阿里巴巴普惠体 Heavy" panose="00020600040101010101" pitchFamily="18" charset="-122"/>
                <a:cs typeface="阿里巴巴普惠体 Heavy" panose="00020600040101010101" pitchFamily="18" charset="-122"/>
              </a:rPr>
              <a:t>小结</a:t>
            </a:r>
            <a:endParaRPr lang="zh-CN" altLang="en-US" sz="4000" b="1" dirty="0">
              <a:solidFill>
                <a:schemeClr val="tx1"/>
              </a:solidFill>
              <a:latin typeface="阿里巴巴普惠体 Heavy" panose="00020600040101010101" pitchFamily="18" charset="-122"/>
              <a:ea typeface="阿里巴巴普惠体 Heavy" panose="00020600040101010101" pitchFamily="18" charset="-122"/>
              <a:cs typeface="阿里巴巴普惠体 Heavy" panose="00020600040101010101" pitchFamily="18" charset="-122"/>
            </a:endParaRPr>
          </a:p>
        </p:txBody>
      </p:sp>
      <p:sp>
        <p:nvSpPr>
          <p:cNvPr id="7" name="文本占位符 13">
            <a:extLst>
              <a:ext uri="{FF2B5EF4-FFF2-40B4-BE49-F238E27FC236}">
                <a16:creationId xmlns:a16="http://schemas.microsoft.com/office/drawing/2014/main" id="{B8ADD725-DDC3-9843-C6D4-70BC53E95D5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52236" y="1735810"/>
            <a:ext cx="6967456" cy="3378631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200000"/>
              </a:lnSpc>
              <a:buNone/>
              <a:defRPr sz="2400"/>
            </a:lvl1pPr>
          </a:lstStyle>
          <a:p>
            <a:pPr lvl="0"/>
            <a:r>
              <a:rPr lang="zh-CN" altLang="en-US"/>
              <a:t>点击输入问题标题，问题描述</a:t>
            </a:r>
          </a:p>
        </p:txBody>
      </p:sp>
    </p:spTree>
    <p:extLst>
      <p:ext uri="{BB962C8B-B14F-4D97-AF65-F5344CB8AC3E}">
        <p14:creationId xmlns:p14="http://schemas.microsoft.com/office/powerpoint/2010/main" val="2370671372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标页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CFE1FF55-183C-B00F-0654-486C51EE46F8}"/>
              </a:ext>
            </a:extLst>
          </p:cNvPr>
          <p:cNvSpPr txBox="1"/>
          <p:nvPr userDrawn="1"/>
        </p:nvSpPr>
        <p:spPr>
          <a:xfrm>
            <a:off x="788316" y="2901905"/>
            <a:ext cx="216759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800" b="1" i="0">
                <a:gradFill>
                  <a:gsLst>
                    <a:gs pos="100000">
                      <a:schemeClr val="tx1">
                        <a:lumMod val="20000"/>
                        <a:lumOff val="80000"/>
                      </a:schemeClr>
                    </a:gs>
                    <a:gs pos="0">
                      <a:schemeClr val="tx1">
                        <a:lumMod val="20000"/>
                        <a:lumOff val="80000"/>
                        <a:alpha val="0"/>
                      </a:schemeClr>
                    </a:gs>
                  </a:gsLst>
                  <a:lin ang="16200000" scaled="1"/>
                </a:gradFill>
                <a:effectLst/>
                <a:latin typeface="Calisto MT" panose="02040603050505030304" pitchFamily="18" charset="0"/>
              </a:rPr>
              <a:t>TARGET</a:t>
            </a:r>
          </a:p>
        </p:txBody>
      </p:sp>
      <p:sp>
        <p:nvSpPr>
          <p:cNvPr id="5" name="íşľíďe">
            <a:extLst>
              <a:ext uri="{FF2B5EF4-FFF2-40B4-BE49-F238E27FC236}">
                <a16:creationId xmlns:a16="http://schemas.microsoft.com/office/drawing/2014/main" id="{15262CD2-DC49-591E-1FDE-EF5326FA20FD}"/>
              </a:ext>
            </a:extLst>
          </p:cNvPr>
          <p:cNvSpPr txBox="1"/>
          <p:nvPr userDrawn="1"/>
        </p:nvSpPr>
        <p:spPr>
          <a:xfrm flipH="1">
            <a:off x="1271630" y="3071182"/>
            <a:ext cx="120097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4000" b="1">
                <a:solidFill>
                  <a:schemeClr val="tx1"/>
                </a:solidFill>
                <a:latin typeface="阿里巴巴普惠体 Heavy" panose="00020600040101010101" pitchFamily="18" charset="-122"/>
                <a:ea typeface="阿里巴巴普惠体 Heavy" panose="00020600040101010101" pitchFamily="18" charset="-122"/>
                <a:cs typeface="阿里巴巴普惠体 Heavy" panose="00020600040101010101" pitchFamily="18" charset="-122"/>
              </a:rPr>
              <a:t>目标</a:t>
            </a:r>
            <a:endParaRPr lang="zh-CN" altLang="en-US" sz="4000" b="1" dirty="0">
              <a:solidFill>
                <a:schemeClr val="tx1"/>
              </a:solidFill>
              <a:latin typeface="阿里巴巴普惠体 Heavy" panose="00020600040101010101" pitchFamily="18" charset="-122"/>
              <a:ea typeface="阿里巴巴普惠体 Heavy" panose="00020600040101010101" pitchFamily="18" charset="-122"/>
              <a:cs typeface="阿里巴巴普惠体 Heavy" panose="00020600040101010101" pitchFamily="18" charset="-122"/>
            </a:endParaRPr>
          </a:p>
        </p:txBody>
      </p:sp>
      <p:sp>
        <p:nvSpPr>
          <p:cNvPr id="7" name="文本占位符 13">
            <a:extLst>
              <a:ext uri="{FF2B5EF4-FFF2-40B4-BE49-F238E27FC236}">
                <a16:creationId xmlns:a16="http://schemas.microsoft.com/office/drawing/2014/main" id="{B8ADD725-DDC3-9843-C6D4-70BC53E95D5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52236" y="1735810"/>
            <a:ext cx="6967456" cy="3378631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200000"/>
              </a:lnSpc>
              <a:buNone/>
              <a:defRPr sz="2400"/>
            </a:lvl1pPr>
          </a:lstStyle>
          <a:p>
            <a:pPr lvl="0"/>
            <a:r>
              <a:rPr lang="zh-CN" altLang="en-US"/>
              <a:t>点击输入问题标题，问题描述</a:t>
            </a:r>
          </a:p>
        </p:txBody>
      </p:sp>
    </p:spTree>
    <p:extLst>
      <p:ext uri="{BB962C8B-B14F-4D97-AF65-F5344CB8AC3E}">
        <p14:creationId xmlns:p14="http://schemas.microsoft.com/office/powerpoint/2010/main" val="28057232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2.sv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9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3.xml"/><Relationship Id="rId7" Type="http://schemas.openxmlformats.org/officeDocument/2006/relationships/image" Target="../media/image2.svg"/><Relationship Id="rId2" Type="http://schemas.openxmlformats.org/officeDocument/2006/relationships/slideLayout" Target="../slideLayouts/slideLayout22.xml"/><Relationship Id="rId1" Type="http://schemas.openxmlformats.org/officeDocument/2006/relationships/slideLayout" Target="../slideLayouts/slideLayout21.xml"/><Relationship Id="rId6" Type="http://schemas.openxmlformats.org/officeDocument/2006/relationships/image" Target="../media/image1.png"/><Relationship Id="rId5" Type="http://schemas.openxmlformats.org/officeDocument/2006/relationships/theme" Target="../theme/theme3.xml"/><Relationship Id="rId4" Type="http://schemas.openxmlformats.org/officeDocument/2006/relationships/slideLayout" Target="../slideLayouts/slideLayout24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svg"/><Relationship Id="rId3" Type="http://schemas.openxmlformats.org/officeDocument/2006/relationships/slideLayout" Target="../slideLayouts/slideLayout27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6.xml"/><Relationship Id="rId1" Type="http://schemas.openxmlformats.org/officeDocument/2006/relationships/slideLayout" Target="../slideLayouts/slideLayout25.xml"/><Relationship Id="rId6" Type="http://schemas.openxmlformats.org/officeDocument/2006/relationships/theme" Target="../theme/theme4.xml"/><Relationship Id="rId5" Type="http://schemas.openxmlformats.org/officeDocument/2006/relationships/slideLayout" Target="../slideLayouts/slideLayout29.xml"/><Relationship Id="rId4" Type="http://schemas.openxmlformats.org/officeDocument/2006/relationships/slideLayout" Target="../slideLayouts/slideLayout28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2.xml"/><Relationship Id="rId2" Type="http://schemas.openxmlformats.org/officeDocument/2006/relationships/slideLayout" Target="../slideLayouts/slideLayout31.xml"/><Relationship Id="rId1" Type="http://schemas.openxmlformats.org/officeDocument/2006/relationships/slideLayout" Target="../slideLayouts/slideLayout30.xml"/><Relationship Id="rId4" Type="http://schemas.openxmlformats.org/officeDocument/2006/relationships/theme" Target="../theme/theme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形 1">
            <a:extLst>
              <a:ext uri="{FF2B5EF4-FFF2-40B4-BE49-F238E27FC236}">
                <a16:creationId xmlns:a16="http://schemas.microsoft.com/office/drawing/2014/main" id="{2AF40A4C-1FC6-C591-0585-7320B21E306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1"/>
              </a:ext>
            </a:extLst>
          </a:blip>
          <a:srcRect l="8081" t="21237" r="10346" b="18121"/>
          <a:stretch/>
        </p:blipFill>
        <p:spPr>
          <a:xfrm>
            <a:off x="9956716" y="152244"/>
            <a:ext cx="1848051" cy="605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79159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4" r:id="rId2"/>
    <p:sldLayoutId id="2147483659" r:id="rId3"/>
    <p:sldLayoutId id="2147483666" r:id="rId4"/>
    <p:sldLayoutId id="2147483677" r:id="rId5"/>
    <p:sldLayoutId id="2147483678" r:id="rId6"/>
    <p:sldLayoutId id="2147483686" r:id="rId7"/>
    <p:sldLayoutId id="2147483687" r:id="rId8"/>
    <p:sldLayoutId id="2147483690" r:id="rId9"/>
    <p:sldLayoutId id="2147483691" r:id="rId10"/>
    <p:sldLayoutId id="2147483692" r:id="rId11"/>
    <p:sldLayoutId id="2147483693" r:id="rId12"/>
    <p:sldLayoutId id="2147483694" r:id="rId13"/>
    <p:sldLayoutId id="2147483696" r:id="rId14"/>
    <p:sldLayoutId id="2147483699" r:id="rId15"/>
    <p:sldLayoutId id="2147483700" r:id="rId16"/>
    <p:sldLayoutId id="2147483702" r:id="rId17"/>
    <p:sldLayoutId id="2147483703" r:id="rId18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zh-CN" altLang="en-US" sz="28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416" userDrawn="1">
          <p15:clr>
            <a:srgbClr val="F26B43"/>
          </p15:clr>
        </p15:guide>
        <p15:guide id="2" pos="7256" userDrawn="1">
          <p15:clr>
            <a:srgbClr val="F26B43"/>
          </p15:clr>
        </p15:guide>
        <p15:guide id="3" orient="horz" pos="648" userDrawn="1">
          <p15:clr>
            <a:srgbClr val="F26B43"/>
          </p15:clr>
        </p15:guide>
        <p15:guide id="4" orient="horz" pos="712" userDrawn="1">
          <p15:clr>
            <a:srgbClr val="F26B43"/>
          </p15:clr>
        </p15:guide>
        <p15:guide id="5" orient="horz" pos="3928" userDrawn="1">
          <p15:clr>
            <a:srgbClr val="F26B43"/>
          </p15:clr>
        </p15:guide>
        <p15:guide id="6" orient="horz" pos="3864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479502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9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形 7">
            <a:extLst>
              <a:ext uri="{FF2B5EF4-FFF2-40B4-BE49-F238E27FC236}">
                <a16:creationId xmlns:a16="http://schemas.microsoft.com/office/drawing/2014/main" id="{D5FC8854-8C90-CD00-F013-8034EF541B8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 l="8081" t="21237" r="10346" b="18121"/>
          <a:stretch/>
        </p:blipFill>
        <p:spPr>
          <a:xfrm>
            <a:off x="9956716" y="152244"/>
            <a:ext cx="1848051" cy="605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83077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70" r:id="rId2"/>
    <p:sldLayoutId id="2147483651" r:id="rId3"/>
    <p:sldLayoutId id="2147483704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形 8">
            <a:extLst>
              <a:ext uri="{FF2B5EF4-FFF2-40B4-BE49-F238E27FC236}">
                <a16:creationId xmlns:a16="http://schemas.microsoft.com/office/drawing/2014/main" id="{BCFD639D-1352-0D42-CD8B-50233028549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rcRect l="8081" t="21237" r="10346" b="18121"/>
          <a:stretch/>
        </p:blipFill>
        <p:spPr>
          <a:xfrm>
            <a:off x="9956716" y="152244"/>
            <a:ext cx="1848051" cy="605113"/>
          </a:xfrm>
          <a:prstGeom prst="rect">
            <a:avLst/>
          </a:prstGeom>
        </p:spPr>
      </p:pic>
      <p:sp>
        <p:nvSpPr>
          <p:cNvPr id="32" name="椭圆 31">
            <a:extLst>
              <a:ext uri="{FF2B5EF4-FFF2-40B4-BE49-F238E27FC236}">
                <a16:creationId xmlns:a16="http://schemas.microsoft.com/office/drawing/2014/main" id="{3B0EC498-20A1-566B-4915-5207C059B018}"/>
              </a:ext>
            </a:extLst>
          </p:cNvPr>
          <p:cNvSpPr/>
          <p:nvPr userDrawn="1"/>
        </p:nvSpPr>
        <p:spPr>
          <a:xfrm>
            <a:off x="751355" y="2336538"/>
            <a:ext cx="2111502" cy="2111502"/>
          </a:xfrm>
          <a:prstGeom prst="ellipse">
            <a:avLst/>
          </a:prstGeom>
          <a:effectLst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椭圆 33">
            <a:extLst>
              <a:ext uri="{FF2B5EF4-FFF2-40B4-BE49-F238E27FC236}">
                <a16:creationId xmlns:a16="http://schemas.microsoft.com/office/drawing/2014/main" id="{558725F1-EF53-00F4-5D5F-187168DD6A01}"/>
              </a:ext>
            </a:extLst>
          </p:cNvPr>
          <p:cNvSpPr/>
          <p:nvPr userDrawn="1"/>
        </p:nvSpPr>
        <p:spPr>
          <a:xfrm>
            <a:off x="-625683" y="959500"/>
            <a:ext cx="4865579" cy="4865579"/>
          </a:xfrm>
          <a:prstGeom prst="ellipse">
            <a:avLst/>
          </a:prstGeom>
          <a:noFill/>
          <a:ln w="12700" cap="flat" cmpd="sng" algn="ctr">
            <a:solidFill>
              <a:schemeClr val="accent1">
                <a:alpha val="5000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椭圆 32">
            <a:extLst>
              <a:ext uri="{FF2B5EF4-FFF2-40B4-BE49-F238E27FC236}">
                <a16:creationId xmlns:a16="http://schemas.microsoft.com/office/drawing/2014/main" id="{E0CB1513-F0AF-DFD8-F01B-E3C9C30338CD}"/>
              </a:ext>
            </a:extLst>
          </p:cNvPr>
          <p:cNvSpPr/>
          <p:nvPr userDrawn="1"/>
        </p:nvSpPr>
        <p:spPr>
          <a:xfrm>
            <a:off x="255264" y="1840447"/>
            <a:ext cx="3103685" cy="3103685"/>
          </a:xfrm>
          <a:prstGeom prst="ellipse">
            <a:avLst/>
          </a:prstGeom>
          <a:noFill/>
          <a:ln>
            <a:solidFill>
              <a:schemeClr val="accent1">
                <a:alpha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椭圆 36">
            <a:extLst>
              <a:ext uri="{FF2B5EF4-FFF2-40B4-BE49-F238E27FC236}">
                <a16:creationId xmlns:a16="http://schemas.microsoft.com/office/drawing/2014/main" id="{068B7EDE-A4CF-8360-8241-A673D650AA78}"/>
              </a:ext>
            </a:extLst>
          </p:cNvPr>
          <p:cNvSpPr/>
          <p:nvPr userDrawn="1"/>
        </p:nvSpPr>
        <p:spPr>
          <a:xfrm>
            <a:off x="-1544721" y="-114518"/>
            <a:ext cx="7013615" cy="7013615"/>
          </a:xfrm>
          <a:prstGeom prst="ellipse">
            <a:avLst/>
          </a:prstGeom>
          <a:noFill/>
          <a:ln w="12700" cap="flat" cmpd="sng" algn="ctr">
            <a:solidFill>
              <a:schemeClr val="accent1">
                <a:alpha val="3000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4D51DB15-8344-2ACA-142F-30B0A0200C56}"/>
              </a:ext>
            </a:extLst>
          </p:cNvPr>
          <p:cNvSpPr/>
          <p:nvPr userDrawn="1"/>
        </p:nvSpPr>
        <p:spPr>
          <a:xfrm>
            <a:off x="3015513" y="0"/>
            <a:ext cx="6784703" cy="6858000"/>
          </a:xfrm>
          <a:prstGeom prst="rect">
            <a:avLst/>
          </a:prstGeom>
          <a:gradFill flip="none" rotWithShape="1">
            <a:gsLst>
              <a:gs pos="27000">
                <a:schemeClr val="bg1"/>
              </a:gs>
              <a:gs pos="0">
                <a:schemeClr val="bg1"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874136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88" r:id="rId4"/>
    <p:sldLayoutId id="2147483701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椭圆 10">
            <a:extLst>
              <a:ext uri="{FF2B5EF4-FFF2-40B4-BE49-F238E27FC236}">
                <a16:creationId xmlns:a16="http://schemas.microsoft.com/office/drawing/2014/main" id="{40922FA6-892F-6E62-25A7-4EFD4311B4B7}"/>
              </a:ext>
            </a:extLst>
          </p:cNvPr>
          <p:cNvSpPr/>
          <p:nvPr userDrawn="1"/>
        </p:nvSpPr>
        <p:spPr>
          <a:xfrm>
            <a:off x="573736" y="4742367"/>
            <a:ext cx="588089" cy="588089"/>
          </a:xfrm>
          <a:prstGeom prst="ellipse">
            <a:avLst/>
          </a:prstGeom>
          <a:noFill/>
          <a:ln w="12700">
            <a:solidFill>
              <a:schemeClr val="bg1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589EB921-EFFD-8A13-0578-9909E3F67A28}"/>
              </a:ext>
            </a:extLst>
          </p:cNvPr>
          <p:cNvSpPr/>
          <p:nvPr userDrawn="1"/>
        </p:nvSpPr>
        <p:spPr>
          <a:xfrm>
            <a:off x="2449602" y="4027163"/>
            <a:ext cx="926888" cy="926888"/>
          </a:xfrm>
          <a:prstGeom prst="ellipse">
            <a:avLst/>
          </a:prstGeom>
          <a:solidFill>
            <a:schemeClr val="accent1">
              <a:lumMod val="20000"/>
              <a:lumOff val="80000"/>
              <a:alpha val="6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0DBB1E70-A6B4-325D-7E84-2D8D403E507E}"/>
              </a:ext>
            </a:extLst>
          </p:cNvPr>
          <p:cNvSpPr/>
          <p:nvPr userDrawn="1"/>
        </p:nvSpPr>
        <p:spPr>
          <a:xfrm>
            <a:off x="2274547" y="2102046"/>
            <a:ext cx="1590676" cy="1590676"/>
          </a:xfrm>
          <a:prstGeom prst="ellipse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938C16E6-FCD9-2FF6-E0D9-862FBA97E38E}"/>
              </a:ext>
            </a:extLst>
          </p:cNvPr>
          <p:cNvSpPr/>
          <p:nvPr userDrawn="1"/>
        </p:nvSpPr>
        <p:spPr>
          <a:xfrm>
            <a:off x="320390" y="1512575"/>
            <a:ext cx="804338" cy="804338"/>
          </a:xfrm>
          <a:prstGeom prst="ellipse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id="{90B5C771-860C-6FE3-9141-296A747F7EC0}"/>
              </a:ext>
            </a:extLst>
          </p:cNvPr>
          <p:cNvSpPr/>
          <p:nvPr userDrawn="1"/>
        </p:nvSpPr>
        <p:spPr>
          <a:xfrm>
            <a:off x="2745115" y="1787721"/>
            <a:ext cx="314325" cy="314325"/>
          </a:xfrm>
          <a:prstGeom prst="ellipse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椭圆 15">
            <a:extLst>
              <a:ext uri="{FF2B5EF4-FFF2-40B4-BE49-F238E27FC236}">
                <a16:creationId xmlns:a16="http://schemas.microsoft.com/office/drawing/2014/main" id="{CC734A62-48DA-F6ED-AF10-0C9224E0A0EE}"/>
              </a:ext>
            </a:extLst>
          </p:cNvPr>
          <p:cNvSpPr/>
          <p:nvPr userDrawn="1"/>
        </p:nvSpPr>
        <p:spPr>
          <a:xfrm>
            <a:off x="594793" y="2155519"/>
            <a:ext cx="2544671" cy="2544671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圆: 空心 2">
            <a:extLst>
              <a:ext uri="{FF2B5EF4-FFF2-40B4-BE49-F238E27FC236}">
                <a16:creationId xmlns:a16="http://schemas.microsoft.com/office/drawing/2014/main" id="{D9836D2B-C9DD-3FC5-793A-4907096EF00C}"/>
              </a:ext>
            </a:extLst>
          </p:cNvPr>
          <p:cNvSpPr/>
          <p:nvPr userDrawn="1"/>
        </p:nvSpPr>
        <p:spPr>
          <a:xfrm>
            <a:off x="445476" y="2002997"/>
            <a:ext cx="2852005" cy="2852005"/>
          </a:xfrm>
          <a:prstGeom prst="donut">
            <a:avLst>
              <a:gd name="adj" fmla="val 6497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298271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0" r:id="rId1"/>
    <p:sldLayoutId id="2147483683" r:id="rId2"/>
    <p:sldLayoutId id="2147483684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gif"/><Relationship Id="rId2" Type="http://schemas.openxmlformats.org/officeDocument/2006/relationships/image" Target="../media/image12.gi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gif"/><Relationship Id="rId5" Type="http://schemas.openxmlformats.org/officeDocument/2006/relationships/image" Target="../media/image15.gif"/><Relationship Id="rId4" Type="http://schemas.openxmlformats.org/officeDocument/2006/relationships/image" Target="../media/image14.gif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6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image" Target="../media/image9.png"/><Relationship Id="rId7" Type="http://schemas.openxmlformats.org/officeDocument/2006/relationships/image" Target="../media/image33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.png"/><Relationship Id="rId11" Type="http://schemas.openxmlformats.org/officeDocument/2006/relationships/image" Target="../media/image37.png"/><Relationship Id="rId5" Type="http://schemas.openxmlformats.org/officeDocument/2006/relationships/image" Target="../media/image31.png"/><Relationship Id="rId10" Type="http://schemas.openxmlformats.org/officeDocument/2006/relationships/image" Target="../media/image36.png"/><Relationship Id="rId4" Type="http://schemas.openxmlformats.org/officeDocument/2006/relationships/image" Target="../media/image30.png"/><Relationship Id="rId9" Type="http://schemas.openxmlformats.org/officeDocument/2006/relationships/image" Target="../media/image35.png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CE114D5-9D49-7225-E5E2-41EB2357CF8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zh-CN" altLang="en-US" sz="4000" dirty="0"/>
              <a:t>第七章：数组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8966428-CCB2-BA20-6795-2C913DCE3AA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60400" y="3586894"/>
            <a:ext cx="5057820" cy="563562"/>
          </a:xfrm>
        </p:spPr>
        <p:txBody>
          <a:bodyPr/>
          <a:lstStyle/>
          <a:p>
            <a:pPr algn="l"/>
            <a:r>
              <a:rPr lang="zh-CN" altLang="en-US" sz="1800" dirty="0">
                <a:solidFill>
                  <a:srgbClr val="222222"/>
                </a:solidFill>
                <a:latin typeface="Inter"/>
              </a:rPr>
              <a:t>数组指一种容器，可以存储同种类型的多个值</a:t>
            </a:r>
            <a:endParaRPr lang="zh-CN" altLang="en-US" sz="1800" b="0" i="0" dirty="0">
              <a:solidFill>
                <a:srgbClr val="222222"/>
              </a:solidFill>
              <a:effectLst/>
              <a:latin typeface="Inter"/>
            </a:endParaRPr>
          </a:p>
        </p:txBody>
      </p:sp>
    </p:spTree>
    <p:extLst>
      <p:ext uri="{BB962C8B-B14F-4D97-AF65-F5344CB8AC3E}">
        <p14:creationId xmlns:p14="http://schemas.microsoft.com/office/powerpoint/2010/main" val="15355386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图片 18">
            <a:extLst>
              <a:ext uri="{FF2B5EF4-FFF2-40B4-BE49-F238E27FC236}">
                <a16:creationId xmlns:a16="http://schemas.microsoft.com/office/drawing/2014/main" id="{7497189F-F336-4716-AECF-8E62A7E60D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66487" y="2087723"/>
            <a:ext cx="1314633" cy="2019582"/>
          </a:xfrm>
          <a:prstGeom prst="rect">
            <a:avLst/>
          </a:prstGeom>
        </p:spPr>
      </p:pic>
      <p:pic>
        <p:nvPicPr>
          <p:cNvPr id="17" name="图片 16">
            <a:extLst>
              <a:ext uri="{FF2B5EF4-FFF2-40B4-BE49-F238E27FC236}">
                <a16:creationId xmlns:a16="http://schemas.microsoft.com/office/drawing/2014/main" id="{6D313055-C667-4D58-BBDD-86E1450F54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44845" y="2087723"/>
            <a:ext cx="1314633" cy="2019582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3FEB3A5F-D8BE-4161-8B06-68B1F17D50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79631" y="2088889"/>
            <a:ext cx="1314633" cy="2019582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92226219-55A9-40B4-A34E-C44B65C887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45940" y="2087723"/>
            <a:ext cx="1314633" cy="2019582"/>
          </a:xfrm>
          <a:prstGeom prst="rect">
            <a:avLst/>
          </a:prstGeom>
        </p:spPr>
      </p:pic>
      <p:sp>
        <p:nvSpPr>
          <p:cNvPr id="3" name="标题 2">
            <a:extLst>
              <a:ext uri="{FF2B5EF4-FFF2-40B4-BE49-F238E27FC236}">
                <a16:creationId xmlns:a16="http://schemas.microsoft.com/office/drawing/2014/main" id="{764C089C-0935-5E44-B9F7-7E9F84DDBA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数组介绍</a:t>
            </a:r>
            <a:endParaRPr kumimoji="1"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5869223F-E4F8-43C5-9FC1-F0E6D996DC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0880" y="1013210"/>
            <a:ext cx="5380186" cy="1074513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DC4FBCDB-F11F-423C-93F4-2F49D025E03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46835" y="2141625"/>
            <a:ext cx="2266950" cy="809625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96E4D7E3-B2E9-42CA-AE68-B475534781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80726" y="2087723"/>
            <a:ext cx="1314633" cy="2019582"/>
          </a:xfrm>
          <a:prstGeom prst="rect">
            <a:avLst/>
          </a:prstGeom>
        </p:spPr>
      </p:pic>
      <p:pic>
        <p:nvPicPr>
          <p:cNvPr id="24" name="图片 23">
            <a:extLst>
              <a:ext uri="{FF2B5EF4-FFF2-40B4-BE49-F238E27FC236}">
                <a16:creationId xmlns:a16="http://schemas.microsoft.com/office/drawing/2014/main" id="{B704835D-142B-49F1-AB82-54E002472FD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2329" y="4279236"/>
            <a:ext cx="8362950" cy="828675"/>
          </a:xfrm>
          <a:prstGeom prst="rect">
            <a:avLst/>
          </a:prstGeom>
        </p:spPr>
      </p:pic>
      <p:sp>
        <p:nvSpPr>
          <p:cNvPr id="28" name="矩形: 圆角 27">
            <a:extLst>
              <a:ext uri="{FF2B5EF4-FFF2-40B4-BE49-F238E27FC236}">
                <a16:creationId xmlns:a16="http://schemas.microsoft.com/office/drawing/2014/main" id="{722F7812-A3E5-4CD8-8E97-942043298D0F}"/>
              </a:ext>
            </a:extLst>
          </p:cNvPr>
          <p:cNvSpPr/>
          <p:nvPr/>
        </p:nvSpPr>
        <p:spPr>
          <a:xfrm>
            <a:off x="710880" y="5326602"/>
            <a:ext cx="3142029" cy="1012054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找出最大值</a:t>
            </a:r>
          </a:p>
        </p:txBody>
      </p:sp>
      <p:sp>
        <p:nvSpPr>
          <p:cNvPr id="29" name="矩形: 圆角 28">
            <a:extLst>
              <a:ext uri="{FF2B5EF4-FFF2-40B4-BE49-F238E27FC236}">
                <a16:creationId xmlns:a16="http://schemas.microsoft.com/office/drawing/2014/main" id="{82A8CF31-43E3-4EB3-97DE-934A4048B8DD}"/>
              </a:ext>
            </a:extLst>
          </p:cNvPr>
          <p:cNvSpPr/>
          <p:nvPr/>
        </p:nvSpPr>
        <p:spPr>
          <a:xfrm>
            <a:off x="4119905" y="5326602"/>
            <a:ext cx="3301827" cy="1012054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找出最小值</a:t>
            </a:r>
          </a:p>
        </p:txBody>
      </p:sp>
      <p:sp>
        <p:nvSpPr>
          <p:cNvPr id="31" name="矩形: 圆角 30">
            <a:extLst>
              <a:ext uri="{FF2B5EF4-FFF2-40B4-BE49-F238E27FC236}">
                <a16:creationId xmlns:a16="http://schemas.microsoft.com/office/drawing/2014/main" id="{C8253B82-72D4-472C-B5D6-291F59778C43}"/>
              </a:ext>
            </a:extLst>
          </p:cNvPr>
          <p:cNvSpPr/>
          <p:nvPr/>
        </p:nvSpPr>
        <p:spPr>
          <a:xfrm>
            <a:off x="7688728" y="5326602"/>
            <a:ext cx="3301827" cy="1012054"/>
          </a:xfrm>
          <a:prstGeom prst="roundRect">
            <a:avLst/>
          </a:prstGeom>
          <a:solidFill>
            <a:srgbClr val="92D050"/>
          </a:solidFill>
          <a:ln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计算销售总额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595FB49C-F5C0-4B14-8A1A-CD4D719242D1}"/>
              </a:ext>
            </a:extLst>
          </p:cNvPr>
          <p:cNvSpPr/>
          <p:nvPr/>
        </p:nvSpPr>
        <p:spPr>
          <a:xfrm>
            <a:off x="1701980" y="3063962"/>
            <a:ext cx="1277914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sz="1400" b="1" dirty="0">
                <a:solidFill>
                  <a:srgbClr val="79AFFF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int b = 20;</a:t>
            </a:r>
            <a:endParaRPr lang="zh-CN" altLang="en-US" sz="1400" b="1" dirty="0">
              <a:solidFill>
                <a:srgbClr val="79AFFF"/>
              </a:solidFill>
              <a:latin typeface="Consolas" panose="020B0609020204030204" pitchFamily="49" charset="0"/>
              <a:ea typeface="微软雅黑" panose="020B0503020204020204" pitchFamily="34" charset="-122"/>
            </a:endParaRP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EA595B93-C3EC-424E-AA94-7CF082F39E42}"/>
              </a:ext>
            </a:extLst>
          </p:cNvPr>
          <p:cNvSpPr/>
          <p:nvPr/>
        </p:nvSpPr>
        <p:spPr>
          <a:xfrm>
            <a:off x="2899737" y="3217949"/>
            <a:ext cx="1277914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sz="1400" b="1" dirty="0">
                <a:solidFill>
                  <a:srgbClr val="7030A0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int c = 30;</a:t>
            </a:r>
            <a:endParaRPr lang="zh-CN" altLang="en-US" sz="1400" b="1" dirty="0">
              <a:solidFill>
                <a:srgbClr val="7030A0"/>
              </a:solidFill>
              <a:latin typeface="Consolas" panose="020B0609020204030204" pitchFamily="49" charset="0"/>
              <a:ea typeface="微软雅黑" panose="020B0503020204020204" pitchFamily="34" charset="-122"/>
            </a:endParaRP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A22E8818-3882-4245-88EB-B5AE55FDCB04}"/>
              </a:ext>
            </a:extLst>
          </p:cNvPr>
          <p:cNvSpPr/>
          <p:nvPr/>
        </p:nvSpPr>
        <p:spPr>
          <a:xfrm>
            <a:off x="2027418" y="3538624"/>
            <a:ext cx="1277914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sz="1400" b="1" dirty="0">
                <a:solidFill>
                  <a:srgbClr val="FFC000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int e = 50;</a:t>
            </a:r>
            <a:endParaRPr lang="zh-CN" altLang="en-US" sz="1400" b="1" dirty="0">
              <a:solidFill>
                <a:srgbClr val="FFC000"/>
              </a:solidFill>
              <a:latin typeface="Consolas" panose="020B0609020204030204" pitchFamily="49" charset="0"/>
              <a:ea typeface="微软雅黑" panose="020B0503020204020204" pitchFamily="34" charset="-122"/>
            </a:endParaRP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3FFB5298-938E-4347-9BCE-199200BE155E}"/>
              </a:ext>
            </a:extLst>
          </p:cNvPr>
          <p:cNvSpPr/>
          <p:nvPr/>
        </p:nvSpPr>
        <p:spPr>
          <a:xfrm>
            <a:off x="895530" y="3373524"/>
            <a:ext cx="117852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sz="1400" b="1" dirty="0">
                <a:solidFill>
                  <a:srgbClr val="92D050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int f =60;</a:t>
            </a:r>
            <a:endParaRPr lang="zh-CN" altLang="en-US" sz="1400" b="1" dirty="0">
              <a:solidFill>
                <a:srgbClr val="92D050"/>
              </a:solidFill>
              <a:latin typeface="Consolas" panose="020B0609020204030204" pitchFamily="49" charset="0"/>
              <a:ea typeface="微软雅黑" panose="020B0503020204020204" pitchFamily="34" charset="-122"/>
            </a:endParaRP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78AC65CF-83AE-4654-97CF-0C0D113BC415}"/>
              </a:ext>
            </a:extLst>
          </p:cNvPr>
          <p:cNvSpPr/>
          <p:nvPr/>
        </p:nvSpPr>
        <p:spPr>
          <a:xfrm>
            <a:off x="2260780" y="4045037"/>
            <a:ext cx="1277914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sz="1400" b="1" dirty="0">
                <a:latin typeface="Consolas" panose="020B0609020204030204" pitchFamily="49" charset="0"/>
                <a:ea typeface="微软雅黑" panose="020B0503020204020204" pitchFamily="34" charset="-122"/>
              </a:rPr>
              <a:t>int h = 80;</a:t>
            </a:r>
            <a:endParaRPr lang="zh-CN" altLang="en-US" sz="1400" b="1" dirty="0">
              <a:latin typeface="Consolas" panose="020B0609020204030204" pitchFamily="49" charset="0"/>
              <a:ea typeface="微软雅黑" panose="020B0503020204020204" pitchFamily="34" charset="-122"/>
            </a:endParaRP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E525A0BF-A1AD-467C-ACE3-8925E9D366C1}"/>
              </a:ext>
            </a:extLst>
          </p:cNvPr>
          <p:cNvSpPr/>
          <p:nvPr/>
        </p:nvSpPr>
        <p:spPr>
          <a:xfrm>
            <a:off x="3235505" y="3659274"/>
            <a:ext cx="1277914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sz="1400" b="1" dirty="0">
                <a:solidFill>
                  <a:srgbClr val="00B050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int </a:t>
            </a:r>
            <a:r>
              <a:rPr lang="en-US" altLang="zh-CN" sz="1400" b="1" dirty="0" err="1">
                <a:solidFill>
                  <a:srgbClr val="00B050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i</a:t>
            </a:r>
            <a:r>
              <a:rPr lang="en-US" altLang="zh-CN" sz="1400" b="1" dirty="0">
                <a:solidFill>
                  <a:srgbClr val="00B050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 = 90;</a:t>
            </a:r>
            <a:endParaRPr lang="zh-CN" altLang="en-US" sz="1400" b="1" dirty="0">
              <a:solidFill>
                <a:srgbClr val="00B050"/>
              </a:solidFill>
              <a:latin typeface="Consolas" panose="020B0609020204030204" pitchFamily="49" charset="0"/>
              <a:ea typeface="微软雅黑" panose="020B0503020204020204" pitchFamily="34" charset="-122"/>
            </a:endParaRP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87C17A94-C24E-4813-AC06-7BE06991F3DD}"/>
              </a:ext>
            </a:extLst>
          </p:cNvPr>
          <p:cNvSpPr/>
          <p:nvPr/>
        </p:nvSpPr>
        <p:spPr>
          <a:xfrm>
            <a:off x="1060630" y="3859299"/>
            <a:ext cx="1277914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sz="1400" b="1" dirty="0">
                <a:solidFill>
                  <a:srgbClr val="FF00FF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int g = 70;</a:t>
            </a:r>
            <a:endParaRPr lang="zh-CN" altLang="en-US" sz="1400" b="1" dirty="0">
              <a:solidFill>
                <a:srgbClr val="FF00FF"/>
              </a:solidFill>
              <a:latin typeface="Consolas" panose="020B0609020204030204" pitchFamily="49" charset="0"/>
              <a:ea typeface="微软雅黑" panose="020B0503020204020204" pitchFamily="34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3861C41A-3107-4930-832E-41D8145355A0}"/>
              </a:ext>
            </a:extLst>
          </p:cNvPr>
          <p:cNvSpPr/>
          <p:nvPr/>
        </p:nvSpPr>
        <p:spPr>
          <a:xfrm>
            <a:off x="313681" y="3097995"/>
            <a:ext cx="1277914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sz="1400" b="1" dirty="0">
                <a:solidFill>
                  <a:srgbClr val="00B0F0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int d = 40;</a:t>
            </a:r>
            <a:endParaRPr lang="zh-CN" altLang="en-US" sz="1400" b="1" dirty="0">
              <a:solidFill>
                <a:srgbClr val="00B0F0"/>
              </a:solidFill>
              <a:latin typeface="Consolas" panose="020B0609020204030204" pitchFamily="49" charset="0"/>
              <a:ea typeface="微软雅黑" panose="020B0503020204020204" pitchFamily="34" charset="-122"/>
            </a:endParaRP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0EE52F07-C9B3-48AA-817A-7B6B36FAFBDD}"/>
              </a:ext>
            </a:extLst>
          </p:cNvPr>
          <p:cNvSpPr/>
          <p:nvPr/>
        </p:nvSpPr>
        <p:spPr>
          <a:xfrm>
            <a:off x="968555" y="2613112"/>
            <a:ext cx="1277914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sz="1400" b="1" dirty="0">
                <a:solidFill>
                  <a:srgbClr val="C00000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int a = 10;</a:t>
            </a:r>
            <a:endParaRPr lang="zh-CN" altLang="en-US" sz="1400" b="1" dirty="0">
              <a:solidFill>
                <a:srgbClr val="C00000"/>
              </a:solidFill>
              <a:latin typeface="Consolas" panose="020B0609020204030204" pitchFamily="49" charset="0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873753899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ntr" presetSubtype="0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100"/>
                            </p:stCondLst>
                            <p:childTnLst>
                              <p:par>
                                <p:cTn id="57" presetID="1" presetClass="entr" presetSubtype="0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200"/>
                            </p:stCondLst>
                            <p:childTnLst>
                              <p:par>
                                <p:cTn id="60" presetID="1" presetClass="entr" presetSubtype="0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300"/>
                            </p:stCondLst>
                            <p:childTnLst>
                              <p:par>
                                <p:cTn id="63" presetID="1" presetClass="entr" presetSubtype="0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400"/>
                            </p:stCondLst>
                            <p:childTnLst>
                              <p:par>
                                <p:cTn id="66" presetID="1" presetClass="entr" presetSubtype="0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500"/>
                            </p:stCondLst>
                            <p:childTnLst>
                              <p:par>
                                <p:cTn id="69" presetID="1" presetClass="entr" presetSubtype="0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600"/>
                            </p:stCondLst>
                            <p:childTnLst>
                              <p:par>
                                <p:cTn id="72" presetID="1" presetClass="entr" presetSubtype="0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700"/>
                            </p:stCondLst>
                            <p:childTnLst>
                              <p:par>
                                <p:cTn id="75" presetID="1" presetClass="entr" presetSubtype="0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 animBg="1"/>
      <p:bldP spid="29" grpId="0" animBg="1"/>
      <p:bldP spid="31" grpId="0" animBg="1"/>
      <p:bldP spid="32" grpId="0"/>
      <p:bldP spid="33" grpId="0"/>
      <p:bldP spid="34" grpId="0"/>
      <p:bldP spid="35" grpId="0"/>
      <p:bldP spid="36" grpId="0"/>
      <p:bldP spid="37" grpId="0"/>
      <p:bldP spid="38" grpId="0"/>
      <p:bldP spid="39" grpId="0"/>
      <p:bldP spid="40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图片 18">
            <a:extLst>
              <a:ext uri="{FF2B5EF4-FFF2-40B4-BE49-F238E27FC236}">
                <a16:creationId xmlns:a16="http://schemas.microsoft.com/office/drawing/2014/main" id="{7497189F-F336-4716-AECF-8E62A7E60D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66487" y="2087723"/>
            <a:ext cx="1314633" cy="2019582"/>
          </a:xfrm>
          <a:prstGeom prst="rect">
            <a:avLst/>
          </a:prstGeom>
        </p:spPr>
      </p:pic>
      <p:pic>
        <p:nvPicPr>
          <p:cNvPr id="17" name="图片 16">
            <a:extLst>
              <a:ext uri="{FF2B5EF4-FFF2-40B4-BE49-F238E27FC236}">
                <a16:creationId xmlns:a16="http://schemas.microsoft.com/office/drawing/2014/main" id="{6D313055-C667-4D58-BBDD-86E1450F54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44845" y="2087723"/>
            <a:ext cx="1314633" cy="2019582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3FEB3A5F-D8BE-4161-8B06-68B1F17D50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79631" y="2088889"/>
            <a:ext cx="1314633" cy="2019582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92226219-55A9-40B4-A34E-C44B65C887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45940" y="2087723"/>
            <a:ext cx="1314633" cy="2019582"/>
          </a:xfrm>
          <a:prstGeom prst="rect">
            <a:avLst/>
          </a:prstGeom>
        </p:spPr>
      </p:pic>
      <p:sp>
        <p:nvSpPr>
          <p:cNvPr id="3" name="标题 2">
            <a:extLst>
              <a:ext uri="{FF2B5EF4-FFF2-40B4-BE49-F238E27FC236}">
                <a16:creationId xmlns:a16="http://schemas.microsoft.com/office/drawing/2014/main" id="{764C089C-0935-5E44-B9F7-7E9F84DDBA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数组介绍</a:t>
            </a:r>
            <a:endParaRPr kumimoji="1"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5869223F-E4F8-43C5-9FC1-F0E6D996DC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0880" y="1013210"/>
            <a:ext cx="5380186" cy="1074513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DC4FBCDB-F11F-423C-93F4-2F49D025E03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46835" y="2141625"/>
            <a:ext cx="2266950" cy="809625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96E4D7E3-B2E9-42CA-AE68-B475534781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80726" y="2087723"/>
            <a:ext cx="1314633" cy="2019582"/>
          </a:xfrm>
          <a:prstGeom prst="rect">
            <a:avLst/>
          </a:prstGeom>
        </p:spPr>
      </p:pic>
      <p:pic>
        <p:nvPicPr>
          <p:cNvPr id="24" name="图片 23">
            <a:extLst>
              <a:ext uri="{FF2B5EF4-FFF2-40B4-BE49-F238E27FC236}">
                <a16:creationId xmlns:a16="http://schemas.microsoft.com/office/drawing/2014/main" id="{B704835D-142B-49F1-AB82-54E002472FD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2329" y="4279236"/>
            <a:ext cx="8362950" cy="828675"/>
          </a:xfrm>
          <a:prstGeom prst="rect">
            <a:avLst/>
          </a:prstGeom>
        </p:spPr>
      </p:pic>
      <p:sp>
        <p:nvSpPr>
          <p:cNvPr id="28" name="矩形: 圆角 27">
            <a:extLst>
              <a:ext uri="{FF2B5EF4-FFF2-40B4-BE49-F238E27FC236}">
                <a16:creationId xmlns:a16="http://schemas.microsoft.com/office/drawing/2014/main" id="{722F7812-A3E5-4CD8-8E97-942043298D0F}"/>
              </a:ext>
            </a:extLst>
          </p:cNvPr>
          <p:cNvSpPr/>
          <p:nvPr/>
        </p:nvSpPr>
        <p:spPr>
          <a:xfrm>
            <a:off x="710880" y="5326602"/>
            <a:ext cx="3142029" cy="1012054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找出最大值</a:t>
            </a:r>
          </a:p>
        </p:txBody>
      </p:sp>
      <p:sp>
        <p:nvSpPr>
          <p:cNvPr id="29" name="矩形: 圆角 28">
            <a:extLst>
              <a:ext uri="{FF2B5EF4-FFF2-40B4-BE49-F238E27FC236}">
                <a16:creationId xmlns:a16="http://schemas.microsoft.com/office/drawing/2014/main" id="{82A8CF31-43E3-4EB3-97DE-934A4048B8DD}"/>
              </a:ext>
            </a:extLst>
          </p:cNvPr>
          <p:cNvSpPr/>
          <p:nvPr/>
        </p:nvSpPr>
        <p:spPr>
          <a:xfrm>
            <a:off x="4119905" y="5326602"/>
            <a:ext cx="3301827" cy="1012054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找出最小值</a:t>
            </a:r>
          </a:p>
        </p:txBody>
      </p:sp>
      <p:sp>
        <p:nvSpPr>
          <p:cNvPr id="31" name="矩形: 圆角 30">
            <a:extLst>
              <a:ext uri="{FF2B5EF4-FFF2-40B4-BE49-F238E27FC236}">
                <a16:creationId xmlns:a16="http://schemas.microsoft.com/office/drawing/2014/main" id="{C8253B82-72D4-472C-B5D6-291F59778C43}"/>
              </a:ext>
            </a:extLst>
          </p:cNvPr>
          <p:cNvSpPr/>
          <p:nvPr/>
        </p:nvSpPr>
        <p:spPr>
          <a:xfrm>
            <a:off x="7688728" y="5326602"/>
            <a:ext cx="3301827" cy="1012054"/>
          </a:xfrm>
          <a:prstGeom prst="roundRect">
            <a:avLst/>
          </a:prstGeom>
          <a:solidFill>
            <a:srgbClr val="92D050"/>
          </a:solidFill>
          <a:ln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计算销售总额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595FB49C-F5C0-4B14-8A1A-CD4D719242D1}"/>
              </a:ext>
            </a:extLst>
          </p:cNvPr>
          <p:cNvSpPr/>
          <p:nvPr/>
        </p:nvSpPr>
        <p:spPr>
          <a:xfrm>
            <a:off x="1701980" y="3063962"/>
            <a:ext cx="1277914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sz="1400" b="1" dirty="0">
                <a:solidFill>
                  <a:srgbClr val="79AFFF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int b = 20;</a:t>
            </a:r>
            <a:endParaRPr lang="zh-CN" altLang="en-US" sz="1400" b="1" dirty="0">
              <a:solidFill>
                <a:srgbClr val="79AFFF"/>
              </a:solidFill>
              <a:latin typeface="Consolas" panose="020B0609020204030204" pitchFamily="49" charset="0"/>
              <a:ea typeface="微软雅黑" panose="020B0503020204020204" pitchFamily="34" charset="-122"/>
            </a:endParaRP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EA595B93-C3EC-424E-AA94-7CF082F39E42}"/>
              </a:ext>
            </a:extLst>
          </p:cNvPr>
          <p:cNvSpPr/>
          <p:nvPr/>
        </p:nvSpPr>
        <p:spPr>
          <a:xfrm>
            <a:off x="2899737" y="3217949"/>
            <a:ext cx="1277914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sz="1400" b="1" dirty="0">
                <a:solidFill>
                  <a:srgbClr val="7030A0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int c = 30;</a:t>
            </a:r>
            <a:endParaRPr lang="zh-CN" altLang="en-US" sz="1400" b="1" dirty="0">
              <a:solidFill>
                <a:srgbClr val="7030A0"/>
              </a:solidFill>
              <a:latin typeface="Consolas" panose="020B0609020204030204" pitchFamily="49" charset="0"/>
              <a:ea typeface="微软雅黑" panose="020B0503020204020204" pitchFamily="34" charset="-122"/>
            </a:endParaRP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A22E8818-3882-4245-88EB-B5AE55FDCB04}"/>
              </a:ext>
            </a:extLst>
          </p:cNvPr>
          <p:cNvSpPr/>
          <p:nvPr/>
        </p:nvSpPr>
        <p:spPr>
          <a:xfrm>
            <a:off x="2027418" y="3538624"/>
            <a:ext cx="1277914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sz="1400" b="1" dirty="0">
                <a:solidFill>
                  <a:srgbClr val="FFC000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int e = 50;</a:t>
            </a:r>
            <a:endParaRPr lang="zh-CN" altLang="en-US" sz="1400" b="1" dirty="0">
              <a:solidFill>
                <a:srgbClr val="FFC000"/>
              </a:solidFill>
              <a:latin typeface="Consolas" panose="020B0609020204030204" pitchFamily="49" charset="0"/>
              <a:ea typeface="微软雅黑" panose="020B0503020204020204" pitchFamily="34" charset="-122"/>
            </a:endParaRP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3FFB5298-938E-4347-9BCE-199200BE155E}"/>
              </a:ext>
            </a:extLst>
          </p:cNvPr>
          <p:cNvSpPr/>
          <p:nvPr/>
        </p:nvSpPr>
        <p:spPr>
          <a:xfrm>
            <a:off x="895530" y="3373524"/>
            <a:ext cx="117852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sz="1400" b="1" dirty="0">
                <a:solidFill>
                  <a:srgbClr val="92D050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int f =60;</a:t>
            </a:r>
            <a:endParaRPr lang="zh-CN" altLang="en-US" sz="1400" b="1" dirty="0">
              <a:solidFill>
                <a:srgbClr val="92D050"/>
              </a:solidFill>
              <a:latin typeface="Consolas" panose="020B0609020204030204" pitchFamily="49" charset="0"/>
              <a:ea typeface="微软雅黑" panose="020B0503020204020204" pitchFamily="34" charset="-122"/>
            </a:endParaRP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78AC65CF-83AE-4654-97CF-0C0D113BC415}"/>
              </a:ext>
            </a:extLst>
          </p:cNvPr>
          <p:cNvSpPr/>
          <p:nvPr/>
        </p:nvSpPr>
        <p:spPr>
          <a:xfrm>
            <a:off x="2260780" y="4045037"/>
            <a:ext cx="1277914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sz="1400" b="1" dirty="0">
                <a:latin typeface="Consolas" panose="020B0609020204030204" pitchFamily="49" charset="0"/>
                <a:ea typeface="微软雅黑" panose="020B0503020204020204" pitchFamily="34" charset="-122"/>
              </a:rPr>
              <a:t>int h = 80;</a:t>
            </a:r>
            <a:endParaRPr lang="zh-CN" altLang="en-US" sz="1400" b="1" dirty="0">
              <a:latin typeface="Consolas" panose="020B0609020204030204" pitchFamily="49" charset="0"/>
              <a:ea typeface="微软雅黑" panose="020B0503020204020204" pitchFamily="34" charset="-122"/>
            </a:endParaRP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E525A0BF-A1AD-467C-ACE3-8925E9D366C1}"/>
              </a:ext>
            </a:extLst>
          </p:cNvPr>
          <p:cNvSpPr/>
          <p:nvPr/>
        </p:nvSpPr>
        <p:spPr>
          <a:xfrm>
            <a:off x="3235505" y="3659274"/>
            <a:ext cx="1277914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sz="1400" b="1" dirty="0">
                <a:solidFill>
                  <a:srgbClr val="00B050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int </a:t>
            </a:r>
            <a:r>
              <a:rPr lang="en-US" altLang="zh-CN" sz="1400" b="1" dirty="0" err="1">
                <a:solidFill>
                  <a:srgbClr val="00B050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i</a:t>
            </a:r>
            <a:r>
              <a:rPr lang="en-US" altLang="zh-CN" sz="1400" b="1" dirty="0">
                <a:solidFill>
                  <a:srgbClr val="00B050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 = 90;</a:t>
            </a:r>
            <a:endParaRPr lang="zh-CN" altLang="en-US" sz="1400" b="1" dirty="0">
              <a:solidFill>
                <a:srgbClr val="00B050"/>
              </a:solidFill>
              <a:latin typeface="Consolas" panose="020B0609020204030204" pitchFamily="49" charset="0"/>
              <a:ea typeface="微软雅黑" panose="020B0503020204020204" pitchFamily="34" charset="-122"/>
            </a:endParaRP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87C17A94-C24E-4813-AC06-7BE06991F3DD}"/>
              </a:ext>
            </a:extLst>
          </p:cNvPr>
          <p:cNvSpPr/>
          <p:nvPr/>
        </p:nvSpPr>
        <p:spPr>
          <a:xfrm>
            <a:off x="1060630" y="3859299"/>
            <a:ext cx="1277914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sz="1400" b="1" dirty="0">
                <a:solidFill>
                  <a:srgbClr val="FF00FF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int g = 70;</a:t>
            </a:r>
            <a:endParaRPr lang="zh-CN" altLang="en-US" sz="1400" b="1" dirty="0">
              <a:solidFill>
                <a:srgbClr val="FF00FF"/>
              </a:solidFill>
              <a:latin typeface="Consolas" panose="020B0609020204030204" pitchFamily="49" charset="0"/>
              <a:ea typeface="微软雅黑" panose="020B0503020204020204" pitchFamily="34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3861C41A-3107-4930-832E-41D8145355A0}"/>
              </a:ext>
            </a:extLst>
          </p:cNvPr>
          <p:cNvSpPr/>
          <p:nvPr/>
        </p:nvSpPr>
        <p:spPr>
          <a:xfrm>
            <a:off x="313681" y="3097995"/>
            <a:ext cx="1277914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sz="1400" b="1" dirty="0">
                <a:solidFill>
                  <a:srgbClr val="00B0F0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int d = 40;</a:t>
            </a:r>
            <a:endParaRPr lang="zh-CN" altLang="en-US" sz="1400" b="1" dirty="0">
              <a:solidFill>
                <a:srgbClr val="00B0F0"/>
              </a:solidFill>
              <a:latin typeface="Consolas" panose="020B0609020204030204" pitchFamily="49" charset="0"/>
              <a:ea typeface="微软雅黑" panose="020B0503020204020204" pitchFamily="34" charset="-122"/>
            </a:endParaRP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0EE52F07-C9B3-48AA-817A-7B6B36FAFBDD}"/>
              </a:ext>
            </a:extLst>
          </p:cNvPr>
          <p:cNvSpPr/>
          <p:nvPr/>
        </p:nvSpPr>
        <p:spPr>
          <a:xfrm>
            <a:off x="968555" y="2613112"/>
            <a:ext cx="1277914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sz="1400" b="1" dirty="0">
                <a:solidFill>
                  <a:srgbClr val="C00000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int a = 10;</a:t>
            </a:r>
            <a:endParaRPr lang="zh-CN" altLang="en-US" sz="1400" b="1" dirty="0">
              <a:solidFill>
                <a:srgbClr val="C00000"/>
              </a:solidFill>
              <a:latin typeface="Consolas" panose="020B0609020204030204" pitchFamily="49" charset="0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7333003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xit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" dur="5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2" presetClass="exit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0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2" presetClass="exit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4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2" presetClass="exit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8" dur="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2" presetClass="exit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2" dur="5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6" dur="5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2" presetClass="exit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0" dur="500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2" presetClass="exit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4" dur="5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2" presetClass="exit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8" dur="500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 animBg="1"/>
      <p:bldP spid="29" grpId="0" animBg="1"/>
      <p:bldP spid="3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764C089C-0935-5E44-B9F7-7E9F84DDBA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数组介绍</a:t>
            </a:r>
            <a:endParaRPr kumimoji="1"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5869223F-E4F8-43C5-9FC1-F0E6D996DC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0880" y="1013210"/>
            <a:ext cx="5380186" cy="1074513"/>
          </a:xfrm>
          <a:prstGeom prst="rect">
            <a:avLst/>
          </a:prstGeom>
        </p:spPr>
      </p:pic>
      <p:sp>
        <p:nvSpPr>
          <p:cNvPr id="32" name="矩形 31">
            <a:extLst>
              <a:ext uri="{FF2B5EF4-FFF2-40B4-BE49-F238E27FC236}">
                <a16:creationId xmlns:a16="http://schemas.microsoft.com/office/drawing/2014/main" id="{595FB49C-F5C0-4B14-8A1A-CD4D719242D1}"/>
              </a:ext>
            </a:extLst>
          </p:cNvPr>
          <p:cNvSpPr/>
          <p:nvPr/>
        </p:nvSpPr>
        <p:spPr>
          <a:xfrm>
            <a:off x="1701980" y="3063962"/>
            <a:ext cx="1277914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sz="1400" b="1" dirty="0">
                <a:solidFill>
                  <a:srgbClr val="79AFFF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int b = 20;</a:t>
            </a:r>
            <a:endParaRPr lang="zh-CN" altLang="en-US" sz="1400" b="1" dirty="0">
              <a:solidFill>
                <a:srgbClr val="79AFFF"/>
              </a:solidFill>
              <a:latin typeface="Consolas" panose="020B0609020204030204" pitchFamily="49" charset="0"/>
              <a:ea typeface="微软雅黑" panose="020B0503020204020204" pitchFamily="34" charset="-122"/>
            </a:endParaRP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EA595B93-C3EC-424E-AA94-7CF082F39E42}"/>
              </a:ext>
            </a:extLst>
          </p:cNvPr>
          <p:cNvSpPr/>
          <p:nvPr/>
        </p:nvSpPr>
        <p:spPr>
          <a:xfrm>
            <a:off x="2899737" y="3217949"/>
            <a:ext cx="1277914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sz="1400" b="1" dirty="0">
                <a:solidFill>
                  <a:srgbClr val="7030A0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int c = 30;</a:t>
            </a:r>
            <a:endParaRPr lang="zh-CN" altLang="en-US" sz="1400" b="1" dirty="0">
              <a:solidFill>
                <a:srgbClr val="7030A0"/>
              </a:solidFill>
              <a:latin typeface="Consolas" panose="020B0609020204030204" pitchFamily="49" charset="0"/>
              <a:ea typeface="微软雅黑" panose="020B0503020204020204" pitchFamily="34" charset="-122"/>
            </a:endParaRP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A22E8818-3882-4245-88EB-B5AE55FDCB04}"/>
              </a:ext>
            </a:extLst>
          </p:cNvPr>
          <p:cNvSpPr/>
          <p:nvPr/>
        </p:nvSpPr>
        <p:spPr>
          <a:xfrm>
            <a:off x="2027418" y="3538624"/>
            <a:ext cx="1277914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sz="1400" b="1" dirty="0">
                <a:solidFill>
                  <a:srgbClr val="FFC000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int e = 50;</a:t>
            </a:r>
            <a:endParaRPr lang="zh-CN" altLang="en-US" sz="1400" b="1" dirty="0">
              <a:solidFill>
                <a:srgbClr val="FFC000"/>
              </a:solidFill>
              <a:latin typeface="Consolas" panose="020B0609020204030204" pitchFamily="49" charset="0"/>
              <a:ea typeface="微软雅黑" panose="020B0503020204020204" pitchFamily="34" charset="-122"/>
            </a:endParaRP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3FFB5298-938E-4347-9BCE-199200BE155E}"/>
              </a:ext>
            </a:extLst>
          </p:cNvPr>
          <p:cNvSpPr/>
          <p:nvPr/>
        </p:nvSpPr>
        <p:spPr>
          <a:xfrm>
            <a:off x="895530" y="3373524"/>
            <a:ext cx="117852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sz="1400" b="1" dirty="0">
                <a:solidFill>
                  <a:srgbClr val="92D050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int f =60;</a:t>
            </a:r>
            <a:endParaRPr lang="zh-CN" altLang="en-US" sz="1400" b="1" dirty="0">
              <a:solidFill>
                <a:srgbClr val="92D050"/>
              </a:solidFill>
              <a:latin typeface="Consolas" panose="020B0609020204030204" pitchFamily="49" charset="0"/>
              <a:ea typeface="微软雅黑" panose="020B0503020204020204" pitchFamily="34" charset="-122"/>
            </a:endParaRP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78AC65CF-83AE-4654-97CF-0C0D113BC415}"/>
              </a:ext>
            </a:extLst>
          </p:cNvPr>
          <p:cNvSpPr/>
          <p:nvPr/>
        </p:nvSpPr>
        <p:spPr>
          <a:xfrm>
            <a:off x="2260780" y="4045037"/>
            <a:ext cx="1277914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sz="1400" b="1" dirty="0">
                <a:latin typeface="Consolas" panose="020B0609020204030204" pitchFamily="49" charset="0"/>
                <a:ea typeface="微软雅黑" panose="020B0503020204020204" pitchFamily="34" charset="-122"/>
              </a:rPr>
              <a:t>int h = 80;</a:t>
            </a:r>
            <a:endParaRPr lang="zh-CN" altLang="en-US" sz="1400" b="1" dirty="0">
              <a:latin typeface="Consolas" panose="020B0609020204030204" pitchFamily="49" charset="0"/>
              <a:ea typeface="微软雅黑" panose="020B0503020204020204" pitchFamily="34" charset="-122"/>
            </a:endParaRP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E525A0BF-A1AD-467C-ACE3-8925E9D366C1}"/>
              </a:ext>
            </a:extLst>
          </p:cNvPr>
          <p:cNvSpPr/>
          <p:nvPr/>
        </p:nvSpPr>
        <p:spPr>
          <a:xfrm>
            <a:off x="3235505" y="3659274"/>
            <a:ext cx="1277914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sz="1400" b="1" dirty="0">
                <a:solidFill>
                  <a:srgbClr val="00B050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int </a:t>
            </a:r>
            <a:r>
              <a:rPr lang="en-US" altLang="zh-CN" sz="1400" b="1" dirty="0" err="1">
                <a:solidFill>
                  <a:srgbClr val="00B050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i</a:t>
            </a:r>
            <a:r>
              <a:rPr lang="en-US" altLang="zh-CN" sz="1400" b="1" dirty="0">
                <a:solidFill>
                  <a:srgbClr val="00B050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 = 90;</a:t>
            </a:r>
            <a:endParaRPr lang="zh-CN" altLang="en-US" sz="1400" b="1" dirty="0">
              <a:solidFill>
                <a:srgbClr val="00B050"/>
              </a:solidFill>
              <a:latin typeface="Consolas" panose="020B0609020204030204" pitchFamily="49" charset="0"/>
              <a:ea typeface="微软雅黑" panose="020B0503020204020204" pitchFamily="34" charset="-122"/>
            </a:endParaRP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87C17A94-C24E-4813-AC06-7BE06991F3DD}"/>
              </a:ext>
            </a:extLst>
          </p:cNvPr>
          <p:cNvSpPr/>
          <p:nvPr/>
        </p:nvSpPr>
        <p:spPr>
          <a:xfrm>
            <a:off x="1060630" y="3859299"/>
            <a:ext cx="1277914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sz="1400" b="1" dirty="0">
                <a:solidFill>
                  <a:srgbClr val="FF00FF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int g = 70;</a:t>
            </a:r>
            <a:endParaRPr lang="zh-CN" altLang="en-US" sz="1400" b="1" dirty="0">
              <a:solidFill>
                <a:srgbClr val="FF00FF"/>
              </a:solidFill>
              <a:latin typeface="Consolas" panose="020B0609020204030204" pitchFamily="49" charset="0"/>
              <a:ea typeface="微软雅黑" panose="020B0503020204020204" pitchFamily="34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3861C41A-3107-4930-832E-41D8145355A0}"/>
              </a:ext>
            </a:extLst>
          </p:cNvPr>
          <p:cNvSpPr/>
          <p:nvPr/>
        </p:nvSpPr>
        <p:spPr>
          <a:xfrm>
            <a:off x="313681" y="3097995"/>
            <a:ext cx="1277914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sz="1400" b="1" dirty="0">
                <a:solidFill>
                  <a:srgbClr val="00B0F0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int d = 40;</a:t>
            </a:r>
            <a:endParaRPr lang="zh-CN" altLang="en-US" sz="1400" b="1" dirty="0">
              <a:solidFill>
                <a:srgbClr val="00B0F0"/>
              </a:solidFill>
              <a:latin typeface="Consolas" panose="020B0609020204030204" pitchFamily="49" charset="0"/>
              <a:ea typeface="微软雅黑" panose="020B0503020204020204" pitchFamily="34" charset="-122"/>
            </a:endParaRP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0EE52F07-C9B3-48AA-817A-7B6B36FAFBDD}"/>
              </a:ext>
            </a:extLst>
          </p:cNvPr>
          <p:cNvSpPr/>
          <p:nvPr/>
        </p:nvSpPr>
        <p:spPr>
          <a:xfrm>
            <a:off x="968555" y="2613112"/>
            <a:ext cx="1277914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sz="1400" b="1" dirty="0">
                <a:solidFill>
                  <a:srgbClr val="C00000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int a = 10;</a:t>
            </a:r>
            <a:endParaRPr lang="zh-CN" altLang="en-US" sz="1400" b="1" dirty="0">
              <a:solidFill>
                <a:srgbClr val="C00000"/>
              </a:solidFill>
              <a:latin typeface="Consolas" panose="020B0609020204030204" pitchFamily="49" charset="0"/>
              <a:ea typeface="微软雅黑" panose="020B0503020204020204" pitchFamily="34" charset="-122"/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81778671-EB0D-41E7-A105-2CD3206D804E}"/>
              </a:ext>
            </a:extLst>
          </p:cNvPr>
          <p:cNvSpPr txBox="1"/>
          <p:nvPr/>
        </p:nvSpPr>
        <p:spPr>
          <a:xfrm>
            <a:off x="576626" y="1155482"/>
            <a:ext cx="6192837" cy="42710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285750" indent="-28575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l"/>
              <a:defRPr/>
            </a:pPr>
            <a:r>
              <a:rPr lang="zh-CN" altLang="en-US" sz="1600" dirty="0">
                <a:solidFill>
                  <a:schemeClr val="tx1">
                    <a:lumMod val="50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数组指的是一种</a:t>
            </a:r>
            <a:r>
              <a:rPr lang="zh-CN" altLang="en-US" sz="1600" b="1" dirty="0">
                <a:solidFill>
                  <a:srgbClr val="C0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容器</a:t>
            </a:r>
            <a:r>
              <a:rPr lang="zh-CN" altLang="en-US" sz="1600" dirty="0">
                <a:solidFill>
                  <a:schemeClr val="tx1">
                    <a:lumMod val="50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，可以用来存储同种数据类型的</a:t>
            </a:r>
            <a:r>
              <a:rPr lang="zh-CN" altLang="en-US" sz="1600" b="1" dirty="0">
                <a:solidFill>
                  <a:srgbClr val="C0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多个值</a:t>
            </a:r>
            <a:endParaRPr lang="en-US" altLang="zh-CN" sz="1600" b="1" dirty="0">
              <a:solidFill>
                <a:srgbClr val="C00000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D24463FC-3CF1-97D6-F907-27934DA91AF7}"/>
              </a:ext>
            </a:extLst>
          </p:cNvPr>
          <p:cNvSpPr/>
          <p:nvPr/>
        </p:nvSpPr>
        <p:spPr>
          <a:xfrm>
            <a:off x="895530" y="3243233"/>
            <a:ext cx="734095" cy="718151"/>
          </a:xfrm>
          <a:prstGeom prst="roundRect">
            <a:avLst/>
          </a:prstGeom>
          <a:ln w="254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10</a:t>
            </a:r>
            <a:endParaRPr lang="zh-CN" altLang="en-US" dirty="0"/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8A247D46-DEC9-A642-573F-B7BEA7AFF1E2}"/>
              </a:ext>
            </a:extLst>
          </p:cNvPr>
          <p:cNvSpPr/>
          <p:nvPr/>
        </p:nvSpPr>
        <p:spPr>
          <a:xfrm>
            <a:off x="1628955" y="3243233"/>
            <a:ext cx="734095" cy="718151"/>
          </a:xfrm>
          <a:prstGeom prst="roundRect">
            <a:avLst/>
          </a:prstGeom>
          <a:ln w="254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20</a:t>
            </a:r>
            <a:endParaRPr lang="zh-CN" altLang="en-US" dirty="0"/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0F8F0ECE-B7A3-1163-06DA-DC7E4EEFCA49}"/>
              </a:ext>
            </a:extLst>
          </p:cNvPr>
          <p:cNvSpPr/>
          <p:nvPr/>
        </p:nvSpPr>
        <p:spPr>
          <a:xfrm>
            <a:off x="2354934" y="3243233"/>
            <a:ext cx="734095" cy="718151"/>
          </a:xfrm>
          <a:prstGeom prst="roundRect">
            <a:avLst/>
          </a:prstGeom>
          <a:ln w="254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30</a:t>
            </a:r>
            <a:endParaRPr lang="zh-CN" altLang="en-US" dirty="0"/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EAB1F679-F9C6-CABE-92F2-C87AD740CFD4}"/>
              </a:ext>
            </a:extLst>
          </p:cNvPr>
          <p:cNvSpPr/>
          <p:nvPr/>
        </p:nvSpPr>
        <p:spPr>
          <a:xfrm>
            <a:off x="3080243" y="3243233"/>
            <a:ext cx="734095" cy="718151"/>
          </a:xfrm>
          <a:prstGeom prst="roundRect">
            <a:avLst/>
          </a:prstGeom>
          <a:ln w="254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40</a:t>
            </a:r>
            <a:endParaRPr lang="zh-CN" altLang="en-US" dirty="0"/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B1C97678-4908-8485-B123-9BF323414274}"/>
              </a:ext>
            </a:extLst>
          </p:cNvPr>
          <p:cNvSpPr/>
          <p:nvPr/>
        </p:nvSpPr>
        <p:spPr>
          <a:xfrm>
            <a:off x="3819928" y="3243233"/>
            <a:ext cx="734095" cy="718151"/>
          </a:xfrm>
          <a:prstGeom prst="roundRect">
            <a:avLst/>
          </a:prstGeom>
          <a:ln w="254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50</a:t>
            </a:r>
            <a:endParaRPr lang="zh-CN" altLang="en-US" dirty="0"/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A9D8D7D9-F8B6-689A-AFCD-316CDE99FD70}"/>
              </a:ext>
            </a:extLst>
          </p:cNvPr>
          <p:cNvSpPr/>
          <p:nvPr/>
        </p:nvSpPr>
        <p:spPr>
          <a:xfrm>
            <a:off x="4553353" y="3243233"/>
            <a:ext cx="734095" cy="718151"/>
          </a:xfrm>
          <a:prstGeom prst="roundRect">
            <a:avLst/>
          </a:prstGeom>
          <a:ln w="254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60</a:t>
            </a:r>
            <a:endParaRPr lang="zh-CN" altLang="en-US" dirty="0"/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50AA0C17-ECF7-FFBB-D721-4F45F7453AD6}"/>
              </a:ext>
            </a:extLst>
          </p:cNvPr>
          <p:cNvSpPr/>
          <p:nvPr/>
        </p:nvSpPr>
        <p:spPr>
          <a:xfrm>
            <a:off x="5279332" y="3243233"/>
            <a:ext cx="734095" cy="718151"/>
          </a:xfrm>
          <a:prstGeom prst="roundRect">
            <a:avLst/>
          </a:prstGeom>
          <a:ln w="254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70</a:t>
            </a:r>
            <a:endParaRPr lang="zh-CN" altLang="en-US" dirty="0"/>
          </a:p>
        </p:txBody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721DA820-A57F-D6BC-E3CC-980387258188}"/>
              </a:ext>
            </a:extLst>
          </p:cNvPr>
          <p:cNvSpPr/>
          <p:nvPr/>
        </p:nvSpPr>
        <p:spPr>
          <a:xfrm>
            <a:off x="6004641" y="3243233"/>
            <a:ext cx="734095" cy="718151"/>
          </a:xfrm>
          <a:prstGeom prst="roundRect">
            <a:avLst/>
          </a:prstGeom>
          <a:ln w="254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80</a:t>
            </a:r>
            <a:endParaRPr lang="zh-CN" altLang="en-US" dirty="0"/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03DB4EC0-C6D2-6E31-8C28-EF8E425CB7B9}"/>
              </a:ext>
            </a:extLst>
          </p:cNvPr>
          <p:cNvSpPr/>
          <p:nvPr/>
        </p:nvSpPr>
        <p:spPr>
          <a:xfrm>
            <a:off x="6738736" y="3243233"/>
            <a:ext cx="734095" cy="718151"/>
          </a:xfrm>
          <a:prstGeom prst="roundRect">
            <a:avLst/>
          </a:prstGeom>
          <a:ln w="254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90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576491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5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" dur="10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" dur="10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5000">
                                          <p:val>
                                            <p:strVal val="ppt_x+-0.0500*(ppt_x*0.9511+(1-ppt_y)*0.3090)"/>
                                          </p:val>
                                        </p:tav>
                                        <p:tav tm="10000">
                                          <p:val>
                                            <p:strVal val="ppt_x+-0.1000*(ppt_x*0.8090+(1-ppt_y)*0.5878)"/>
                                          </p:val>
                                        </p:tav>
                                        <p:tav tm="15000">
                                          <p:val>
                                            <p:strVal val="ppt_x+-0.1500*(ppt_x*0.5878+(1-ppt_y)*0.8090)"/>
                                          </p:val>
                                        </p:tav>
                                        <p:tav tm="20000">
                                          <p:val>
                                            <p:strVal val="ppt_x+-0.2000*(ppt_x*0.3090+(1-ppt_y)*0.9511)"/>
                                          </p:val>
                                        </p:tav>
                                        <p:tav tm="25000">
                                          <p:val>
                                            <p:strVal val="ppt_x+-0.2500*(ppt_x*-0.0000+(1-ppt_y)*1.0000)"/>
                                          </p:val>
                                        </p:tav>
                                        <p:tav tm="30000">
                                          <p:val>
                                            <p:strVal val="ppt_x+-0.3000*(ppt_x*-0.3090+(1-ppt_y)*0.9511)"/>
                                          </p:val>
                                        </p:tav>
                                        <p:tav tm="35000">
                                          <p:val>
                                            <p:strVal val="ppt_x+-0.3500*(ppt_x*-0.5878+(1-ppt_y)*0.8090)"/>
                                          </p:val>
                                        </p:tav>
                                        <p:tav tm="40000">
                                          <p:val>
                                            <p:strVal val="ppt_x+-0.4000*(ppt_x*-0.8090+(1-ppt_y)*0.5878)"/>
                                          </p:val>
                                        </p:tav>
                                        <p:tav tm="45000">
                                          <p:val>
                                            <p:strVal val="ppt_x+-0.4500*(ppt_x*-0.9511+(1-ppt_y)*0.3090)"/>
                                          </p:val>
                                        </p:tav>
                                        <p:tav tm="50000">
                                          <p:val>
                                            <p:strVal val="ppt_x+-0.5000*(ppt_x*-1.0000+(1-ppt_y)*-0.0000)"/>
                                          </p:val>
                                        </p:tav>
                                        <p:tav tm="55000">
                                          <p:val>
                                            <p:strVal val="ppt_x+-0.5500*(ppt_x*-0.9511+(1-ppt_y)*-0.3090)"/>
                                          </p:val>
                                        </p:tav>
                                        <p:tav tm="60000">
                                          <p:val>
                                            <p:strVal val="ppt_x+-0.6000*(ppt_x*-0.8090+(1-ppt_y)*-0.5878)"/>
                                          </p:val>
                                        </p:tav>
                                        <p:tav tm="65000">
                                          <p:val>
                                            <p:strVal val="ppt_x+-0.6500*(ppt_x*-0.5878+(1-ppt_y)*-0.8090)"/>
                                          </p:val>
                                        </p:tav>
                                        <p:tav tm="70000">
                                          <p:val>
                                            <p:strVal val="ppt_x+-0.7000*(ppt_x*-0.3090+(1-ppt_y)*-0.9511)"/>
                                          </p:val>
                                        </p:tav>
                                        <p:tav tm="75000">
                                          <p:val>
                                            <p:strVal val="ppt_x+-0.7500*(ppt_x*0.0000+(1-ppt_y)*-1.0000)"/>
                                          </p:val>
                                        </p:tav>
                                        <p:tav tm="80000">
                                          <p:val>
                                            <p:strVal val="ppt_x+-0.8000*(ppt_x*0.3090+(1-ppt_y)*-0.9511)"/>
                                          </p:val>
                                        </p:tav>
                                        <p:tav tm="85000">
                                          <p:val>
                                            <p:strVal val="ppt_x+-0.8500*(ppt_x*0.5878+(1-ppt_y)*-0.8090)"/>
                                          </p:val>
                                        </p:tav>
                                        <p:tav tm="90000">
                                          <p:val>
                                            <p:strVal val="ppt_x+-0.9000*(ppt_x*0.8090+(1-ppt_y)*-0.5878)"/>
                                          </p:val>
                                        </p:tav>
                                        <p:tav tm="95000">
                                          <p:val>
                                            <p:strVal val="ppt_x+-0.9500*(ppt_x*0.9511+(1-ppt_y)*-0.3090)"/>
                                          </p:val>
                                        </p:tav>
                                        <p:tav tm="100000">
                                          <p:val>
                                            <p:strVal val="ppt_x+-1.0000*(ppt_x*1.0000+(1-ppt_y)*0.0000)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5000">
                                          <p:val>
                                            <p:strVal val="ppt_y+-0.0500*(ppt_x*0.3090-(1-ppt_y)*0.9511)"/>
                                          </p:val>
                                        </p:tav>
                                        <p:tav tm="10000">
                                          <p:val>
                                            <p:strVal val="ppt_y+-0.1000*(ppt_x*0.5878-(1-ppt_y)*0.8090)"/>
                                          </p:val>
                                        </p:tav>
                                        <p:tav tm="15000">
                                          <p:val>
                                            <p:strVal val="ppt_y+-0.1500*(ppt_x*0.8090-(1-ppt_y)*0.5878)"/>
                                          </p:val>
                                        </p:tav>
                                        <p:tav tm="20000">
                                          <p:val>
                                            <p:strVal val="ppt_y+-0.2000*(ppt_x*0.9511-(1-ppt_y)*0.3090)"/>
                                          </p:val>
                                        </p:tav>
                                        <p:tav tm="25000">
                                          <p:val>
                                            <p:strVal val="ppt_y+-0.2500*(ppt_x*1.0000-(1-ppt_y)*-0.0000)"/>
                                          </p:val>
                                        </p:tav>
                                        <p:tav tm="30000">
                                          <p:val>
                                            <p:strVal val="ppt_y+-0.3000*(ppt_x*0.9511-(1-ppt_y)*-0.3090)"/>
                                          </p:val>
                                        </p:tav>
                                        <p:tav tm="35000">
                                          <p:val>
                                            <p:strVal val="ppt_y+-0.3500*(ppt_x*0.8090-(1-ppt_y)*-0.5878)"/>
                                          </p:val>
                                        </p:tav>
                                        <p:tav tm="40000">
                                          <p:val>
                                            <p:strVal val="ppt_y+-0.4000*(ppt_x*0.5878-(1-ppt_y)*-0.8090)"/>
                                          </p:val>
                                        </p:tav>
                                        <p:tav tm="45000">
                                          <p:val>
                                            <p:strVal val="ppt_y+-0.4500*(ppt_x*0.3090-(1-ppt_y)*-0.9511)"/>
                                          </p:val>
                                        </p:tav>
                                        <p:tav tm="50000">
                                          <p:val>
                                            <p:strVal val="ppt_y+-0.5000*(ppt_x*-0.0000-(1-ppt_y)*-1.0000)"/>
                                          </p:val>
                                        </p:tav>
                                        <p:tav tm="55000">
                                          <p:val>
                                            <p:strVal val="ppt_y+-0.5500*(ppt_x*-0.3090-(1-ppt_y)*-0.9511)"/>
                                          </p:val>
                                        </p:tav>
                                        <p:tav tm="60000">
                                          <p:val>
                                            <p:strVal val="ppt_y+-0.6000*(ppt_x*-0.5878-(1-ppt_y)*-0.8090)"/>
                                          </p:val>
                                        </p:tav>
                                        <p:tav tm="65000">
                                          <p:val>
                                            <p:strVal val="ppt_y+-0.6500*(ppt_x*-0.8090-(1-ppt_y)*-0.5878)"/>
                                          </p:val>
                                        </p:tav>
                                        <p:tav tm="70000">
                                          <p:val>
                                            <p:strVal val="ppt_y+-0.7000*(ppt_x*-0.9511-(1-ppt_y)*-0.3090)"/>
                                          </p:val>
                                        </p:tav>
                                        <p:tav tm="75000">
                                          <p:val>
                                            <p:strVal val="ppt_y+-0.7500*(ppt_x*-1.0000-(1-ppt_y)*0.0000)"/>
                                          </p:val>
                                        </p:tav>
                                        <p:tav tm="80000">
                                          <p:val>
                                            <p:strVal val="ppt_y+-0.8000*(ppt_x*-0.9511-(1-ppt_y)*0.3090)"/>
                                          </p:val>
                                        </p:tav>
                                        <p:tav tm="85000">
                                          <p:val>
                                            <p:strVal val="ppt_y+-0.8500*(ppt_x*-0.8090-(1-ppt_y)*0.5878)"/>
                                          </p:val>
                                        </p:tav>
                                        <p:tav tm="90000">
                                          <p:val>
                                            <p:strVal val="ppt_y+-0.9000*(ppt_x*-0.5878-(1-ppt_y)*0.8090)"/>
                                          </p:val>
                                        </p:tav>
                                        <p:tav tm="95000">
                                          <p:val>
                                            <p:strVal val="ppt_y+-0.9500*(ppt_x*-0.3090-(1-ppt_y)*0.9511)"/>
                                          </p:val>
                                        </p:tav>
                                        <p:tav tm="100000">
                                          <p:val>
                                            <p:strVal val="ppt_y+-1.0000*(ppt_x*0.0000-(1-ppt_y)*1.0000)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5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2" dur="1000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5000">
                                          <p:val>
                                            <p:strVal val="ppt_x+-0.0500*(ppt_x*0.9511+(1-ppt_y)*0.3090)"/>
                                          </p:val>
                                        </p:tav>
                                        <p:tav tm="10000">
                                          <p:val>
                                            <p:strVal val="ppt_x+-0.1000*(ppt_x*0.8090+(1-ppt_y)*0.5878)"/>
                                          </p:val>
                                        </p:tav>
                                        <p:tav tm="15000">
                                          <p:val>
                                            <p:strVal val="ppt_x+-0.1500*(ppt_x*0.5878+(1-ppt_y)*0.8090)"/>
                                          </p:val>
                                        </p:tav>
                                        <p:tav tm="20000">
                                          <p:val>
                                            <p:strVal val="ppt_x+-0.2000*(ppt_x*0.3090+(1-ppt_y)*0.9511)"/>
                                          </p:val>
                                        </p:tav>
                                        <p:tav tm="25000">
                                          <p:val>
                                            <p:strVal val="ppt_x+-0.2500*(ppt_x*-0.0000+(1-ppt_y)*1.0000)"/>
                                          </p:val>
                                        </p:tav>
                                        <p:tav tm="30000">
                                          <p:val>
                                            <p:strVal val="ppt_x+-0.3000*(ppt_x*-0.3090+(1-ppt_y)*0.9511)"/>
                                          </p:val>
                                        </p:tav>
                                        <p:tav tm="35000">
                                          <p:val>
                                            <p:strVal val="ppt_x+-0.3500*(ppt_x*-0.5878+(1-ppt_y)*0.8090)"/>
                                          </p:val>
                                        </p:tav>
                                        <p:tav tm="40000">
                                          <p:val>
                                            <p:strVal val="ppt_x+-0.4000*(ppt_x*-0.8090+(1-ppt_y)*0.5878)"/>
                                          </p:val>
                                        </p:tav>
                                        <p:tav tm="45000">
                                          <p:val>
                                            <p:strVal val="ppt_x+-0.4500*(ppt_x*-0.9511+(1-ppt_y)*0.3090)"/>
                                          </p:val>
                                        </p:tav>
                                        <p:tav tm="50000">
                                          <p:val>
                                            <p:strVal val="ppt_x+-0.5000*(ppt_x*-1.0000+(1-ppt_y)*-0.0000)"/>
                                          </p:val>
                                        </p:tav>
                                        <p:tav tm="55000">
                                          <p:val>
                                            <p:strVal val="ppt_x+-0.5500*(ppt_x*-0.9511+(1-ppt_y)*-0.3090)"/>
                                          </p:val>
                                        </p:tav>
                                        <p:tav tm="60000">
                                          <p:val>
                                            <p:strVal val="ppt_x+-0.6000*(ppt_x*-0.8090+(1-ppt_y)*-0.5878)"/>
                                          </p:val>
                                        </p:tav>
                                        <p:tav tm="65000">
                                          <p:val>
                                            <p:strVal val="ppt_x+-0.6500*(ppt_x*-0.5878+(1-ppt_y)*-0.8090)"/>
                                          </p:val>
                                        </p:tav>
                                        <p:tav tm="70000">
                                          <p:val>
                                            <p:strVal val="ppt_x+-0.7000*(ppt_x*-0.3090+(1-ppt_y)*-0.9511)"/>
                                          </p:val>
                                        </p:tav>
                                        <p:tav tm="75000">
                                          <p:val>
                                            <p:strVal val="ppt_x+-0.7500*(ppt_x*0.0000+(1-ppt_y)*-1.0000)"/>
                                          </p:val>
                                        </p:tav>
                                        <p:tav tm="80000">
                                          <p:val>
                                            <p:strVal val="ppt_x+-0.8000*(ppt_x*0.3090+(1-ppt_y)*-0.9511)"/>
                                          </p:val>
                                        </p:tav>
                                        <p:tav tm="85000">
                                          <p:val>
                                            <p:strVal val="ppt_x+-0.8500*(ppt_x*0.5878+(1-ppt_y)*-0.8090)"/>
                                          </p:val>
                                        </p:tav>
                                        <p:tav tm="90000">
                                          <p:val>
                                            <p:strVal val="ppt_x+-0.9000*(ppt_x*0.8090+(1-ppt_y)*-0.5878)"/>
                                          </p:val>
                                        </p:tav>
                                        <p:tav tm="95000">
                                          <p:val>
                                            <p:strVal val="ppt_x+-0.9500*(ppt_x*0.9511+(1-ppt_y)*-0.3090)"/>
                                          </p:val>
                                        </p:tav>
                                        <p:tav tm="100000">
                                          <p:val>
                                            <p:strVal val="ppt_x+-1.0000*(ppt_x*1.0000+(1-ppt_y)*0.0000)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5000">
                                          <p:val>
                                            <p:strVal val="ppt_y+-0.0500*(ppt_x*0.3090-(1-ppt_y)*0.9511)"/>
                                          </p:val>
                                        </p:tav>
                                        <p:tav tm="10000">
                                          <p:val>
                                            <p:strVal val="ppt_y+-0.1000*(ppt_x*0.5878-(1-ppt_y)*0.8090)"/>
                                          </p:val>
                                        </p:tav>
                                        <p:tav tm="15000">
                                          <p:val>
                                            <p:strVal val="ppt_y+-0.1500*(ppt_x*0.8090-(1-ppt_y)*0.5878)"/>
                                          </p:val>
                                        </p:tav>
                                        <p:tav tm="20000">
                                          <p:val>
                                            <p:strVal val="ppt_y+-0.2000*(ppt_x*0.9511-(1-ppt_y)*0.3090)"/>
                                          </p:val>
                                        </p:tav>
                                        <p:tav tm="25000">
                                          <p:val>
                                            <p:strVal val="ppt_y+-0.2500*(ppt_x*1.0000-(1-ppt_y)*-0.0000)"/>
                                          </p:val>
                                        </p:tav>
                                        <p:tav tm="30000">
                                          <p:val>
                                            <p:strVal val="ppt_y+-0.3000*(ppt_x*0.9511-(1-ppt_y)*-0.3090)"/>
                                          </p:val>
                                        </p:tav>
                                        <p:tav tm="35000">
                                          <p:val>
                                            <p:strVal val="ppt_y+-0.3500*(ppt_x*0.8090-(1-ppt_y)*-0.5878)"/>
                                          </p:val>
                                        </p:tav>
                                        <p:tav tm="40000">
                                          <p:val>
                                            <p:strVal val="ppt_y+-0.4000*(ppt_x*0.5878-(1-ppt_y)*-0.8090)"/>
                                          </p:val>
                                        </p:tav>
                                        <p:tav tm="45000">
                                          <p:val>
                                            <p:strVal val="ppt_y+-0.4500*(ppt_x*0.3090-(1-ppt_y)*-0.9511)"/>
                                          </p:val>
                                        </p:tav>
                                        <p:tav tm="50000">
                                          <p:val>
                                            <p:strVal val="ppt_y+-0.5000*(ppt_x*-0.0000-(1-ppt_y)*-1.0000)"/>
                                          </p:val>
                                        </p:tav>
                                        <p:tav tm="55000">
                                          <p:val>
                                            <p:strVal val="ppt_y+-0.5500*(ppt_x*-0.3090-(1-ppt_y)*-0.9511)"/>
                                          </p:val>
                                        </p:tav>
                                        <p:tav tm="60000">
                                          <p:val>
                                            <p:strVal val="ppt_y+-0.6000*(ppt_x*-0.5878-(1-ppt_y)*-0.8090)"/>
                                          </p:val>
                                        </p:tav>
                                        <p:tav tm="65000">
                                          <p:val>
                                            <p:strVal val="ppt_y+-0.6500*(ppt_x*-0.8090-(1-ppt_y)*-0.5878)"/>
                                          </p:val>
                                        </p:tav>
                                        <p:tav tm="70000">
                                          <p:val>
                                            <p:strVal val="ppt_y+-0.7000*(ppt_x*-0.9511-(1-ppt_y)*-0.3090)"/>
                                          </p:val>
                                        </p:tav>
                                        <p:tav tm="75000">
                                          <p:val>
                                            <p:strVal val="ppt_y+-0.7500*(ppt_x*-1.0000-(1-ppt_y)*0.0000)"/>
                                          </p:val>
                                        </p:tav>
                                        <p:tav tm="80000">
                                          <p:val>
                                            <p:strVal val="ppt_y+-0.8000*(ppt_x*-0.9511-(1-ppt_y)*0.3090)"/>
                                          </p:val>
                                        </p:tav>
                                        <p:tav tm="85000">
                                          <p:val>
                                            <p:strVal val="ppt_y+-0.8500*(ppt_x*-0.8090-(1-ppt_y)*0.5878)"/>
                                          </p:val>
                                        </p:tav>
                                        <p:tav tm="90000">
                                          <p:val>
                                            <p:strVal val="ppt_y+-0.9000*(ppt_x*-0.5878-(1-ppt_y)*0.8090)"/>
                                          </p:val>
                                        </p:tav>
                                        <p:tav tm="95000">
                                          <p:val>
                                            <p:strVal val="ppt_y+-0.9500*(ppt_x*-0.3090-(1-ppt_y)*0.9511)"/>
                                          </p:val>
                                        </p:tav>
                                        <p:tav tm="100000">
                                          <p:val>
                                            <p:strVal val="ppt_y+-1.0000*(ppt_x*0.0000-(1-ppt_y)*1.0000)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5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8" dur="1000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5000">
                                          <p:val>
                                            <p:strVal val="ppt_x+-0.0500*(ppt_x*0.9511+(1-ppt_y)*0.3090)"/>
                                          </p:val>
                                        </p:tav>
                                        <p:tav tm="10000">
                                          <p:val>
                                            <p:strVal val="ppt_x+-0.1000*(ppt_x*0.8090+(1-ppt_y)*0.5878)"/>
                                          </p:val>
                                        </p:tav>
                                        <p:tav tm="15000">
                                          <p:val>
                                            <p:strVal val="ppt_x+-0.1500*(ppt_x*0.5878+(1-ppt_y)*0.8090)"/>
                                          </p:val>
                                        </p:tav>
                                        <p:tav tm="20000">
                                          <p:val>
                                            <p:strVal val="ppt_x+-0.2000*(ppt_x*0.3090+(1-ppt_y)*0.9511)"/>
                                          </p:val>
                                        </p:tav>
                                        <p:tav tm="25000">
                                          <p:val>
                                            <p:strVal val="ppt_x+-0.2500*(ppt_x*-0.0000+(1-ppt_y)*1.0000)"/>
                                          </p:val>
                                        </p:tav>
                                        <p:tav tm="30000">
                                          <p:val>
                                            <p:strVal val="ppt_x+-0.3000*(ppt_x*-0.3090+(1-ppt_y)*0.9511)"/>
                                          </p:val>
                                        </p:tav>
                                        <p:tav tm="35000">
                                          <p:val>
                                            <p:strVal val="ppt_x+-0.3500*(ppt_x*-0.5878+(1-ppt_y)*0.8090)"/>
                                          </p:val>
                                        </p:tav>
                                        <p:tav tm="40000">
                                          <p:val>
                                            <p:strVal val="ppt_x+-0.4000*(ppt_x*-0.8090+(1-ppt_y)*0.5878)"/>
                                          </p:val>
                                        </p:tav>
                                        <p:tav tm="45000">
                                          <p:val>
                                            <p:strVal val="ppt_x+-0.4500*(ppt_x*-0.9511+(1-ppt_y)*0.3090)"/>
                                          </p:val>
                                        </p:tav>
                                        <p:tav tm="50000">
                                          <p:val>
                                            <p:strVal val="ppt_x+-0.5000*(ppt_x*-1.0000+(1-ppt_y)*-0.0000)"/>
                                          </p:val>
                                        </p:tav>
                                        <p:tav tm="55000">
                                          <p:val>
                                            <p:strVal val="ppt_x+-0.5500*(ppt_x*-0.9511+(1-ppt_y)*-0.3090)"/>
                                          </p:val>
                                        </p:tav>
                                        <p:tav tm="60000">
                                          <p:val>
                                            <p:strVal val="ppt_x+-0.6000*(ppt_x*-0.8090+(1-ppt_y)*-0.5878)"/>
                                          </p:val>
                                        </p:tav>
                                        <p:tav tm="65000">
                                          <p:val>
                                            <p:strVal val="ppt_x+-0.6500*(ppt_x*-0.5878+(1-ppt_y)*-0.8090)"/>
                                          </p:val>
                                        </p:tav>
                                        <p:tav tm="70000">
                                          <p:val>
                                            <p:strVal val="ppt_x+-0.7000*(ppt_x*-0.3090+(1-ppt_y)*-0.9511)"/>
                                          </p:val>
                                        </p:tav>
                                        <p:tav tm="75000">
                                          <p:val>
                                            <p:strVal val="ppt_x+-0.7500*(ppt_x*0.0000+(1-ppt_y)*-1.0000)"/>
                                          </p:val>
                                        </p:tav>
                                        <p:tav tm="80000">
                                          <p:val>
                                            <p:strVal val="ppt_x+-0.8000*(ppt_x*0.3090+(1-ppt_y)*-0.9511)"/>
                                          </p:val>
                                        </p:tav>
                                        <p:tav tm="85000">
                                          <p:val>
                                            <p:strVal val="ppt_x+-0.8500*(ppt_x*0.5878+(1-ppt_y)*-0.8090)"/>
                                          </p:val>
                                        </p:tav>
                                        <p:tav tm="90000">
                                          <p:val>
                                            <p:strVal val="ppt_x+-0.9000*(ppt_x*0.8090+(1-ppt_y)*-0.5878)"/>
                                          </p:val>
                                        </p:tav>
                                        <p:tav tm="95000">
                                          <p:val>
                                            <p:strVal val="ppt_x+-0.9500*(ppt_x*0.9511+(1-ppt_y)*-0.3090)"/>
                                          </p:val>
                                        </p:tav>
                                        <p:tav tm="100000">
                                          <p:val>
                                            <p:strVal val="ppt_x+-1.0000*(ppt_x*1.0000+(1-ppt_y)*0.0000)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5000">
                                          <p:val>
                                            <p:strVal val="ppt_y+-0.0500*(ppt_x*0.3090-(1-ppt_y)*0.9511)"/>
                                          </p:val>
                                        </p:tav>
                                        <p:tav tm="10000">
                                          <p:val>
                                            <p:strVal val="ppt_y+-0.1000*(ppt_x*0.5878-(1-ppt_y)*0.8090)"/>
                                          </p:val>
                                        </p:tav>
                                        <p:tav tm="15000">
                                          <p:val>
                                            <p:strVal val="ppt_y+-0.1500*(ppt_x*0.8090-(1-ppt_y)*0.5878)"/>
                                          </p:val>
                                        </p:tav>
                                        <p:tav tm="20000">
                                          <p:val>
                                            <p:strVal val="ppt_y+-0.2000*(ppt_x*0.9511-(1-ppt_y)*0.3090)"/>
                                          </p:val>
                                        </p:tav>
                                        <p:tav tm="25000">
                                          <p:val>
                                            <p:strVal val="ppt_y+-0.2500*(ppt_x*1.0000-(1-ppt_y)*-0.0000)"/>
                                          </p:val>
                                        </p:tav>
                                        <p:tav tm="30000">
                                          <p:val>
                                            <p:strVal val="ppt_y+-0.3000*(ppt_x*0.9511-(1-ppt_y)*-0.3090)"/>
                                          </p:val>
                                        </p:tav>
                                        <p:tav tm="35000">
                                          <p:val>
                                            <p:strVal val="ppt_y+-0.3500*(ppt_x*0.8090-(1-ppt_y)*-0.5878)"/>
                                          </p:val>
                                        </p:tav>
                                        <p:tav tm="40000">
                                          <p:val>
                                            <p:strVal val="ppt_y+-0.4000*(ppt_x*0.5878-(1-ppt_y)*-0.8090)"/>
                                          </p:val>
                                        </p:tav>
                                        <p:tav tm="45000">
                                          <p:val>
                                            <p:strVal val="ppt_y+-0.4500*(ppt_x*0.3090-(1-ppt_y)*-0.9511)"/>
                                          </p:val>
                                        </p:tav>
                                        <p:tav tm="50000">
                                          <p:val>
                                            <p:strVal val="ppt_y+-0.5000*(ppt_x*-0.0000-(1-ppt_y)*-1.0000)"/>
                                          </p:val>
                                        </p:tav>
                                        <p:tav tm="55000">
                                          <p:val>
                                            <p:strVal val="ppt_y+-0.5500*(ppt_x*-0.3090-(1-ppt_y)*-0.9511)"/>
                                          </p:val>
                                        </p:tav>
                                        <p:tav tm="60000">
                                          <p:val>
                                            <p:strVal val="ppt_y+-0.6000*(ppt_x*-0.5878-(1-ppt_y)*-0.8090)"/>
                                          </p:val>
                                        </p:tav>
                                        <p:tav tm="65000">
                                          <p:val>
                                            <p:strVal val="ppt_y+-0.6500*(ppt_x*-0.8090-(1-ppt_y)*-0.5878)"/>
                                          </p:val>
                                        </p:tav>
                                        <p:tav tm="70000">
                                          <p:val>
                                            <p:strVal val="ppt_y+-0.7000*(ppt_x*-0.9511-(1-ppt_y)*-0.3090)"/>
                                          </p:val>
                                        </p:tav>
                                        <p:tav tm="75000">
                                          <p:val>
                                            <p:strVal val="ppt_y+-0.7500*(ppt_x*-1.0000-(1-ppt_y)*0.0000)"/>
                                          </p:val>
                                        </p:tav>
                                        <p:tav tm="80000">
                                          <p:val>
                                            <p:strVal val="ppt_y+-0.8000*(ppt_x*-0.9511-(1-ppt_y)*0.3090)"/>
                                          </p:val>
                                        </p:tav>
                                        <p:tav tm="85000">
                                          <p:val>
                                            <p:strVal val="ppt_y+-0.8500*(ppt_x*-0.8090-(1-ppt_y)*0.5878)"/>
                                          </p:val>
                                        </p:tav>
                                        <p:tav tm="90000">
                                          <p:val>
                                            <p:strVal val="ppt_y+-0.9000*(ppt_x*-0.5878-(1-ppt_y)*0.8090)"/>
                                          </p:val>
                                        </p:tav>
                                        <p:tav tm="95000">
                                          <p:val>
                                            <p:strVal val="ppt_y+-0.9500*(ppt_x*-0.3090-(1-ppt_y)*0.9511)"/>
                                          </p:val>
                                        </p:tav>
                                        <p:tav tm="100000">
                                          <p:val>
                                            <p:strVal val="ppt_y+-1.0000*(ppt_x*0.0000-(1-ppt_y)*1.0000)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5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4" dur="1000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5000">
                                          <p:val>
                                            <p:strVal val="ppt_x+-0.0500*(ppt_x*0.9511+(1-ppt_y)*0.3090)"/>
                                          </p:val>
                                        </p:tav>
                                        <p:tav tm="10000">
                                          <p:val>
                                            <p:strVal val="ppt_x+-0.1000*(ppt_x*0.8090+(1-ppt_y)*0.5878)"/>
                                          </p:val>
                                        </p:tav>
                                        <p:tav tm="15000">
                                          <p:val>
                                            <p:strVal val="ppt_x+-0.1500*(ppt_x*0.5878+(1-ppt_y)*0.8090)"/>
                                          </p:val>
                                        </p:tav>
                                        <p:tav tm="20000">
                                          <p:val>
                                            <p:strVal val="ppt_x+-0.2000*(ppt_x*0.3090+(1-ppt_y)*0.9511)"/>
                                          </p:val>
                                        </p:tav>
                                        <p:tav tm="25000">
                                          <p:val>
                                            <p:strVal val="ppt_x+-0.2500*(ppt_x*-0.0000+(1-ppt_y)*1.0000)"/>
                                          </p:val>
                                        </p:tav>
                                        <p:tav tm="30000">
                                          <p:val>
                                            <p:strVal val="ppt_x+-0.3000*(ppt_x*-0.3090+(1-ppt_y)*0.9511)"/>
                                          </p:val>
                                        </p:tav>
                                        <p:tav tm="35000">
                                          <p:val>
                                            <p:strVal val="ppt_x+-0.3500*(ppt_x*-0.5878+(1-ppt_y)*0.8090)"/>
                                          </p:val>
                                        </p:tav>
                                        <p:tav tm="40000">
                                          <p:val>
                                            <p:strVal val="ppt_x+-0.4000*(ppt_x*-0.8090+(1-ppt_y)*0.5878)"/>
                                          </p:val>
                                        </p:tav>
                                        <p:tav tm="45000">
                                          <p:val>
                                            <p:strVal val="ppt_x+-0.4500*(ppt_x*-0.9511+(1-ppt_y)*0.3090)"/>
                                          </p:val>
                                        </p:tav>
                                        <p:tav tm="50000">
                                          <p:val>
                                            <p:strVal val="ppt_x+-0.5000*(ppt_x*-1.0000+(1-ppt_y)*-0.0000)"/>
                                          </p:val>
                                        </p:tav>
                                        <p:tav tm="55000">
                                          <p:val>
                                            <p:strVal val="ppt_x+-0.5500*(ppt_x*-0.9511+(1-ppt_y)*-0.3090)"/>
                                          </p:val>
                                        </p:tav>
                                        <p:tav tm="60000">
                                          <p:val>
                                            <p:strVal val="ppt_x+-0.6000*(ppt_x*-0.8090+(1-ppt_y)*-0.5878)"/>
                                          </p:val>
                                        </p:tav>
                                        <p:tav tm="65000">
                                          <p:val>
                                            <p:strVal val="ppt_x+-0.6500*(ppt_x*-0.5878+(1-ppt_y)*-0.8090)"/>
                                          </p:val>
                                        </p:tav>
                                        <p:tav tm="70000">
                                          <p:val>
                                            <p:strVal val="ppt_x+-0.7000*(ppt_x*-0.3090+(1-ppt_y)*-0.9511)"/>
                                          </p:val>
                                        </p:tav>
                                        <p:tav tm="75000">
                                          <p:val>
                                            <p:strVal val="ppt_x+-0.7500*(ppt_x*0.0000+(1-ppt_y)*-1.0000)"/>
                                          </p:val>
                                        </p:tav>
                                        <p:tav tm="80000">
                                          <p:val>
                                            <p:strVal val="ppt_x+-0.8000*(ppt_x*0.3090+(1-ppt_y)*-0.9511)"/>
                                          </p:val>
                                        </p:tav>
                                        <p:tav tm="85000">
                                          <p:val>
                                            <p:strVal val="ppt_x+-0.8500*(ppt_x*0.5878+(1-ppt_y)*-0.8090)"/>
                                          </p:val>
                                        </p:tav>
                                        <p:tav tm="90000">
                                          <p:val>
                                            <p:strVal val="ppt_x+-0.9000*(ppt_x*0.8090+(1-ppt_y)*-0.5878)"/>
                                          </p:val>
                                        </p:tav>
                                        <p:tav tm="95000">
                                          <p:val>
                                            <p:strVal val="ppt_x+-0.9500*(ppt_x*0.9511+(1-ppt_y)*-0.3090)"/>
                                          </p:val>
                                        </p:tav>
                                        <p:tav tm="100000">
                                          <p:val>
                                            <p:strVal val="ppt_x+-1.0000*(ppt_x*1.0000+(1-ppt_y)*0.0000)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5000">
                                          <p:val>
                                            <p:strVal val="ppt_y+-0.0500*(ppt_x*0.3090-(1-ppt_y)*0.9511)"/>
                                          </p:val>
                                        </p:tav>
                                        <p:tav tm="10000">
                                          <p:val>
                                            <p:strVal val="ppt_y+-0.1000*(ppt_x*0.5878-(1-ppt_y)*0.8090)"/>
                                          </p:val>
                                        </p:tav>
                                        <p:tav tm="15000">
                                          <p:val>
                                            <p:strVal val="ppt_y+-0.1500*(ppt_x*0.8090-(1-ppt_y)*0.5878)"/>
                                          </p:val>
                                        </p:tav>
                                        <p:tav tm="20000">
                                          <p:val>
                                            <p:strVal val="ppt_y+-0.2000*(ppt_x*0.9511-(1-ppt_y)*0.3090)"/>
                                          </p:val>
                                        </p:tav>
                                        <p:tav tm="25000">
                                          <p:val>
                                            <p:strVal val="ppt_y+-0.2500*(ppt_x*1.0000-(1-ppt_y)*-0.0000)"/>
                                          </p:val>
                                        </p:tav>
                                        <p:tav tm="30000">
                                          <p:val>
                                            <p:strVal val="ppt_y+-0.3000*(ppt_x*0.9511-(1-ppt_y)*-0.3090)"/>
                                          </p:val>
                                        </p:tav>
                                        <p:tav tm="35000">
                                          <p:val>
                                            <p:strVal val="ppt_y+-0.3500*(ppt_x*0.8090-(1-ppt_y)*-0.5878)"/>
                                          </p:val>
                                        </p:tav>
                                        <p:tav tm="40000">
                                          <p:val>
                                            <p:strVal val="ppt_y+-0.4000*(ppt_x*0.5878-(1-ppt_y)*-0.8090)"/>
                                          </p:val>
                                        </p:tav>
                                        <p:tav tm="45000">
                                          <p:val>
                                            <p:strVal val="ppt_y+-0.4500*(ppt_x*0.3090-(1-ppt_y)*-0.9511)"/>
                                          </p:val>
                                        </p:tav>
                                        <p:tav tm="50000">
                                          <p:val>
                                            <p:strVal val="ppt_y+-0.5000*(ppt_x*-0.0000-(1-ppt_y)*-1.0000)"/>
                                          </p:val>
                                        </p:tav>
                                        <p:tav tm="55000">
                                          <p:val>
                                            <p:strVal val="ppt_y+-0.5500*(ppt_x*-0.3090-(1-ppt_y)*-0.9511)"/>
                                          </p:val>
                                        </p:tav>
                                        <p:tav tm="60000">
                                          <p:val>
                                            <p:strVal val="ppt_y+-0.6000*(ppt_x*-0.5878-(1-ppt_y)*-0.8090)"/>
                                          </p:val>
                                        </p:tav>
                                        <p:tav tm="65000">
                                          <p:val>
                                            <p:strVal val="ppt_y+-0.6500*(ppt_x*-0.8090-(1-ppt_y)*-0.5878)"/>
                                          </p:val>
                                        </p:tav>
                                        <p:tav tm="70000">
                                          <p:val>
                                            <p:strVal val="ppt_y+-0.7000*(ppt_x*-0.9511-(1-ppt_y)*-0.3090)"/>
                                          </p:val>
                                        </p:tav>
                                        <p:tav tm="75000">
                                          <p:val>
                                            <p:strVal val="ppt_y+-0.7500*(ppt_x*-1.0000-(1-ppt_y)*0.0000)"/>
                                          </p:val>
                                        </p:tav>
                                        <p:tav tm="80000">
                                          <p:val>
                                            <p:strVal val="ppt_y+-0.8000*(ppt_x*-0.9511-(1-ppt_y)*0.3090)"/>
                                          </p:val>
                                        </p:tav>
                                        <p:tav tm="85000">
                                          <p:val>
                                            <p:strVal val="ppt_y+-0.8500*(ppt_x*-0.8090-(1-ppt_y)*0.5878)"/>
                                          </p:val>
                                        </p:tav>
                                        <p:tav tm="90000">
                                          <p:val>
                                            <p:strVal val="ppt_y+-0.9000*(ppt_x*-0.5878-(1-ppt_y)*0.8090)"/>
                                          </p:val>
                                        </p:tav>
                                        <p:tav tm="95000">
                                          <p:val>
                                            <p:strVal val="ppt_y+-0.9500*(ppt_x*-0.3090-(1-ppt_y)*0.9511)"/>
                                          </p:val>
                                        </p:tav>
                                        <p:tav tm="100000">
                                          <p:val>
                                            <p:strVal val="ppt_y+-1.0000*(ppt_x*0.0000-(1-ppt_y)*1.0000)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5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0" dur="1000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5000">
                                          <p:val>
                                            <p:strVal val="ppt_x+-0.0500*(ppt_x*0.9511+(1-ppt_y)*0.3090)"/>
                                          </p:val>
                                        </p:tav>
                                        <p:tav tm="10000">
                                          <p:val>
                                            <p:strVal val="ppt_x+-0.1000*(ppt_x*0.8090+(1-ppt_y)*0.5878)"/>
                                          </p:val>
                                        </p:tav>
                                        <p:tav tm="15000">
                                          <p:val>
                                            <p:strVal val="ppt_x+-0.1500*(ppt_x*0.5878+(1-ppt_y)*0.8090)"/>
                                          </p:val>
                                        </p:tav>
                                        <p:tav tm="20000">
                                          <p:val>
                                            <p:strVal val="ppt_x+-0.2000*(ppt_x*0.3090+(1-ppt_y)*0.9511)"/>
                                          </p:val>
                                        </p:tav>
                                        <p:tav tm="25000">
                                          <p:val>
                                            <p:strVal val="ppt_x+-0.2500*(ppt_x*-0.0000+(1-ppt_y)*1.0000)"/>
                                          </p:val>
                                        </p:tav>
                                        <p:tav tm="30000">
                                          <p:val>
                                            <p:strVal val="ppt_x+-0.3000*(ppt_x*-0.3090+(1-ppt_y)*0.9511)"/>
                                          </p:val>
                                        </p:tav>
                                        <p:tav tm="35000">
                                          <p:val>
                                            <p:strVal val="ppt_x+-0.3500*(ppt_x*-0.5878+(1-ppt_y)*0.8090)"/>
                                          </p:val>
                                        </p:tav>
                                        <p:tav tm="40000">
                                          <p:val>
                                            <p:strVal val="ppt_x+-0.4000*(ppt_x*-0.8090+(1-ppt_y)*0.5878)"/>
                                          </p:val>
                                        </p:tav>
                                        <p:tav tm="45000">
                                          <p:val>
                                            <p:strVal val="ppt_x+-0.4500*(ppt_x*-0.9511+(1-ppt_y)*0.3090)"/>
                                          </p:val>
                                        </p:tav>
                                        <p:tav tm="50000">
                                          <p:val>
                                            <p:strVal val="ppt_x+-0.5000*(ppt_x*-1.0000+(1-ppt_y)*-0.0000)"/>
                                          </p:val>
                                        </p:tav>
                                        <p:tav tm="55000">
                                          <p:val>
                                            <p:strVal val="ppt_x+-0.5500*(ppt_x*-0.9511+(1-ppt_y)*-0.3090)"/>
                                          </p:val>
                                        </p:tav>
                                        <p:tav tm="60000">
                                          <p:val>
                                            <p:strVal val="ppt_x+-0.6000*(ppt_x*-0.8090+(1-ppt_y)*-0.5878)"/>
                                          </p:val>
                                        </p:tav>
                                        <p:tav tm="65000">
                                          <p:val>
                                            <p:strVal val="ppt_x+-0.6500*(ppt_x*-0.5878+(1-ppt_y)*-0.8090)"/>
                                          </p:val>
                                        </p:tav>
                                        <p:tav tm="70000">
                                          <p:val>
                                            <p:strVal val="ppt_x+-0.7000*(ppt_x*-0.3090+(1-ppt_y)*-0.9511)"/>
                                          </p:val>
                                        </p:tav>
                                        <p:tav tm="75000">
                                          <p:val>
                                            <p:strVal val="ppt_x+-0.7500*(ppt_x*0.0000+(1-ppt_y)*-1.0000)"/>
                                          </p:val>
                                        </p:tav>
                                        <p:tav tm="80000">
                                          <p:val>
                                            <p:strVal val="ppt_x+-0.8000*(ppt_x*0.3090+(1-ppt_y)*-0.9511)"/>
                                          </p:val>
                                        </p:tav>
                                        <p:tav tm="85000">
                                          <p:val>
                                            <p:strVal val="ppt_x+-0.8500*(ppt_x*0.5878+(1-ppt_y)*-0.8090)"/>
                                          </p:val>
                                        </p:tav>
                                        <p:tav tm="90000">
                                          <p:val>
                                            <p:strVal val="ppt_x+-0.9000*(ppt_x*0.8090+(1-ppt_y)*-0.5878)"/>
                                          </p:val>
                                        </p:tav>
                                        <p:tav tm="95000">
                                          <p:val>
                                            <p:strVal val="ppt_x+-0.9500*(ppt_x*0.9511+(1-ppt_y)*-0.3090)"/>
                                          </p:val>
                                        </p:tav>
                                        <p:tav tm="100000">
                                          <p:val>
                                            <p:strVal val="ppt_x+-1.0000*(ppt_x*1.0000+(1-ppt_y)*0.0000)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5000">
                                          <p:val>
                                            <p:strVal val="ppt_y+-0.0500*(ppt_x*0.3090-(1-ppt_y)*0.9511)"/>
                                          </p:val>
                                        </p:tav>
                                        <p:tav tm="10000">
                                          <p:val>
                                            <p:strVal val="ppt_y+-0.1000*(ppt_x*0.5878-(1-ppt_y)*0.8090)"/>
                                          </p:val>
                                        </p:tav>
                                        <p:tav tm="15000">
                                          <p:val>
                                            <p:strVal val="ppt_y+-0.1500*(ppt_x*0.8090-(1-ppt_y)*0.5878)"/>
                                          </p:val>
                                        </p:tav>
                                        <p:tav tm="20000">
                                          <p:val>
                                            <p:strVal val="ppt_y+-0.2000*(ppt_x*0.9511-(1-ppt_y)*0.3090)"/>
                                          </p:val>
                                        </p:tav>
                                        <p:tav tm="25000">
                                          <p:val>
                                            <p:strVal val="ppt_y+-0.2500*(ppt_x*1.0000-(1-ppt_y)*-0.0000)"/>
                                          </p:val>
                                        </p:tav>
                                        <p:tav tm="30000">
                                          <p:val>
                                            <p:strVal val="ppt_y+-0.3000*(ppt_x*0.9511-(1-ppt_y)*-0.3090)"/>
                                          </p:val>
                                        </p:tav>
                                        <p:tav tm="35000">
                                          <p:val>
                                            <p:strVal val="ppt_y+-0.3500*(ppt_x*0.8090-(1-ppt_y)*-0.5878)"/>
                                          </p:val>
                                        </p:tav>
                                        <p:tav tm="40000">
                                          <p:val>
                                            <p:strVal val="ppt_y+-0.4000*(ppt_x*0.5878-(1-ppt_y)*-0.8090)"/>
                                          </p:val>
                                        </p:tav>
                                        <p:tav tm="45000">
                                          <p:val>
                                            <p:strVal val="ppt_y+-0.4500*(ppt_x*0.3090-(1-ppt_y)*-0.9511)"/>
                                          </p:val>
                                        </p:tav>
                                        <p:tav tm="50000">
                                          <p:val>
                                            <p:strVal val="ppt_y+-0.5000*(ppt_x*-0.0000-(1-ppt_y)*-1.0000)"/>
                                          </p:val>
                                        </p:tav>
                                        <p:tav tm="55000">
                                          <p:val>
                                            <p:strVal val="ppt_y+-0.5500*(ppt_x*-0.3090-(1-ppt_y)*-0.9511)"/>
                                          </p:val>
                                        </p:tav>
                                        <p:tav tm="60000">
                                          <p:val>
                                            <p:strVal val="ppt_y+-0.6000*(ppt_x*-0.5878-(1-ppt_y)*-0.8090)"/>
                                          </p:val>
                                        </p:tav>
                                        <p:tav tm="65000">
                                          <p:val>
                                            <p:strVal val="ppt_y+-0.6500*(ppt_x*-0.8090-(1-ppt_y)*-0.5878)"/>
                                          </p:val>
                                        </p:tav>
                                        <p:tav tm="70000">
                                          <p:val>
                                            <p:strVal val="ppt_y+-0.7000*(ppt_x*-0.9511-(1-ppt_y)*-0.3090)"/>
                                          </p:val>
                                        </p:tav>
                                        <p:tav tm="75000">
                                          <p:val>
                                            <p:strVal val="ppt_y+-0.7500*(ppt_x*-1.0000-(1-ppt_y)*0.0000)"/>
                                          </p:val>
                                        </p:tav>
                                        <p:tav tm="80000">
                                          <p:val>
                                            <p:strVal val="ppt_y+-0.8000*(ppt_x*-0.9511-(1-ppt_y)*0.3090)"/>
                                          </p:val>
                                        </p:tav>
                                        <p:tav tm="85000">
                                          <p:val>
                                            <p:strVal val="ppt_y+-0.8500*(ppt_x*-0.8090-(1-ppt_y)*0.5878)"/>
                                          </p:val>
                                        </p:tav>
                                        <p:tav tm="90000">
                                          <p:val>
                                            <p:strVal val="ppt_y+-0.9000*(ppt_x*-0.5878-(1-ppt_y)*0.8090)"/>
                                          </p:val>
                                        </p:tav>
                                        <p:tav tm="95000">
                                          <p:val>
                                            <p:strVal val="ppt_y+-0.9500*(ppt_x*-0.3090-(1-ppt_y)*0.9511)"/>
                                          </p:val>
                                        </p:tav>
                                        <p:tav tm="100000">
                                          <p:val>
                                            <p:strVal val="ppt_y+-1.0000*(ppt_x*0.0000-(1-ppt_y)*1.0000)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5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6" dur="1000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5000">
                                          <p:val>
                                            <p:strVal val="ppt_x+-0.0500*(ppt_x*0.9511+(1-ppt_y)*0.3090)"/>
                                          </p:val>
                                        </p:tav>
                                        <p:tav tm="10000">
                                          <p:val>
                                            <p:strVal val="ppt_x+-0.1000*(ppt_x*0.8090+(1-ppt_y)*0.5878)"/>
                                          </p:val>
                                        </p:tav>
                                        <p:tav tm="15000">
                                          <p:val>
                                            <p:strVal val="ppt_x+-0.1500*(ppt_x*0.5878+(1-ppt_y)*0.8090)"/>
                                          </p:val>
                                        </p:tav>
                                        <p:tav tm="20000">
                                          <p:val>
                                            <p:strVal val="ppt_x+-0.2000*(ppt_x*0.3090+(1-ppt_y)*0.9511)"/>
                                          </p:val>
                                        </p:tav>
                                        <p:tav tm="25000">
                                          <p:val>
                                            <p:strVal val="ppt_x+-0.2500*(ppt_x*-0.0000+(1-ppt_y)*1.0000)"/>
                                          </p:val>
                                        </p:tav>
                                        <p:tav tm="30000">
                                          <p:val>
                                            <p:strVal val="ppt_x+-0.3000*(ppt_x*-0.3090+(1-ppt_y)*0.9511)"/>
                                          </p:val>
                                        </p:tav>
                                        <p:tav tm="35000">
                                          <p:val>
                                            <p:strVal val="ppt_x+-0.3500*(ppt_x*-0.5878+(1-ppt_y)*0.8090)"/>
                                          </p:val>
                                        </p:tav>
                                        <p:tav tm="40000">
                                          <p:val>
                                            <p:strVal val="ppt_x+-0.4000*(ppt_x*-0.8090+(1-ppt_y)*0.5878)"/>
                                          </p:val>
                                        </p:tav>
                                        <p:tav tm="45000">
                                          <p:val>
                                            <p:strVal val="ppt_x+-0.4500*(ppt_x*-0.9511+(1-ppt_y)*0.3090)"/>
                                          </p:val>
                                        </p:tav>
                                        <p:tav tm="50000">
                                          <p:val>
                                            <p:strVal val="ppt_x+-0.5000*(ppt_x*-1.0000+(1-ppt_y)*-0.0000)"/>
                                          </p:val>
                                        </p:tav>
                                        <p:tav tm="55000">
                                          <p:val>
                                            <p:strVal val="ppt_x+-0.5500*(ppt_x*-0.9511+(1-ppt_y)*-0.3090)"/>
                                          </p:val>
                                        </p:tav>
                                        <p:tav tm="60000">
                                          <p:val>
                                            <p:strVal val="ppt_x+-0.6000*(ppt_x*-0.8090+(1-ppt_y)*-0.5878)"/>
                                          </p:val>
                                        </p:tav>
                                        <p:tav tm="65000">
                                          <p:val>
                                            <p:strVal val="ppt_x+-0.6500*(ppt_x*-0.5878+(1-ppt_y)*-0.8090)"/>
                                          </p:val>
                                        </p:tav>
                                        <p:tav tm="70000">
                                          <p:val>
                                            <p:strVal val="ppt_x+-0.7000*(ppt_x*-0.3090+(1-ppt_y)*-0.9511)"/>
                                          </p:val>
                                        </p:tav>
                                        <p:tav tm="75000">
                                          <p:val>
                                            <p:strVal val="ppt_x+-0.7500*(ppt_x*0.0000+(1-ppt_y)*-1.0000)"/>
                                          </p:val>
                                        </p:tav>
                                        <p:tav tm="80000">
                                          <p:val>
                                            <p:strVal val="ppt_x+-0.8000*(ppt_x*0.3090+(1-ppt_y)*-0.9511)"/>
                                          </p:val>
                                        </p:tav>
                                        <p:tav tm="85000">
                                          <p:val>
                                            <p:strVal val="ppt_x+-0.8500*(ppt_x*0.5878+(1-ppt_y)*-0.8090)"/>
                                          </p:val>
                                        </p:tav>
                                        <p:tav tm="90000">
                                          <p:val>
                                            <p:strVal val="ppt_x+-0.9000*(ppt_x*0.8090+(1-ppt_y)*-0.5878)"/>
                                          </p:val>
                                        </p:tav>
                                        <p:tav tm="95000">
                                          <p:val>
                                            <p:strVal val="ppt_x+-0.9500*(ppt_x*0.9511+(1-ppt_y)*-0.3090)"/>
                                          </p:val>
                                        </p:tav>
                                        <p:tav tm="100000">
                                          <p:val>
                                            <p:strVal val="ppt_x+-1.0000*(ppt_x*1.0000+(1-ppt_y)*0.0000)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5000">
                                          <p:val>
                                            <p:strVal val="ppt_y+-0.0500*(ppt_x*0.3090-(1-ppt_y)*0.9511)"/>
                                          </p:val>
                                        </p:tav>
                                        <p:tav tm="10000">
                                          <p:val>
                                            <p:strVal val="ppt_y+-0.1000*(ppt_x*0.5878-(1-ppt_y)*0.8090)"/>
                                          </p:val>
                                        </p:tav>
                                        <p:tav tm="15000">
                                          <p:val>
                                            <p:strVal val="ppt_y+-0.1500*(ppt_x*0.8090-(1-ppt_y)*0.5878)"/>
                                          </p:val>
                                        </p:tav>
                                        <p:tav tm="20000">
                                          <p:val>
                                            <p:strVal val="ppt_y+-0.2000*(ppt_x*0.9511-(1-ppt_y)*0.3090)"/>
                                          </p:val>
                                        </p:tav>
                                        <p:tav tm="25000">
                                          <p:val>
                                            <p:strVal val="ppt_y+-0.2500*(ppt_x*1.0000-(1-ppt_y)*-0.0000)"/>
                                          </p:val>
                                        </p:tav>
                                        <p:tav tm="30000">
                                          <p:val>
                                            <p:strVal val="ppt_y+-0.3000*(ppt_x*0.9511-(1-ppt_y)*-0.3090)"/>
                                          </p:val>
                                        </p:tav>
                                        <p:tav tm="35000">
                                          <p:val>
                                            <p:strVal val="ppt_y+-0.3500*(ppt_x*0.8090-(1-ppt_y)*-0.5878)"/>
                                          </p:val>
                                        </p:tav>
                                        <p:tav tm="40000">
                                          <p:val>
                                            <p:strVal val="ppt_y+-0.4000*(ppt_x*0.5878-(1-ppt_y)*-0.8090)"/>
                                          </p:val>
                                        </p:tav>
                                        <p:tav tm="45000">
                                          <p:val>
                                            <p:strVal val="ppt_y+-0.4500*(ppt_x*0.3090-(1-ppt_y)*-0.9511)"/>
                                          </p:val>
                                        </p:tav>
                                        <p:tav tm="50000">
                                          <p:val>
                                            <p:strVal val="ppt_y+-0.5000*(ppt_x*-0.0000-(1-ppt_y)*-1.0000)"/>
                                          </p:val>
                                        </p:tav>
                                        <p:tav tm="55000">
                                          <p:val>
                                            <p:strVal val="ppt_y+-0.5500*(ppt_x*-0.3090-(1-ppt_y)*-0.9511)"/>
                                          </p:val>
                                        </p:tav>
                                        <p:tav tm="60000">
                                          <p:val>
                                            <p:strVal val="ppt_y+-0.6000*(ppt_x*-0.5878-(1-ppt_y)*-0.8090)"/>
                                          </p:val>
                                        </p:tav>
                                        <p:tav tm="65000">
                                          <p:val>
                                            <p:strVal val="ppt_y+-0.6500*(ppt_x*-0.8090-(1-ppt_y)*-0.5878)"/>
                                          </p:val>
                                        </p:tav>
                                        <p:tav tm="70000">
                                          <p:val>
                                            <p:strVal val="ppt_y+-0.7000*(ppt_x*-0.9511-(1-ppt_y)*-0.3090)"/>
                                          </p:val>
                                        </p:tav>
                                        <p:tav tm="75000">
                                          <p:val>
                                            <p:strVal val="ppt_y+-0.7500*(ppt_x*-1.0000-(1-ppt_y)*0.0000)"/>
                                          </p:val>
                                        </p:tav>
                                        <p:tav tm="80000">
                                          <p:val>
                                            <p:strVal val="ppt_y+-0.8000*(ppt_x*-0.9511-(1-ppt_y)*0.3090)"/>
                                          </p:val>
                                        </p:tav>
                                        <p:tav tm="85000">
                                          <p:val>
                                            <p:strVal val="ppt_y+-0.8500*(ppt_x*-0.8090-(1-ppt_y)*0.5878)"/>
                                          </p:val>
                                        </p:tav>
                                        <p:tav tm="90000">
                                          <p:val>
                                            <p:strVal val="ppt_y+-0.9000*(ppt_x*-0.5878-(1-ppt_y)*0.8090)"/>
                                          </p:val>
                                        </p:tav>
                                        <p:tav tm="95000">
                                          <p:val>
                                            <p:strVal val="ppt_y+-0.9500*(ppt_x*-0.3090-(1-ppt_y)*0.9511)"/>
                                          </p:val>
                                        </p:tav>
                                        <p:tav tm="100000">
                                          <p:val>
                                            <p:strVal val="ppt_y+-1.0000*(ppt_x*0.0000-(1-ppt_y)*1.0000)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5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42" dur="1000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5000">
                                          <p:val>
                                            <p:strVal val="ppt_x+-0.0500*(ppt_x*0.9511+(1-ppt_y)*0.3090)"/>
                                          </p:val>
                                        </p:tav>
                                        <p:tav tm="10000">
                                          <p:val>
                                            <p:strVal val="ppt_x+-0.1000*(ppt_x*0.8090+(1-ppt_y)*0.5878)"/>
                                          </p:val>
                                        </p:tav>
                                        <p:tav tm="15000">
                                          <p:val>
                                            <p:strVal val="ppt_x+-0.1500*(ppt_x*0.5878+(1-ppt_y)*0.8090)"/>
                                          </p:val>
                                        </p:tav>
                                        <p:tav tm="20000">
                                          <p:val>
                                            <p:strVal val="ppt_x+-0.2000*(ppt_x*0.3090+(1-ppt_y)*0.9511)"/>
                                          </p:val>
                                        </p:tav>
                                        <p:tav tm="25000">
                                          <p:val>
                                            <p:strVal val="ppt_x+-0.2500*(ppt_x*-0.0000+(1-ppt_y)*1.0000)"/>
                                          </p:val>
                                        </p:tav>
                                        <p:tav tm="30000">
                                          <p:val>
                                            <p:strVal val="ppt_x+-0.3000*(ppt_x*-0.3090+(1-ppt_y)*0.9511)"/>
                                          </p:val>
                                        </p:tav>
                                        <p:tav tm="35000">
                                          <p:val>
                                            <p:strVal val="ppt_x+-0.3500*(ppt_x*-0.5878+(1-ppt_y)*0.8090)"/>
                                          </p:val>
                                        </p:tav>
                                        <p:tav tm="40000">
                                          <p:val>
                                            <p:strVal val="ppt_x+-0.4000*(ppt_x*-0.8090+(1-ppt_y)*0.5878)"/>
                                          </p:val>
                                        </p:tav>
                                        <p:tav tm="45000">
                                          <p:val>
                                            <p:strVal val="ppt_x+-0.4500*(ppt_x*-0.9511+(1-ppt_y)*0.3090)"/>
                                          </p:val>
                                        </p:tav>
                                        <p:tav tm="50000">
                                          <p:val>
                                            <p:strVal val="ppt_x+-0.5000*(ppt_x*-1.0000+(1-ppt_y)*-0.0000)"/>
                                          </p:val>
                                        </p:tav>
                                        <p:tav tm="55000">
                                          <p:val>
                                            <p:strVal val="ppt_x+-0.5500*(ppt_x*-0.9511+(1-ppt_y)*-0.3090)"/>
                                          </p:val>
                                        </p:tav>
                                        <p:tav tm="60000">
                                          <p:val>
                                            <p:strVal val="ppt_x+-0.6000*(ppt_x*-0.8090+(1-ppt_y)*-0.5878)"/>
                                          </p:val>
                                        </p:tav>
                                        <p:tav tm="65000">
                                          <p:val>
                                            <p:strVal val="ppt_x+-0.6500*(ppt_x*-0.5878+(1-ppt_y)*-0.8090)"/>
                                          </p:val>
                                        </p:tav>
                                        <p:tav tm="70000">
                                          <p:val>
                                            <p:strVal val="ppt_x+-0.7000*(ppt_x*-0.3090+(1-ppt_y)*-0.9511)"/>
                                          </p:val>
                                        </p:tav>
                                        <p:tav tm="75000">
                                          <p:val>
                                            <p:strVal val="ppt_x+-0.7500*(ppt_x*0.0000+(1-ppt_y)*-1.0000)"/>
                                          </p:val>
                                        </p:tav>
                                        <p:tav tm="80000">
                                          <p:val>
                                            <p:strVal val="ppt_x+-0.8000*(ppt_x*0.3090+(1-ppt_y)*-0.9511)"/>
                                          </p:val>
                                        </p:tav>
                                        <p:tav tm="85000">
                                          <p:val>
                                            <p:strVal val="ppt_x+-0.8500*(ppt_x*0.5878+(1-ppt_y)*-0.8090)"/>
                                          </p:val>
                                        </p:tav>
                                        <p:tav tm="90000">
                                          <p:val>
                                            <p:strVal val="ppt_x+-0.9000*(ppt_x*0.8090+(1-ppt_y)*-0.5878)"/>
                                          </p:val>
                                        </p:tav>
                                        <p:tav tm="95000">
                                          <p:val>
                                            <p:strVal val="ppt_x+-0.9500*(ppt_x*0.9511+(1-ppt_y)*-0.3090)"/>
                                          </p:val>
                                        </p:tav>
                                        <p:tav tm="100000">
                                          <p:val>
                                            <p:strVal val="ppt_x+-1.0000*(ppt_x*1.0000+(1-ppt_y)*0.0000)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5000">
                                          <p:val>
                                            <p:strVal val="ppt_y+-0.0500*(ppt_x*0.3090-(1-ppt_y)*0.9511)"/>
                                          </p:val>
                                        </p:tav>
                                        <p:tav tm="10000">
                                          <p:val>
                                            <p:strVal val="ppt_y+-0.1000*(ppt_x*0.5878-(1-ppt_y)*0.8090)"/>
                                          </p:val>
                                        </p:tav>
                                        <p:tav tm="15000">
                                          <p:val>
                                            <p:strVal val="ppt_y+-0.1500*(ppt_x*0.8090-(1-ppt_y)*0.5878)"/>
                                          </p:val>
                                        </p:tav>
                                        <p:tav tm="20000">
                                          <p:val>
                                            <p:strVal val="ppt_y+-0.2000*(ppt_x*0.9511-(1-ppt_y)*0.3090)"/>
                                          </p:val>
                                        </p:tav>
                                        <p:tav tm="25000">
                                          <p:val>
                                            <p:strVal val="ppt_y+-0.2500*(ppt_x*1.0000-(1-ppt_y)*-0.0000)"/>
                                          </p:val>
                                        </p:tav>
                                        <p:tav tm="30000">
                                          <p:val>
                                            <p:strVal val="ppt_y+-0.3000*(ppt_x*0.9511-(1-ppt_y)*-0.3090)"/>
                                          </p:val>
                                        </p:tav>
                                        <p:tav tm="35000">
                                          <p:val>
                                            <p:strVal val="ppt_y+-0.3500*(ppt_x*0.8090-(1-ppt_y)*-0.5878)"/>
                                          </p:val>
                                        </p:tav>
                                        <p:tav tm="40000">
                                          <p:val>
                                            <p:strVal val="ppt_y+-0.4000*(ppt_x*0.5878-(1-ppt_y)*-0.8090)"/>
                                          </p:val>
                                        </p:tav>
                                        <p:tav tm="45000">
                                          <p:val>
                                            <p:strVal val="ppt_y+-0.4500*(ppt_x*0.3090-(1-ppt_y)*-0.9511)"/>
                                          </p:val>
                                        </p:tav>
                                        <p:tav tm="50000">
                                          <p:val>
                                            <p:strVal val="ppt_y+-0.5000*(ppt_x*-0.0000-(1-ppt_y)*-1.0000)"/>
                                          </p:val>
                                        </p:tav>
                                        <p:tav tm="55000">
                                          <p:val>
                                            <p:strVal val="ppt_y+-0.5500*(ppt_x*-0.3090-(1-ppt_y)*-0.9511)"/>
                                          </p:val>
                                        </p:tav>
                                        <p:tav tm="60000">
                                          <p:val>
                                            <p:strVal val="ppt_y+-0.6000*(ppt_x*-0.5878-(1-ppt_y)*-0.8090)"/>
                                          </p:val>
                                        </p:tav>
                                        <p:tav tm="65000">
                                          <p:val>
                                            <p:strVal val="ppt_y+-0.6500*(ppt_x*-0.8090-(1-ppt_y)*-0.5878)"/>
                                          </p:val>
                                        </p:tav>
                                        <p:tav tm="70000">
                                          <p:val>
                                            <p:strVal val="ppt_y+-0.7000*(ppt_x*-0.9511-(1-ppt_y)*-0.3090)"/>
                                          </p:val>
                                        </p:tav>
                                        <p:tav tm="75000">
                                          <p:val>
                                            <p:strVal val="ppt_y+-0.7500*(ppt_x*-1.0000-(1-ppt_y)*0.0000)"/>
                                          </p:val>
                                        </p:tav>
                                        <p:tav tm="80000">
                                          <p:val>
                                            <p:strVal val="ppt_y+-0.8000*(ppt_x*-0.9511-(1-ppt_y)*0.3090)"/>
                                          </p:val>
                                        </p:tav>
                                        <p:tav tm="85000">
                                          <p:val>
                                            <p:strVal val="ppt_y+-0.8500*(ppt_x*-0.8090-(1-ppt_y)*0.5878)"/>
                                          </p:val>
                                        </p:tav>
                                        <p:tav tm="90000">
                                          <p:val>
                                            <p:strVal val="ppt_y+-0.9000*(ppt_x*-0.5878-(1-ppt_y)*0.8090)"/>
                                          </p:val>
                                        </p:tav>
                                        <p:tav tm="95000">
                                          <p:val>
                                            <p:strVal val="ppt_y+-0.9500*(ppt_x*-0.3090-(1-ppt_y)*0.9511)"/>
                                          </p:val>
                                        </p:tav>
                                        <p:tav tm="100000">
                                          <p:val>
                                            <p:strVal val="ppt_y+-1.0000*(ppt_x*0.0000-(1-ppt_y)*1.0000)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5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48" dur="1000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5000">
                                          <p:val>
                                            <p:strVal val="ppt_x+-0.0500*(ppt_x*0.9511+(1-ppt_y)*0.3090)"/>
                                          </p:val>
                                        </p:tav>
                                        <p:tav tm="10000">
                                          <p:val>
                                            <p:strVal val="ppt_x+-0.1000*(ppt_x*0.8090+(1-ppt_y)*0.5878)"/>
                                          </p:val>
                                        </p:tav>
                                        <p:tav tm="15000">
                                          <p:val>
                                            <p:strVal val="ppt_x+-0.1500*(ppt_x*0.5878+(1-ppt_y)*0.8090)"/>
                                          </p:val>
                                        </p:tav>
                                        <p:tav tm="20000">
                                          <p:val>
                                            <p:strVal val="ppt_x+-0.2000*(ppt_x*0.3090+(1-ppt_y)*0.9511)"/>
                                          </p:val>
                                        </p:tav>
                                        <p:tav tm="25000">
                                          <p:val>
                                            <p:strVal val="ppt_x+-0.2500*(ppt_x*-0.0000+(1-ppt_y)*1.0000)"/>
                                          </p:val>
                                        </p:tav>
                                        <p:tav tm="30000">
                                          <p:val>
                                            <p:strVal val="ppt_x+-0.3000*(ppt_x*-0.3090+(1-ppt_y)*0.9511)"/>
                                          </p:val>
                                        </p:tav>
                                        <p:tav tm="35000">
                                          <p:val>
                                            <p:strVal val="ppt_x+-0.3500*(ppt_x*-0.5878+(1-ppt_y)*0.8090)"/>
                                          </p:val>
                                        </p:tav>
                                        <p:tav tm="40000">
                                          <p:val>
                                            <p:strVal val="ppt_x+-0.4000*(ppt_x*-0.8090+(1-ppt_y)*0.5878)"/>
                                          </p:val>
                                        </p:tav>
                                        <p:tav tm="45000">
                                          <p:val>
                                            <p:strVal val="ppt_x+-0.4500*(ppt_x*-0.9511+(1-ppt_y)*0.3090)"/>
                                          </p:val>
                                        </p:tav>
                                        <p:tav tm="50000">
                                          <p:val>
                                            <p:strVal val="ppt_x+-0.5000*(ppt_x*-1.0000+(1-ppt_y)*-0.0000)"/>
                                          </p:val>
                                        </p:tav>
                                        <p:tav tm="55000">
                                          <p:val>
                                            <p:strVal val="ppt_x+-0.5500*(ppt_x*-0.9511+(1-ppt_y)*-0.3090)"/>
                                          </p:val>
                                        </p:tav>
                                        <p:tav tm="60000">
                                          <p:val>
                                            <p:strVal val="ppt_x+-0.6000*(ppt_x*-0.8090+(1-ppt_y)*-0.5878)"/>
                                          </p:val>
                                        </p:tav>
                                        <p:tav tm="65000">
                                          <p:val>
                                            <p:strVal val="ppt_x+-0.6500*(ppt_x*-0.5878+(1-ppt_y)*-0.8090)"/>
                                          </p:val>
                                        </p:tav>
                                        <p:tav tm="70000">
                                          <p:val>
                                            <p:strVal val="ppt_x+-0.7000*(ppt_x*-0.3090+(1-ppt_y)*-0.9511)"/>
                                          </p:val>
                                        </p:tav>
                                        <p:tav tm="75000">
                                          <p:val>
                                            <p:strVal val="ppt_x+-0.7500*(ppt_x*0.0000+(1-ppt_y)*-1.0000)"/>
                                          </p:val>
                                        </p:tav>
                                        <p:tav tm="80000">
                                          <p:val>
                                            <p:strVal val="ppt_x+-0.8000*(ppt_x*0.3090+(1-ppt_y)*-0.9511)"/>
                                          </p:val>
                                        </p:tav>
                                        <p:tav tm="85000">
                                          <p:val>
                                            <p:strVal val="ppt_x+-0.8500*(ppt_x*0.5878+(1-ppt_y)*-0.8090)"/>
                                          </p:val>
                                        </p:tav>
                                        <p:tav tm="90000">
                                          <p:val>
                                            <p:strVal val="ppt_x+-0.9000*(ppt_x*0.8090+(1-ppt_y)*-0.5878)"/>
                                          </p:val>
                                        </p:tav>
                                        <p:tav tm="95000">
                                          <p:val>
                                            <p:strVal val="ppt_x+-0.9500*(ppt_x*0.9511+(1-ppt_y)*-0.3090)"/>
                                          </p:val>
                                        </p:tav>
                                        <p:tav tm="100000">
                                          <p:val>
                                            <p:strVal val="ppt_x+-1.0000*(ppt_x*1.0000+(1-ppt_y)*0.0000)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5000">
                                          <p:val>
                                            <p:strVal val="ppt_y+-0.0500*(ppt_x*0.3090-(1-ppt_y)*0.9511)"/>
                                          </p:val>
                                        </p:tav>
                                        <p:tav tm="10000">
                                          <p:val>
                                            <p:strVal val="ppt_y+-0.1000*(ppt_x*0.5878-(1-ppt_y)*0.8090)"/>
                                          </p:val>
                                        </p:tav>
                                        <p:tav tm="15000">
                                          <p:val>
                                            <p:strVal val="ppt_y+-0.1500*(ppt_x*0.8090-(1-ppt_y)*0.5878)"/>
                                          </p:val>
                                        </p:tav>
                                        <p:tav tm="20000">
                                          <p:val>
                                            <p:strVal val="ppt_y+-0.2000*(ppt_x*0.9511-(1-ppt_y)*0.3090)"/>
                                          </p:val>
                                        </p:tav>
                                        <p:tav tm="25000">
                                          <p:val>
                                            <p:strVal val="ppt_y+-0.2500*(ppt_x*1.0000-(1-ppt_y)*-0.0000)"/>
                                          </p:val>
                                        </p:tav>
                                        <p:tav tm="30000">
                                          <p:val>
                                            <p:strVal val="ppt_y+-0.3000*(ppt_x*0.9511-(1-ppt_y)*-0.3090)"/>
                                          </p:val>
                                        </p:tav>
                                        <p:tav tm="35000">
                                          <p:val>
                                            <p:strVal val="ppt_y+-0.3500*(ppt_x*0.8090-(1-ppt_y)*-0.5878)"/>
                                          </p:val>
                                        </p:tav>
                                        <p:tav tm="40000">
                                          <p:val>
                                            <p:strVal val="ppt_y+-0.4000*(ppt_x*0.5878-(1-ppt_y)*-0.8090)"/>
                                          </p:val>
                                        </p:tav>
                                        <p:tav tm="45000">
                                          <p:val>
                                            <p:strVal val="ppt_y+-0.4500*(ppt_x*0.3090-(1-ppt_y)*-0.9511)"/>
                                          </p:val>
                                        </p:tav>
                                        <p:tav tm="50000">
                                          <p:val>
                                            <p:strVal val="ppt_y+-0.5000*(ppt_x*-0.0000-(1-ppt_y)*-1.0000)"/>
                                          </p:val>
                                        </p:tav>
                                        <p:tav tm="55000">
                                          <p:val>
                                            <p:strVal val="ppt_y+-0.5500*(ppt_x*-0.3090-(1-ppt_y)*-0.9511)"/>
                                          </p:val>
                                        </p:tav>
                                        <p:tav tm="60000">
                                          <p:val>
                                            <p:strVal val="ppt_y+-0.6000*(ppt_x*-0.5878-(1-ppt_y)*-0.8090)"/>
                                          </p:val>
                                        </p:tav>
                                        <p:tav tm="65000">
                                          <p:val>
                                            <p:strVal val="ppt_y+-0.6500*(ppt_x*-0.8090-(1-ppt_y)*-0.5878)"/>
                                          </p:val>
                                        </p:tav>
                                        <p:tav tm="70000">
                                          <p:val>
                                            <p:strVal val="ppt_y+-0.7000*(ppt_x*-0.9511-(1-ppt_y)*-0.3090)"/>
                                          </p:val>
                                        </p:tav>
                                        <p:tav tm="75000">
                                          <p:val>
                                            <p:strVal val="ppt_y+-0.7500*(ppt_x*-1.0000-(1-ppt_y)*0.0000)"/>
                                          </p:val>
                                        </p:tav>
                                        <p:tav tm="80000">
                                          <p:val>
                                            <p:strVal val="ppt_y+-0.8000*(ppt_x*-0.9511-(1-ppt_y)*0.3090)"/>
                                          </p:val>
                                        </p:tav>
                                        <p:tav tm="85000">
                                          <p:val>
                                            <p:strVal val="ppt_y+-0.8500*(ppt_x*-0.8090-(1-ppt_y)*0.5878)"/>
                                          </p:val>
                                        </p:tav>
                                        <p:tav tm="90000">
                                          <p:val>
                                            <p:strVal val="ppt_y+-0.9000*(ppt_x*-0.5878-(1-ppt_y)*0.8090)"/>
                                          </p:val>
                                        </p:tav>
                                        <p:tav tm="95000">
                                          <p:val>
                                            <p:strVal val="ppt_y+-0.9500*(ppt_x*-0.3090-(1-ppt_y)*0.9511)"/>
                                          </p:val>
                                        </p:tav>
                                        <p:tav tm="100000">
                                          <p:val>
                                            <p:strVal val="ppt_y+-1.0000*(ppt_x*0.0000-(1-ppt_y)*1.0000)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5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54" dur="1000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5000">
                                          <p:val>
                                            <p:strVal val="ppt_x+-0.0500*(ppt_x*0.9511+(1-ppt_y)*0.3090)"/>
                                          </p:val>
                                        </p:tav>
                                        <p:tav tm="10000">
                                          <p:val>
                                            <p:strVal val="ppt_x+-0.1000*(ppt_x*0.8090+(1-ppt_y)*0.5878)"/>
                                          </p:val>
                                        </p:tav>
                                        <p:tav tm="15000">
                                          <p:val>
                                            <p:strVal val="ppt_x+-0.1500*(ppt_x*0.5878+(1-ppt_y)*0.8090)"/>
                                          </p:val>
                                        </p:tav>
                                        <p:tav tm="20000">
                                          <p:val>
                                            <p:strVal val="ppt_x+-0.2000*(ppt_x*0.3090+(1-ppt_y)*0.9511)"/>
                                          </p:val>
                                        </p:tav>
                                        <p:tav tm="25000">
                                          <p:val>
                                            <p:strVal val="ppt_x+-0.2500*(ppt_x*-0.0000+(1-ppt_y)*1.0000)"/>
                                          </p:val>
                                        </p:tav>
                                        <p:tav tm="30000">
                                          <p:val>
                                            <p:strVal val="ppt_x+-0.3000*(ppt_x*-0.3090+(1-ppt_y)*0.9511)"/>
                                          </p:val>
                                        </p:tav>
                                        <p:tav tm="35000">
                                          <p:val>
                                            <p:strVal val="ppt_x+-0.3500*(ppt_x*-0.5878+(1-ppt_y)*0.8090)"/>
                                          </p:val>
                                        </p:tav>
                                        <p:tav tm="40000">
                                          <p:val>
                                            <p:strVal val="ppt_x+-0.4000*(ppt_x*-0.8090+(1-ppt_y)*0.5878)"/>
                                          </p:val>
                                        </p:tav>
                                        <p:tav tm="45000">
                                          <p:val>
                                            <p:strVal val="ppt_x+-0.4500*(ppt_x*-0.9511+(1-ppt_y)*0.3090)"/>
                                          </p:val>
                                        </p:tav>
                                        <p:tav tm="50000">
                                          <p:val>
                                            <p:strVal val="ppt_x+-0.5000*(ppt_x*-1.0000+(1-ppt_y)*-0.0000)"/>
                                          </p:val>
                                        </p:tav>
                                        <p:tav tm="55000">
                                          <p:val>
                                            <p:strVal val="ppt_x+-0.5500*(ppt_x*-0.9511+(1-ppt_y)*-0.3090)"/>
                                          </p:val>
                                        </p:tav>
                                        <p:tav tm="60000">
                                          <p:val>
                                            <p:strVal val="ppt_x+-0.6000*(ppt_x*-0.8090+(1-ppt_y)*-0.5878)"/>
                                          </p:val>
                                        </p:tav>
                                        <p:tav tm="65000">
                                          <p:val>
                                            <p:strVal val="ppt_x+-0.6500*(ppt_x*-0.5878+(1-ppt_y)*-0.8090)"/>
                                          </p:val>
                                        </p:tav>
                                        <p:tav tm="70000">
                                          <p:val>
                                            <p:strVal val="ppt_x+-0.7000*(ppt_x*-0.3090+(1-ppt_y)*-0.9511)"/>
                                          </p:val>
                                        </p:tav>
                                        <p:tav tm="75000">
                                          <p:val>
                                            <p:strVal val="ppt_x+-0.7500*(ppt_x*0.0000+(1-ppt_y)*-1.0000)"/>
                                          </p:val>
                                        </p:tav>
                                        <p:tav tm="80000">
                                          <p:val>
                                            <p:strVal val="ppt_x+-0.8000*(ppt_x*0.3090+(1-ppt_y)*-0.9511)"/>
                                          </p:val>
                                        </p:tav>
                                        <p:tav tm="85000">
                                          <p:val>
                                            <p:strVal val="ppt_x+-0.8500*(ppt_x*0.5878+(1-ppt_y)*-0.8090)"/>
                                          </p:val>
                                        </p:tav>
                                        <p:tav tm="90000">
                                          <p:val>
                                            <p:strVal val="ppt_x+-0.9000*(ppt_x*0.8090+(1-ppt_y)*-0.5878)"/>
                                          </p:val>
                                        </p:tav>
                                        <p:tav tm="95000">
                                          <p:val>
                                            <p:strVal val="ppt_x+-0.9500*(ppt_x*0.9511+(1-ppt_y)*-0.3090)"/>
                                          </p:val>
                                        </p:tav>
                                        <p:tav tm="100000">
                                          <p:val>
                                            <p:strVal val="ppt_x+-1.0000*(ppt_x*1.0000+(1-ppt_y)*0.0000)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5000">
                                          <p:val>
                                            <p:strVal val="ppt_y+-0.0500*(ppt_x*0.3090-(1-ppt_y)*0.9511)"/>
                                          </p:val>
                                        </p:tav>
                                        <p:tav tm="10000">
                                          <p:val>
                                            <p:strVal val="ppt_y+-0.1000*(ppt_x*0.5878-(1-ppt_y)*0.8090)"/>
                                          </p:val>
                                        </p:tav>
                                        <p:tav tm="15000">
                                          <p:val>
                                            <p:strVal val="ppt_y+-0.1500*(ppt_x*0.8090-(1-ppt_y)*0.5878)"/>
                                          </p:val>
                                        </p:tav>
                                        <p:tav tm="20000">
                                          <p:val>
                                            <p:strVal val="ppt_y+-0.2000*(ppt_x*0.9511-(1-ppt_y)*0.3090)"/>
                                          </p:val>
                                        </p:tav>
                                        <p:tav tm="25000">
                                          <p:val>
                                            <p:strVal val="ppt_y+-0.2500*(ppt_x*1.0000-(1-ppt_y)*-0.0000)"/>
                                          </p:val>
                                        </p:tav>
                                        <p:tav tm="30000">
                                          <p:val>
                                            <p:strVal val="ppt_y+-0.3000*(ppt_x*0.9511-(1-ppt_y)*-0.3090)"/>
                                          </p:val>
                                        </p:tav>
                                        <p:tav tm="35000">
                                          <p:val>
                                            <p:strVal val="ppt_y+-0.3500*(ppt_x*0.8090-(1-ppt_y)*-0.5878)"/>
                                          </p:val>
                                        </p:tav>
                                        <p:tav tm="40000">
                                          <p:val>
                                            <p:strVal val="ppt_y+-0.4000*(ppt_x*0.5878-(1-ppt_y)*-0.8090)"/>
                                          </p:val>
                                        </p:tav>
                                        <p:tav tm="45000">
                                          <p:val>
                                            <p:strVal val="ppt_y+-0.4500*(ppt_x*0.3090-(1-ppt_y)*-0.9511)"/>
                                          </p:val>
                                        </p:tav>
                                        <p:tav tm="50000">
                                          <p:val>
                                            <p:strVal val="ppt_y+-0.5000*(ppt_x*-0.0000-(1-ppt_y)*-1.0000)"/>
                                          </p:val>
                                        </p:tav>
                                        <p:tav tm="55000">
                                          <p:val>
                                            <p:strVal val="ppt_y+-0.5500*(ppt_x*-0.3090-(1-ppt_y)*-0.9511)"/>
                                          </p:val>
                                        </p:tav>
                                        <p:tav tm="60000">
                                          <p:val>
                                            <p:strVal val="ppt_y+-0.6000*(ppt_x*-0.5878-(1-ppt_y)*-0.8090)"/>
                                          </p:val>
                                        </p:tav>
                                        <p:tav tm="65000">
                                          <p:val>
                                            <p:strVal val="ppt_y+-0.6500*(ppt_x*-0.8090-(1-ppt_y)*-0.5878)"/>
                                          </p:val>
                                        </p:tav>
                                        <p:tav tm="70000">
                                          <p:val>
                                            <p:strVal val="ppt_y+-0.7000*(ppt_x*-0.9511-(1-ppt_y)*-0.3090)"/>
                                          </p:val>
                                        </p:tav>
                                        <p:tav tm="75000">
                                          <p:val>
                                            <p:strVal val="ppt_y+-0.7500*(ppt_x*-1.0000-(1-ppt_y)*0.0000)"/>
                                          </p:val>
                                        </p:tav>
                                        <p:tav tm="80000">
                                          <p:val>
                                            <p:strVal val="ppt_y+-0.8000*(ppt_x*-0.9511-(1-ppt_y)*0.3090)"/>
                                          </p:val>
                                        </p:tav>
                                        <p:tav tm="85000">
                                          <p:val>
                                            <p:strVal val="ppt_y+-0.8500*(ppt_x*-0.8090-(1-ppt_y)*0.5878)"/>
                                          </p:val>
                                        </p:tav>
                                        <p:tav tm="90000">
                                          <p:val>
                                            <p:strVal val="ppt_y+-0.9000*(ppt_x*-0.5878-(1-ppt_y)*0.8090)"/>
                                          </p:val>
                                        </p:tav>
                                        <p:tav tm="95000">
                                          <p:val>
                                            <p:strVal val="ppt_y+-0.9500*(ppt_x*-0.3090-(1-ppt_y)*0.9511)"/>
                                          </p:val>
                                        </p:tav>
                                        <p:tav tm="100000">
                                          <p:val>
                                            <p:strVal val="ppt_y+-1.0000*(ppt_x*0.0000-(1-ppt_y)*1.0000)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1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1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13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13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1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1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14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14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14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14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1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10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10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10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3" presetID="1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15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15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1000" fill="hold"/>
                                        <p:tgtEl>
                                          <p:spTgt spid="15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1000" fill="hold"/>
                                        <p:tgtEl>
                                          <p:spTgt spid="15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1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1" dur="10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10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10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10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5" presetID="1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7" dur="1000" fill="hold"/>
                                        <p:tgtEl>
                                          <p:spTgt spid="16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1000" fill="hold"/>
                                        <p:tgtEl>
                                          <p:spTgt spid="16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1000" fill="hold"/>
                                        <p:tgtEl>
                                          <p:spTgt spid="16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1000" fill="hold"/>
                                        <p:tgtEl>
                                          <p:spTgt spid="16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1" presetID="1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3" dur="1000" fill="hold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1000" fill="hold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5" dur="1000" fill="hold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6" dur="1000" fill="hold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7" presetID="1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9" dur="1000" fill="hold"/>
                                        <p:tgtEl>
                                          <p:spTgt spid="17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0" dur="1000" fill="hold"/>
                                        <p:tgtEl>
                                          <p:spTgt spid="17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1" dur="1000" fill="hold"/>
                                        <p:tgtEl>
                                          <p:spTgt spid="17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2" dur="1000" fill="hold"/>
                                        <p:tgtEl>
                                          <p:spTgt spid="17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3" presetID="1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5" dur="1000" fill="hold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6" dur="1000" fill="hold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7" dur="1000" fill="hold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8" dur="1000" fill="hold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9" presetID="1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1" dur="1000" fill="hold"/>
                                        <p:tgtEl>
                                          <p:spTgt spid="18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2" dur="1000" fill="hold"/>
                                        <p:tgtEl>
                                          <p:spTgt spid="18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3" dur="1000" fill="hold"/>
                                        <p:tgtEl>
                                          <p:spTgt spid="18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4" dur="1000" fill="hold"/>
                                        <p:tgtEl>
                                          <p:spTgt spid="18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5" presetID="1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7" dur="1000" fill="hold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8" dur="1000" fill="hold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9" dur="1000" fill="hold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0" dur="1000" fill="hold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1" presetID="1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3" dur="1000" fill="hold"/>
                                        <p:tgtEl>
                                          <p:spTgt spid="19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4" dur="1000" fill="hold"/>
                                        <p:tgtEl>
                                          <p:spTgt spid="19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5" dur="1000" fill="hold"/>
                                        <p:tgtEl>
                                          <p:spTgt spid="19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6" dur="1000" fill="hold"/>
                                        <p:tgtEl>
                                          <p:spTgt spid="19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7" presetID="1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9" dur="1000" fill="hold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0" dur="1000" fill="hold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1" dur="1000" fill="hold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2" dur="1000" fill="hold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3" presetID="1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5" dur="1000" fill="hold"/>
                                        <p:tgtEl>
                                          <p:spTgt spid="20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6" dur="1000" fill="hold"/>
                                        <p:tgtEl>
                                          <p:spTgt spid="20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7" dur="1000" fill="hold"/>
                                        <p:tgtEl>
                                          <p:spTgt spid="20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8" dur="1000" fill="hold"/>
                                        <p:tgtEl>
                                          <p:spTgt spid="20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9" presetID="1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1" dur="1000" fill="hold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2" dur="1000" fill="hold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3" dur="1000" fill="hold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4" dur="1000" fill="hold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5" presetID="1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7" dur="1000" fill="hold"/>
                                        <p:tgtEl>
                                          <p:spTgt spid="21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8" dur="1000" fill="hold"/>
                                        <p:tgtEl>
                                          <p:spTgt spid="21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9" dur="1000" fill="hold"/>
                                        <p:tgtEl>
                                          <p:spTgt spid="21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0" dur="1000" fill="hold"/>
                                        <p:tgtEl>
                                          <p:spTgt spid="21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1" presetID="1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3" dur="1000" fill="hold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4" dur="1000" fill="hold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5" dur="1000" fill="hold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6" dur="1000" fill="hold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7" fill="hold">
                      <p:stCondLst>
                        <p:cond delay="indefinite"/>
                      </p:stCondLst>
                      <p:childTnLst>
                        <p:par>
                          <p:cTn id="168" fill="hold">
                            <p:stCondLst>
                              <p:cond delay="0"/>
                            </p:stCondLst>
                            <p:childTnLst>
                              <p:par>
                                <p:cTn id="16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1" fill="hold">
                            <p:stCondLst>
                              <p:cond delay="0"/>
                            </p:stCondLst>
                            <p:childTnLst>
                              <p:par>
                                <p:cTn id="17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/>
      <p:bldP spid="33" grpId="0"/>
      <p:bldP spid="34" grpId="0"/>
      <p:bldP spid="35" grpId="0"/>
      <p:bldP spid="36" grpId="0"/>
      <p:bldP spid="37" grpId="0"/>
      <p:bldP spid="38" grpId="0"/>
      <p:bldP spid="39" grpId="0"/>
      <p:bldP spid="40" grpId="0"/>
      <p:bldP spid="26" grpId="0"/>
      <p:bldP spid="13" grpId="0" build="allAtOnce" animBg="1"/>
      <p:bldP spid="14" grpId="0" build="allAtOnce" animBg="1"/>
      <p:bldP spid="15" grpId="0" build="allAtOnce" animBg="1"/>
      <p:bldP spid="16" grpId="0" build="allAtOnce" animBg="1"/>
      <p:bldP spid="17" grpId="0" build="allAtOnce" animBg="1"/>
      <p:bldP spid="18" grpId="0" build="allAtOnce" animBg="1"/>
      <p:bldP spid="19" grpId="0" build="allAtOnce" animBg="1"/>
      <p:bldP spid="20" grpId="0" build="allAtOnce" animBg="1"/>
      <p:bldP spid="21" grpId="0" build="allAtOnce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占位符 5">
            <a:extLst>
              <a:ext uri="{FF2B5EF4-FFF2-40B4-BE49-F238E27FC236}">
                <a16:creationId xmlns:a16="http://schemas.microsoft.com/office/drawing/2014/main" id="{CBA73C9B-B8A0-9D48-F550-126404D9B51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数组是什么？能干什么？</a:t>
            </a:r>
            <a:endParaRPr lang="en-US" altLang="zh-CN" dirty="0"/>
          </a:p>
          <a:p>
            <a:r>
              <a:rPr lang="en-US" altLang="zh-CN" dirty="0"/>
              <a:t>	</a:t>
            </a:r>
            <a:r>
              <a:rPr lang="zh-CN" altLang="en-US" dirty="0"/>
              <a:t>一种容器，可以存储同种数据类型的多个值</a:t>
            </a:r>
            <a:endParaRPr lang="en-US" altLang="zh-CN" dirty="0"/>
          </a:p>
          <a:p>
            <a:r>
              <a:rPr lang="zh-CN" altLang="en-US" dirty="0"/>
              <a:t>什么时候使用数组呢？</a:t>
            </a:r>
            <a:endParaRPr lang="en-US" altLang="zh-CN" dirty="0"/>
          </a:p>
          <a:p>
            <a:r>
              <a:rPr lang="en-US" altLang="zh-CN" dirty="0"/>
              <a:t>	</a:t>
            </a:r>
            <a:r>
              <a:rPr lang="zh-CN" altLang="en-US" dirty="0"/>
              <a:t>如果要操作的数据有多个，并且还属于一个整体</a:t>
            </a:r>
          </a:p>
        </p:txBody>
      </p:sp>
    </p:spTree>
    <p:extLst>
      <p:ext uri="{BB962C8B-B14F-4D97-AF65-F5344CB8AC3E}">
        <p14:creationId xmlns:p14="http://schemas.microsoft.com/office/powerpoint/2010/main" val="20130790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D7D7AC-AA23-449A-B03F-8BA3555B50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5C71F140-AFA4-DD99-F2AF-05BD7A05217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258201" y="1662411"/>
            <a:ext cx="3787673" cy="4287452"/>
          </a:xfrm>
        </p:spPr>
        <p:txBody>
          <a:bodyPr/>
          <a:lstStyle/>
          <a:p>
            <a:r>
              <a:rPr lang="zh-CN" altLang="en-US" dirty="0">
                <a:latin typeface="Consolas" panose="020B0609020204030204" pitchFamily="49" charset="0"/>
              </a:rPr>
              <a:t>数组介绍</a:t>
            </a:r>
            <a:endParaRPr lang="en-US" altLang="zh-CN" dirty="0">
              <a:latin typeface="Consolas" panose="020B0609020204030204" pitchFamily="49" charset="0"/>
            </a:endParaRPr>
          </a:p>
          <a:p>
            <a:r>
              <a:rPr lang="zh-CN" altLang="en-US" dirty="0">
                <a:latin typeface="Consolas" panose="020B0609020204030204" pitchFamily="49" charset="0"/>
              </a:rPr>
              <a:t>数组的定义和静态初始化</a:t>
            </a:r>
            <a:endParaRPr lang="en-US" altLang="zh-CN" dirty="0">
              <a:latin typeface="Consolas" panose="020B0609020204030204" pitchFamily="49" charset="0"/>
            </a:endParaRPr>
          </a:p>
          <a:p>
            <a:r>
              <a:rPr lang="zh-CN" altLang="en-US" dirty="0">
                <a:latin typeface="Consolas" panose="020B0609020204030204" pitchFamily="49" charset="0"/>
              </a:rPr>
              <a:t>数组元素访问</a:t>
            </a:r>
            <a:endParaRPr lang="en-US" altLang="zh-CN" dirty="0">
              <a:latin typeface="Consolas" panose="020B0609020204030204" pitchFamily="49" charset="0"/>
            </a:endParaRPr>
          </a:p>
          <a:p>
            <a:r>
              <a:rPr lang="zh-CN" altLang="en-US" dirty="0">
                <a:latin typeface="Consolas" panose="020B0609020204030204" pitchFamily="49" charset="0"/>
              </a:rPr>
              <a:t>数组遍历操作</a:t>
            </a:r>
            <a:endParaRPr lang="en-US" altLang="zh-CN" dirty="0">
              <a:latin typeface="Consolas" panose="020B0609020204030204" pitchFamily="49" charset="0"/>
            </a:endParaRPr>
          </a:p>
          <a:p>
            <a:r>
              <a:rPr lang="zh-CN" altLang="en-US" dirty="0">
                <a:latin typeface="Consolas" panose="020B0609020204030204" pitchFamily="49" charset="0"/>
              </a:rPr>
              <a:t>数组动态初始化</a:t>
            </a:r>
            <a:endParaRPr lang="en-US" altLang="zh-CN" dirty="0">
              <a:latin typeface="Consolas" panose="020B0609020204030204" pitchFamily="49" charset="0"/>
            </a:endParaRPr>
          </a:p>
          <a:p>
            <a:r>
              <a:rPr lang="zh-CN" altLang="en-US" dirty="0">
                <a:latin typeface="Consolas" panose="020B0609020204030204" pitchFamily="49" charset="0"/>
              </a:rPr>
              <a:t>数组内存图</a:t>
            </a:r>
            <a:endParaRPr lang="en-US" altLang="zh-CN" dirty="0">
              <a:latin typeface="Consolas" panose="020B0609020204030204" pitchFamily="49" charset="0"/>
            </a:endParaRPr>
          </a:p>
          <a:p>
            <a:r>
              <a:rPr lang="zh-CN" altLang="en-US" dirty="0">
                <a:latin typeface="Consolas" panose="020B0609020204030204" pitchFamily="49" charset="0"/>
              </a:rPr>
              <a:t>数组常见问题</a:t>
            </a:r>
            <a:endParaRPr lang="en-US" altLang="zh-CN" dirty="0">
              <a:latin typeface="Consolas" panose="020B0609020204030204" pitchFamily="49" charset="0"/>
            </a:endParaRPr>
          </a:p>
          <a:p>
            <a:r>
              <a:rPr lang="zh-CN" altLang="en-US" dirty="0">
                <a:latin typeface="Consolas" panose="020B0609020204030204" pitchFamily="49" charset="0"/>
              </a:rPr>
              <a:t>二维数组</a:t>
            </a:r>
          </a:p>
        </p:txBody>
      </p:sp>
    </p:spTree>
    <p:extLst>
      <p:ext uri="{BB962C8B-B14F-4D97-AF65-F5344CB8AC3E}">
        <p14:creationId xmlns:p14="http://schemas.microsoft.com/office/powerpoint/2010/main" val="297779679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8FC3DF-11CE-B144-710F-27354C02F8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AA5E05D-3A8E-4642-F501-C32FC05F344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834080" y="2465278"/>
            <a:ext cx="4831831" cy="901700"/>
          </a:xfrm>
        </p:spPr>
        <p:txBody>
          <a:bodyPr/>
          <a:lstStyle/>
          <a:p>
            <a:r>
              <a:rPr lang="zh-CN" altLang="en-US" dirty="0"/>
              <a:t>数组定义和静态初始化</a:t>
            </a:r>
          </a:p>
        </p:txBody>
      </p:sp>
      <p:sp>
        <p:nvSpPr>
          <p:cNvPr id="10" name="文本占位符 9">
            <a:extLst>
              <a:ext uri="{FF2B5EF4-FFF2-40B4-BE49-F238E27FC236}">
                <a16:creationId xmlns:a16="http://schemas.microsoft.com/office/drawing/2014/main" id="{858D89A2-9AAF-34B7-31D9-E0D8FB07712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zh-CN" dirty="0"/>
              <a:t>2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48437650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764C089C-0935-5E44-B9F7-7E9F84DDBA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数组定义</a:t>
            </a:r>
          </a:p>
        </p:txBody>
      </p:sp>
      <p:sp>
        <p:nvSpPr>
          <p:cNvPr id="2" name="TextBox 3">
            <a:extLst>
              <a:ext uri="{FF2B5EF4-FFF2-40B4-BE49-F238E27FC236}">
                <a16:creationId xmlns:a16="http://schemas.microsoft.com/office/drawing/2014/main" id="{730EA584-7440-2D1E-6637-B2456616B3ED}"/>
              </a:ext>
            </a:extLst>
          </p:cNvPr>
          <p:cNvSpPr txBox="1"/>
          <p:nvPr/>
        </p:nvSpPr>
        <p:spPr>
          <a:xfrm>
            <a:off x="576626" y="1069302"/>
            <a:ext cx="5657850" cy="2545184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268288" indent="-268288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l"/>
              <a:defRPr/>
            </a:pPr>
            <a:r>
              <a:rPr lang="zh-CN" altLang="en-US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格式一：</a:t>
            </a:r>
            <a:r>
              <a:rPr lang="zh-CN" altLang="en-US" dirty="0">
                <a:solidFill>
                  <a:srgbClr val="C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数据类型</a:t>
            </a:r>
            <a:r>
              <a:rPr lang="en-US" altLang="zh-CN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[]  </a:t>
            </a:r>
            <a:r>
              <a:rPr lang="zh-CN" altLang="en-US" dirty="0">
                <a:solidFill>
                  <a:srgbClr val="0070C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数组名</a:t>
            </a:r>
            <a:endParaRPr lang="en-US" altLang="zh-CN" dirty="0">
              <a:solidFill>
                <a:srgbClr val="0070C0"/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268288" indent="-268288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l"/>
              <a:defRPr/>
            </a:pPr>
            <a:r>
              <a:rPr lang="zh-CN" altLang="en-US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范例：</a:t>
            </a:r>
            <a:r>
              <a:rPr lang="en-US" altLang="zh-CN" dirty="0">
                <a:solidFill>
                  <a:srgbClr val="C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int</a:t>
            </a:r>
            <a:r>
              <a:rPr lang="en-US" altLang="zh-CN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[]   </a:t>
            </a:r>
            <a:r>
              <a:rPr lang="en-US" altLang="zh-CN" dirty="0">
                <a:solidFill>
                  <a:srgbClr val="0070C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array</a:t>
            </a:r>
            <a:endParaRPr lang="en-US" altLang="zh-CN" dirty="0">
              <a:solidFill>
                <a:schemeClr val="tx1">
                  <a:lumMod val="85000"/>
                  <a:lumOff val="15000"/>
                </a:schemeClr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en-US" altLang="zh-CN" dirty="0">
              <a:solidFill>
                <a:schemeClr val="tx1">
                  <a:lumMod val="85000"/>
                  <a:lumOff val="15000"/>
                </a:schemeClr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268288" indent="-268288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l"/>
              <a:defRPr/>
            </a:pPr>
            <a:endParaRPr lang="en-US" altLang="zh-CN" dirty="0">
              <a:solidFill>
                <a:schemeClr val="tx1">
                  <a:lumMod val="85000"/>
                  <a:lumOff val="15000"/>
                </a:schemeClr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268288" indent="-268288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l"/>
              <a:defRPr/>
            </a:pPr>
            <a:r>
              <a:rPr lang="zh-CN" altLang="en-US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格式二：</a:t>
            </a:r>
            <a:r>
              <a:rPr lang="zh-CN" altLang="en-US" dirty="0">
                <a:solidFill>
                  <a:srgbClr val="C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数据类型</a:t>
            </a: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</a:t>
            </a:r>
            <a:r>
              <a:rPr lang="zh-CN" altLang="en-US" dirty="0">
                <a:solidFill>
                  <a:srgbClr val="0070C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数组名</a:t>
            </a:r>
            <a:r>
              <a:rPr lang="en-US" altLang="zh-CN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[]</a:t>
            </a:r>
          </a:p>
          <a:p>
            <a:pPr marL="268288" indent="-268288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l"/>
              <a:defRPr/>
            </a:pPr>
            <a:r>
              <a:rPr lang="zh-CN" altLang="en-US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范例：</a:t>
            </a:r>
            <a:r>
              <a:rPr lang="en-US" altLang="zh-CN" dirty="0">
                <a:solidFill>
                  <a:srgbClr val="C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int</a:t>
            </a:r>
            <a:r>
              <a:rPr lang="en-US" altLang="zh-CN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</a:t>
            </a:r>
            <a:r>
              <a:rPr lang="en-US" altLang="zh-CN" dirty="0">
                <a:solidFill>
                  <a:srgbClr val="0070C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array</a:t>
            </a:r>
            <a:r>
              <a:rPr lang="en-US" altLang="zh-CN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[]</a:t>
            </a:r>
            <a:endParaRPr lang="en-US" altLang="zh-CN" dirty="0">
              <a:solidFill>
                <a:srgbClr val="047FFD"/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TextBox 3">
            <a:extLst>
              <a:ext uri="{FF2B5EF4-FFF2-40B4-BE49-F238E27FC236}">
                <a16:creationId xmlns:a16="http://schemas.microsoft.com/office/drawing/2014/main" id="{3F2C0F3D-D456-049C-A7E2-BBCCD87DC707}"/>
              </a:ext>
            </a:extLst>
          </p:cNvPr>
          <p:cNvSpPr txBox="1"/>
          <p:nvPr/>
        </p:nvSpPr>
        <p:spPr>
          <a:xfrm>
            <a:off x="5244238" y="1069302"/>
            <a:ext cx="5088467" cy="2893100"/>
          </a:xfrm>
          <a:prstGeom prst="rect">
            <a:avLst/>
          </a:prstGeom>
          <a:solidFill>
            <a:srgbClr val="FFFFE4"/>
          </a:solidFill>
          <a:ln w="12700">
            <a:solidFill>
              <a:schemeClr val="tx1"/>
            </a:solidFill>
          </a:ln>
        </p:spPr>
        <p:txBody>
          <a:bodyPr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JetBrains Mono"/>
              </a:rPr>
              <a:t>public class 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JetBrains Mono"/>
              </a:rPr>
              <a:t>Demo1Array 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{</a:t>
            </a:r>
            <a:b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    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JetBrains Mono"/>
              </a:rPr>
              <a:t>public static void 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0627A"/>
                </a:solidFill>
                <a:effectLst/>
                <a:latin typeface="Consolas" panose="020B0609020204030204" pitchFamily="49" charset="0"/>
                <a:ea typeface="JetBrains Mono"/>
              </a:rPr>
              <a:t>main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(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JetBrains Mono"/>
              </a:rPr>
              <a:t>String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[] args) {</a:t>
            </a:r>
            <a:b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        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JetBrains Mono"/>
              </a:rPr>
              <a:t>int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[] 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JetBrains Mono"/>
              </a:rPr>
              <a:t>array1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;</a:t>
            </a:r>
            <a:b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        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JetBrains Mono"/>
              </a:rPr>
              <a:t>int 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JetBrains Mono"/>
              </a:rPr>
              <a:t>array2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[];</a:t>
            </a:r>
            <a:b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b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        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JetBrains Mono"/>
              </a:rPr>
              <a:t>System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.</a:t>
            </a:r>
            <a:r>
              <a:rPr kumimoji="0" lang="zh-CN" altLang="zh-CN" sz="1400" b="0" i="1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Consolas" panose="020B0609020204030204" pitchFamily="49" charset="0"/>
                <a:ea typeface="JetBrains Mono"/>
              </a:rPr>
              <a:t>out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.println(</a:t>
            </a:r>
            <a:r>
              <a:rPr kumimoji="0" lang="zh-CN" altLang="zh-CN" sz="1400" b="0" i="0" u="sng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Consolas" panose="020B0609020204030204" pitchFamily="49" charset="0"/>
                <a:ea typeface="JetBrains Mono"/>
              </a:rPr>
              <a:t>array1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);</a:t>
            </a:r>
            <a:endParaRPr lang="en-US" altLang="zh-CN" sz="1400" dirty="0">
              <a:solidFill>
                <a:srgbClr val="080808"/>
              </a:solidFill>
              <a:latin typeface="Consolas" panose="020B0609020204030204" pitchFamily="49" charset="0"/>
              <a:ea typeface="JetBrains Mono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     </a:t>
            </a:r>
            <a:r>
              <a:rPr kumimoji="0" lang="en-US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   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JetBrains Mono"/>
              </a:rPr>
              <a:t>System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.</a:t>
            </a:r>
            <a:r>
              <a:rPr kumimoji="0" lang="zh-CN" altLang="zh-CN" sz="1400" b="0" i="1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Consolas" panose="020B0609020204030204" pitchFamily="49" charset="0"/>
                <a:ea typeface="JetBrains Mono"/>
              </a:rPr>
              <a:t>out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.println(</a:t>
            </a:r>
            <a:r>
              <a:rPr kumimoji="0" lang="zh-CN" altLang="zh-CN" sz="1400" b="0" i="0" u="sng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Consolas" panose="020B0609020204030204" pitchFamily="49" charset="0"/>
                <a:ea typeface="JetBrains Mono"/>
              </a:rPr>
              <a:t>array2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);</a:t>
            </a:r>
            <a:endParaRPr kumimoji="0" lang="en-US" altLang="zh-CN" sz="1400" b="0" i="0" u="none" strike="noStrike" cap="none" normalizeH="0" baseline="0" dirty="0">
              <a:ln>
                <a:noFill/>
              </a:ln>
              <a:solidFill>
                <a:srgbClr val="080808"/>
              </a:solidFill>
              <a:effectLst/>
              <a:latin typeface="Consolas" panose="020B0609020204030204" pitchFamily="49" charset="0"/>
              <a:ea typeface="JetBrains Mono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zh-CN" sz="1400" dirty="0">
              <a:solidFill>
                <a:srgbClr val="080808"/>
              </a:solidFill>
              <a:latin typeface="Consolas" panose="020B0609020204030204" pitchFamily="49" charset="0"/>
              <a:ea typeface="JetBrains Mono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        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JetBrains Mono"/>
              </a:rPr>
              <a:t>int 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JetBrains Mono"/>
              </a:rPr>
              <a:t>a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;</a:t>
            </a:r>
            <a:b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en-US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        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JetBrains Mono"/>
              </a:rPr>
              <a:t>System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.</a:t>
            </a:r>
            <a:r>
              <a:rPr kumimoji="0" lang="zh-CN" altLang="zh-CN" sz="1400" b="0" i="1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Consolas" panose="020B0609020204030204" pitchFamily="49" charset="0"/>
                <a:ea typeface="JetBrains Mono"/>
              </a:rPr>
              <a:t>out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.println(</a:t>
            </a:r>
            <a:r>
              <a:rPr kumimoji="0" lang="zh-CN" altLang="zh-CN" sz="1400" b="0" i="0" u="sng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Consolas" panose="020B0609020204030204" pitchFamily="49" charset="0"/>
                <a:ea typeface="JetBrains Mono"/>
              </a:rPr>
              <a:t>a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);</a:t>
            </a:r>
            <a:endParaRPr kumimoji="0" lang="zh-CN" altLang="zh-CN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    }</a:t>
            </a:r>
            <a:b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}</a:t>
            </a:r>
            <a:endParaRPr kumimoji="0" lang="zh-CN" altLang="zh-CN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</a:endParaRP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53C55854-37CB-2958-A4E0-A59E459810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5136" y="2694235"/>
            <a:ext cx="2962250" cy="602621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8E80EB30-3D87-D595-163B-74425D06F4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14506" y="2028690"/>
            <a:ext cx="2962250" cy="6026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07340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xit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3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xit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3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764C089C-0935-5E44-B9F7-7E9F84DDBA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 数组静态初始化</a:t>
            </a:r>
          </a:p>
        </p:txBody>
      </p:sp>
      <p:sp>
        <p:nvSpPr>
          <p:cNvPr id="11" name="TextBox 3">
            <a:extLst>
              <a:ext uri="{FF2B5EF4-FFF2-40B4-BE49-F238E27FC236}">
                <a16:creationId xmlns:a16="http://schemas.microsoft.com/office/drawing/2014/main" id="{F159D122-1EF1-428F-B8BB-91F9EEAD461E}"/>
              </a:ext>
            </a:extLst>
          </p:cNvPr>
          <p:cNvSpPr txBox="1"/>
          <p:nvPr/>
        </p:nvSpPr>
        <p:spPr>
          <a:xfrm>
            <a:off x="427545" y="1060769"/>
            <a:ext cx="8381604" cy="4689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l"/>
              <a:defRPr/>
            </a:pPr>
            <a:r>
              <a:rPr lang="zh-CN" altLang="en-US" dirty="0">
                <a:latin typeface="+mn-ea"/>
                <a:cs typeface="阿里巴巴普惠体" panose="00020600040101010101" pitchFamily="18" charset="-122"/>
              </a:rPr>
              <a:t>初始化：就是在内存中，为数组容器开辟空间，并将数据存入容器中的过程。</a:t>
            </a:r>
            <a:endParaRPr lang="en-US" altLang="zh-CN" dirty="0">
              <a:solidFill>
                <a:srgbClr val="047FFD"/>
              </a:solidFill>
              <a:latin typeface="+mn-ea"/>
              <a:cs typeface="阿里巴巴普惠体" panose="00020600040101010101" pitchFamily="18" charset="-122"/>
            </a:endParaRPr>
          </a:p>
        </p:txBody>
      </p:sp>
      <p:sp>
        <p:nvSpPr>
          <p:cNvPr id="45" name="TextBox 3">
            <a:extLst>
              <a:ext uri="{FF2B5EF4-FFF2-40B4-BE49-F238E27FC236}">
                <a16:creationId xmlns:a16="http://schemas.microsoft.com/office/drawing/2014/main" id="{FCB43D9F-B577-423B-9560-6E17BD44F6D5}"/>
              </a:ext>
            </a:extLst>
          </p:cNvPr>
          <p:cNvSpPr txBox="1"/>
          <p:nvPr/>
        </p:nvSpPr>
        <p:spPr>
          <a:xfrm>
            <a:off x="427544" y="1576707"/>
            <a:ext cx="9321763" cy="4689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l"/>
              <a:defRPr/>
            </a:pPr>
            <a:r>
              <a:rPr lang="zh-CN" altLang="en-US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cs typeface="阿里巴巴普惠体" panose="00020600040101010101" pitchFamily="18" charset="-122"/>
              </a:rPr>
              <a:t>完整格式：</a:t>
            </a:r>
            <a:r>
              <a:rPr lang="zh-CN" altLang="en-US" dirty="0">
                <a:solidFill>
                  <a:srgbClr val="C00000"/>
                </a:solidFill>
                <a:latin typeface="Consolas" panose="020B0609020204030204" pitchFamily="49" charset="0"/>
                <a:cs typeface="阿里巴巴普惠体" panose="00020600040101010101" pitchFamily="18" charset="-122"/>
              </a:rPr>
              <a:t>数据类型</a:t>
            </a:r>
            <a:r>
              <a:rPr lang="en-US" altLang="zh-CN" dirty="0">
                <a:solidFill>
                  <a:srgbClr val="C00000"/>
                </a:solidFill>
                <a:latin typeface="Consolas" panose="020B0609020204030204" pitchFamily="49" charset="0"/>
                <a:cs typeface="阿里巴巴普惠体" panose="00020600040101010101" pitchFamily="18" charset="-122"/>
              </a:rPr>
              <a:t>[] </a:t>
            </a:r>
            <a:r>
              <a:rPr lang="zh-CN" altLang="en-US" dirty="0">
                <a:solidFill>
                  <a:srgbClr val="C00000"/>
                </a:solidFill>
                <a:latin typeface="Consolas" panose="020B0609020204030204" pitchFamily="49" charset="0"/>
                <a:cs typeface="阿里巴巴普惠体" panose="00020600040101010101" pitchFamily="18" charset="-122"/>
              </a:rPr>
              <a:t>数组名 </a:t>
            </a:r>
            <a:r>
              <a:rPr lang="en-US" altLang="zh-CN" dirty="0">
                <a:solidFill>
                  <a:srgbClr val="C00000"/>
                </a:solidFill>
                <a:latin typeface="Consolas" panose="020B0609020204030204" pitchFamily="49" charset="0"/>
                <a:cs typeface="阿里巴巴普惠体" panose="00020600040101010101" pitchFamily="18" charset="-122"/>
              </a:rPr>
              <a:t>= new </a:t>
            </a:r>
            <a:r>
              <a:rPr lang="zh-CN" altLang="en-US" dirty="0">
                <a:solidFill>
                  <a:srgbClr val="C00000"/>
                </a:solidFill>
                <a:latin typeface="Consolas" panose="020B0609020204030204" pitchFamily="49" charset="0"/>
                <a:cs typeface="阿里巴巴普惠体" panose="00020600040101010101" pitchFamily="18" charset="-122"/>
              </a:rPr>
              <a:t>数据类型</a:t>
            </a:r>
            <a:r>
              <a:rPr lang="en-US" altLang="zh-CN" dirty="0">
                <a:solidFill>
                  <a:srgbClr val="C00000"/>
                </a:solidFill>
                <a:latin typeface="Consolas" panose="020B0609020204030204" pitchFamily="49" charset="0"/>
                <a:cs typeface="阿里巴巴普惠体" panose="00020600040101010101" pitchFamily="18" charset="-122"/>
              </a:rPr>
              <a:t>[] { </a:t>
            </a:r>
            <a:r>
              <a:rPr lang="zh-CN" altLang="en-US" dirty="0">
                <a:solidFill>
                  <a:srgbClr val="C00000"/>
                </a:solidFill>
                <a:latin typeface="Consolas" panose="020B0609020204030204" pitchFamily="49" charset="0"/>
                <a:cs typeface="阿里巴巴普惠体" panose="00020600040101010101" pitchFamily="18" charset="-122"/>
              </a:rPr>
              <a:t>元素</a:t>
            </a:r>
            <a:r>
              <a:rPr lang="en-US" altLang="zh-CN" dirty="0">
                <a:solidFill>
                  <a:srgbClr val="C00000"/>
                </a:solidFill>
                <a:latin typeface="Consolas" panose="020B0609020204030204" pitchFamily="49" charset="0"/>
                <a:cs typeface="阿里巴巴普惠体" panose="00020600040101010101" pitchFamily="18" charset="-122"/>
              </a:rPr>
              <a:t>1</a:t>
            </a:r>
            <a:r>
              <a:rPr lang="zh-CN" altLang="en-US" dirty="0">
                <a:solidFill>
                  <a:srgbClr val="C00000"/>
                </a:solidFill>
                <a:latin typeface="Consolas" panose="020B0609020204030204" pitchFamily="49" charset="0"/>
                <a:cs typeface="阿里巴巴普惠体" panose="00020600040101010101" pitchFamily="18" charset="-122"/>
              </a:rPr>
              <a:t>，元素</a:t>
            </a:r>
            <a:r>
              <a:rPr lang="en-US" altLang="zh-CN" dirty="0">
                <a:solidFill>
                  <a:srgbClr val="C00000"/>
                </a:solidFill>
                <a:latin typeface="Consolas" panose="020B0609020204030204" pitchFamily="49" charset="0"/>
                <a:cs typeface="阿里巴巴普惠体" panose="00020600040101010101" pitchFamily="18" charset="-122"/>
              </a:rPr>
              <a:t>2</a:t>
            </a:r>
            <a:r>
              <a:rPr lang="zh-CN" altLang="en-US" dirty="0">
                <a:solidFill>
                  <a:srgbClr val="C00000"/>
                </a:solidFill>
                <a:latin typeface="Consolas" panose="020B0609020204030204" pitchFamily="49" charset="0"/>
                <a:cs typeface="阿里巴巴普惠体" panose="00020600040101010101" pitchFamily="18" charset="-122"/>
              </a:rPr>
              <a:t>，元素</a:t>
            </a:r>
            <a:r>
              <a:rPr lang="en-US" altLang="zh-CN" dirty="0">
                <a:solidFill>
                  <a:srgbClr val="C00000"/>
                </a:solidFill>
                <a:latin typeface="Consolas" panose="020B0609020204030204" pitchFamily="49" charset="0"/>
                <a:cs typeface="阿里巴巴普惠体" panose="00020600040101010101" pitchFamily="18" charset="-122"/>
              </a:rPr>
              <a:t>3… };</a:t>
            </a:r>
          </a:p>
        </p:txBody>
      </p:sp>
      <p:sp>
        <p:nvSpPr>
          <p:cNvPr id="46" name="TextBox 3">
            <a:extLst>
              <a:ext uri="{FF2B5EF4-FFF2-40B4-BE49-F238E27FC236}">
                <a16:creationId xmlns:a16="http://schemas.microsoft.com/office/drawing/2014/main" id="{7DD73CF1-32AD-4738-92B9-2BEE2B63C795}"/>
              </a:ext>
            </a:extLst>
          </p:cNvPr>
          <p:cNvSpPr txBox="1"/>
          <p:nvPr/>
        </p:nvSpPr>
        <p:spPr>
          <a:xfrm>
            <a:off x="946480" y="2481810"/>
            <a:ext cx="9372707" cy="4259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6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cs typeface="阿里巴巴普惠体" panose="00020600040101010101" pitchFamily="18" charset="-122"/>
              </a:rPr>
              <a:t>范例：</a:t>
            </a:r>
            <a:r>
              <a:rPr lang="en-US" altLang="zh-CN" sz="1600" dirty="0">
                <a:solidFill>
                  <a:srgbClr val="0070C0"/>
                </a:solidFill>
                <a:latin typeface="Consolas" panose="020B0609020204030204" pitchFamily="49" charset="0"/>
                <a:cs typeface="阿里巴巴普惠体" panose="00020600040101010101" pitchFamily="18" charset="-122"/>
              </a:rPr>
              <a:t>int[] array</a:t>
            </a:r>
            <a:r>
              <a:rPr lang="zh-CN" altLang="en-US" sz="1600" dirty="0">
                <a:solidFill>
                  <a:srgbClr val="0070C0"/>
                </a:solidFill>
                <a:latin typeface="Consolas" panose="020B0609020204030204" pitchFamily="49" charset="0"/>
                <a:cs typeface="阿里巴巴普惠体" panose="00020600040101010101" pitchFamily="18" charset="-122"/>
              </a:rPr>
              <a:t> </a:t>
            </a:r>
            <a:r>
              <a:rPr lang="en-US" altLang="zh-CN" sz="1600" dirty="0">
                <a:solidFill>
                  <a:srgbClr val="0070C0"/>
                </a:solidFill>
                <a:latin typeface="Consolas" panose="020B0609020204030204" pitchFamily="49" charset="0"/>
                <a:cs typeface="阿里巴巴普惠体" panose="00020600040101010101" pitchFamily="18" charset="-122"/>
              </a:rPr>
              <a:t>= new int[]{ 11</a:t>
            </a:r>
            <a:r>
              <a:rPr lang="zh-CN" altLang="en-US" sz="1600" dirty="0">
                <a:solidFill>
                  <a:srgbClr val="0070C0"/>
                </a:solidFill>
                <a:latin typeface="Consolas" panose="020B0609020204030204" pitchFamily="49" charset="0"/>
                <a:cs typeface="阿里巴巴普惠体" panose="00020600040101010101" pitchFamily="18" charset="-122"/>
              </a:rPr>
              <a:t>，</a:t>
            </a:r>
            <a:r>
              <a:rPr lang="en-US" altLang="zh-CN" sz="1600" dirty="0">
                <a:solidFill>
                  <a:srgbClr val="0070C0"/>
                </a:solidFill>
                <a:latin typeface="Consolas" panose="020B0609020204030204" pitchFamily="49" charset="0"/>
                <a:cs typeface="阿里巴巴普惠体" panose="00020600040101010101" pitchFamily="18" charset="-122"/>
              </a:rPr>
              <a:t>22</a:t>
            </a:r>
            <a:r>
              <a:rPr lang="zh-CN" altLang="en-US" sz="1600" dirty="0">
                <a:solidFill>
                  <a:srgbClr val="0070C0"/>
                </a:solidFill>
                <a:latin typeface="Consolas" panose="020B0609020204030204" pitchFamily="49" charset="0"/>
                <a:cs typeface="阿里巴巴普惠体" panose="00020600040101010101" pitchFamily="18" charset="-122"/>
              </a:rPr>
              <a:t>，</a:t>
            </a:r>
            <a:r>
              <a:rPr lang="en-US" altLang="zh-CN" sz="1600" dirty="0">
                <a:solidFill>
                  <a:srgbClr val="0070C0"/>
                </a:solidFill>
                <a:latin typeface="Consolas" panose="020B0609020204030204" pitchFamily="49" charset="0"/>
                <a:cs typeface="阿里巴巴普惠体" panose="00020600040101010101" pitchFamily="18" charset="-122"/>
              </a:rPr>
              <a:t>33 };</a:t>
            </a:r>
          </a:p>
        </p:txBody>
      </p:sp>
      <p:sp>
        <p:nvSpPr>
          <p:cNvPr id="47" name="TextBox 3">
            <a:extLst>
              <a:ext uri="{FF2B5EF4-FFF2-40B4-BE49-F238E27FC236}">
                <a16:creationId xmlns:a16="http://schemas.microsoft.com/office/drawing/2014/main" id="{438B0C6A-B0E7-413E-95AD-4A03CA419C03}"/>
              </a:ext>
            </a:extLst>
          </p:cNvPr>
          <p:cNvSpPr txBox="1"/>
          <p:nvPr/>
        </p:nvSpPr>
        <p:spPr>
          <a:xfrm>
            <a:off x="946480" y="3088827"/>
            <a:ext cx="7784301" cy="4259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6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cs typeface="阿里巴巴普惠体" panose="00020600040101010101" pitchFamily="18" charset="-122"/>
              </a:rPr>
              <a:t>范例：</a:t>
            </a:r>
            <a:r>
              <a:rPr lang="en-US" altLang="zh-CN" sz="1600" dirty="0">
                <a:solidFill>
                  <a:srgbClr val="0070C0"/>
                </a:solidFill>
                <a:latin typeface="Consolas" panose="020B0609020204030204" pitchFamily="49" charset="0"/>
                <a:cs typeface="阿里巴巴普惠体" panose="00020600040101010101" pitchFamily="18" charset="-122"/>
              </a:rPr>
              <a:t>double[] array2</a:t>
            </a:r>
            <a:r>
              <a:rPr lang="zh-CN" altLang="en-US" sz="1600" dirty="0">
                <a:solidFill>
                  <a:srgbClr val="0070C0"/>
                </a:solidFill>
                <a:latin typeface="Consolas" panose="020B0609020204030204" pitchFamily="49" charset="0"/>
                <a:cs typeface="阿里巴巴普惠体" panose="00020600040101010101" pitchFamily="18" charset="-122"/>
              </a:rPr>
              <a:t> </a:t>
            </a:r>
            <a:r>
              <a:rPr lang="en-US" altLang="zh-CN" sz="1600" dirty="0">
                <a:solidFill>
                  <a:srgbClr val="0070C0"/>
                </a:solidFill>
                <a:latin typeface="Consolas" panose="020B0609020204030204" pitchFamily="49" charset="0"/>
                <a:cs typeface="阿里巴巴普惠体" panose="00020600040101010101" pitchFamily="18" charset="-122"/>
              </a:rPr>
              <a:t>= new double[] { 11.1</a:t>
            </a:r>
            <a:r>
              <a:rPr lang="zh-CN" altLang="en-US" sz="1600" dirty="0">
                <a:solidFill>
                  <a:srgbClr val="0070C0"/>
                </a:solidFill>
                <a:latin typeface="Consolas" panose="020B0609020204030204" pitchFamily="49" charset="0"/>
                <a:cs typeface="阿里巴巴普惠体" panose="00020600040101010101" pitchFamily="18" charset="-122"/>
              </a:rPr>
              <a:t>，</a:t>
            </a:r>
            <a:r>
              <a:rPr lang="en-US" altLang="zh-CN" sz="1600" dirty="0">
                <a:solidFill>
                  <a:srgbClr val="0070C0"/>
                </a:solidFill>
                <a:latin typeface="Consolas" panose="020B0609020204030204" pitchFamily="49" charset="0"/>
                <a:cs typeface="阿里巴巴普惠体" panose="00020600040101010101" pitchFamily="18" charset="-122"/>
              </a:rPr>
              <a:t>22.2</a:t>
            </a:r>
            <a:r>
              <a:rPr lang="zh-CN" altLang="en-US" sz="1600" dirty="0">
                <a:solidFill>
                  <a:srgbClr val="0070C0"/>
                </a:solidFill>
                <a:latin typeface="Consolas" panose="020B0609020204030204" pitchFamily="49" charset="0"/>
                <a:cs typeface="阿里巴巴普惠体" panose="00020600040101010101" pitchFamily="18" charset="-122"/>
              </a:rPr>
              <a:t>，</a:t>
            </a:r>
            <a:r>
              <a:rPr lang="en-US" altLang="zh-CN" sz="1600" dirty="0">
                <a:solidFill>
                  <a:srgbClr val="0070C0"/>
                </a:solidFill>
                <a:latin typeface="Consolas" panose="020B0609020204030204" pitchFamily="49" charset="0"/>
                <a:cs typeface="阿里巴巴普惠体" panose="00020600040101010101" pitchFamily="18" charset="-122"/>
              </a:rPr>
              <a:t>33.3};</a:t>
            </a:r>
          </a:p>
        </p:txBody>
      </p:sp>
      <p:grpSp>
        <p:nvGrpSpPr>
          <p:cNvPr id="2" name="组合 5">
            <a:extLst>
              <a:ext uri="{FF2B5EF4-FFF2-40B4-BE49-F238E27FC236}">
                <a16:creationId xmlns:a16="http://schemas.microsoft.com/office/drawing/2014/main" id="{F7FA25C3-C7DF-F4A4-C77D-9E9FAED0368E}"/>
              </a:ext>
            </a:extLst>
          </p:cNvPr>
          <p:cNvGrpSpPr>
            <a:grpSpLocks/>
          </p:cNvGrpSpPr>
          <p:nvPr/>
        </p:nvGrpSpPr>
        <p:grpSpPr bwMode="auto">
          <a:xfrm>
            <a:off x="8172758" y="2344560"/>
            <a:ext cx="2924329" cy="4196606"/>
            <a:chOff x="6565874" y="1354975"/>
            <a:chExt cx="2398614" cy="3592863"/>
          </a:xfrm>
        </p:grpSpPr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69BE0C4B-5BC8-455B-C04C-BF0B36E66A78}"/>
                </a:ext>
              </a:extLst>
            </p:cNvPr>
            <p:cNvSpPr/>
            <p:nvPr/>
          </p:nvSpPr>
          <p:spPr bwMode="auto">
            <a:xfrm>
              <a:off x="6565874" y="1354975"/>
              <a:ext cx="2398614" cy="3592863"/>
            </a:xfrm>
            <a:prstGeom prst="rect">
              <a:avLst/>
            </a:prstGeom>
            <a:solidFill>
              <a:srgbClr val="047FFD">
                <a:alpha val="10000"/>
              </a:srgbClr>
            </a:solidFill>
            <a:ln w="38100">
              <a:solidFill>
                <a:srgbClr val="047FFD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>
                <a:latin typeface="Consolas" panose="020B0609020204030204" pitchFamily="49" charset="0"/>
                <a:ea typeface="思源黑体 CN Bold" panose="020B0800000000000000" pitchFamily="34" charset="-122"/>
              </a:endParaRPr>
            </a:p>
          </p:txBody>
        </p:sp>
        <p:sp>
          <p:nvSpPr>
            <p:cNvPr id="7" name="TextBox 2">
              <a:extLst>
                <a:ext uri="{FF2B5EF4-FFF2-40B4-BE49-F238E27FC236}">
                  <a16:creationId xmlns:a16="http://schemas.microsoft.com/office/drawing/2014/main" id="{EFEA753F-993B-9F85-8FED-F3BF90FE7DD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296868" y="4489224"/>
              <a:ext cx="936625" cy="3971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150000"/>
                </a:lnSpc>
              </a:pPr>
              <a:r>
                <a:rPr lang="zh-CN" altLang="en-US" b="1" dirty="0">
                  <a:solidFill>
                    <a:srgbClr val="047FFD"/>
                  </a:solidFill>
                  <a:latin typeface="Consolas" panose="020B0609020204030204" pitchFamily="49" charset="0"/>
                  <a:ea typeface="思源黑体 CN Bold" panose="020B0800000000000000" pitchFamily="34" charset="-122"/>
                </a:rPr>
                <a:t>内存</a:t>
              </a:r>
            </a:p>
          </p:txBody>
        </p:sp>
      </p:grpSp>
      <p:sp>
        <p:nvSpPr>
          <p:cNvPr id="8" name="矩形 7">
            <a:extLst>
              <a:ext uri="{FF2B5EF4-FFF2-40B4-BE49-F238E27FC236}">
                <a16:creationId xmlns:a16="http://schemas.microsoft.com/office/drawing/2014/main" id="{93ED6F77-787F-2A33-9F74-F0FD113C8739}"/>
              </a:ext>
            </a:extLst>
          </p:cNvPr>
          <p:cNvSpPr/>
          <p:nvPr/>
        </p:nvSpPr>
        <p:spPr>
          <a:xfrm>
            <a:off x="8593584" y="2769833"/>
            <a:ext cx="2121764" cy="1970843"/>
          </a:xfrm>
          <a:prstGeom prst="rect">
            <a:avLst/>
          </a:prstGeom>
          <a:ln w="254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9814D151-FB8D-5798-2769-AD234737ECC7}"/>
              </a:ext>
            </a:extLst>
          </p:cNvPr>
          <p:cNvCxnSpPr/>
          <p:nvPr/>
        </p:nvCxnSpPr>
        <p:spPr>
          <a:xfrm>
            <a:off x="8618771" y="3429000"/>
            <a:ext cx="2121764" cy="0"/>
          </a:xfrm>
          <a:prstGeom prst="line">
            <a:avLst/>
          </a:prstGeom>
          <a:ln w="254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CEEF8796-38D8-7ED8-C16D-E8E8A5F13BD4}"/>
              </a:ext>
            </a:extLst>
          </p:cNvPr>
          <p:cNvCxnSpPr/>
          <p:nvPr/>
        </p:nvCxnSpPr>
        <p:spPr>
          <a:xfrm>
            <a:off x="8618771" y="4106383"/>
            <a:ext cx="2121764" cy="0"/>
          </a:xfrm>
          <a:prstGeom prst="line">
            <a:avLst/>
          </a:prstGeom>
          <a:ln w="254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" name="文本框 12">
            <a:extLst>
              <a:ext uri="{FF2B5EF4-FFF2-40B4-BE49-F238E27FC236}">
                <a16:creationId xmlns:a16="http://schemas.microsoft.com/office/drawing/2014/main" id="{4FAD7FD3-D972-1157-76DE-309D147BC4A1}"/>
              </a:ext>
            </a:extLst>
          </p:cNvPr>
          <p:cNvSpPr txBox="1"/>
          <p:nvPr/>
        </p:nvSpPr>
        <p:spPr>
          <a:xfrm>
            <a:off x="9449923" y="2947528"/>
            <a:ext cx="40908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600" dirty="0">
                <a:solidFill>
                  <a:srgbClr val="C00000"/>
                </a:solidFill>
                <a:latin typeface="Consolas" panose="020B0609020204030204" pitchFamily="49" charset="0"/>
              </a:rPr>
              <a:t>11</a:t>
            </a:r>
            <a:endParaRPr lang="zh-CN" altLang="en-US" sz="1600" dirty="0">
              <a:solidFill>
                <a:srgbClr val="C00000"/>
              </a:solidFill>
              <a:latin typeface="Consolas" panose="020B0609020204030204" pitchFamily="49" charset="0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CCF574C-FA69-B705-CFA5-481571109DD1}"/>
              </a:ext>
            </a:extLst>
          </p:cNvPr>
          <p:cNvSpPr txBox="1"/>
          <p:nvPr/>
        </p:nvSpPr>
        <p:spPr>
          <a:xfrm>
            <a:off x="9449923" y="3613808"/>
            <a:ext cx="40908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600" dirty="0">
                <a:solidFill>
                  <a:srgbClr val="C00000"/>
                </a:solidFill>
                <a:latin typeface="Consolas" panose="020B0609020204030204" pitchFamily="49" charset="0"/>
              </a:rPr>
              <a:t>22</a:t>
            </a:r>
            <a:endParaRPr lang="zh-CN" altLang="en-US" sz="1600" dirty="0">
              <a:solidFill>
                <a:srgbClr val="C00000"/>
              </a:solidFill>
              <a:latin typeface="Consolas" panose="020B0609020204030204" pitchFamily="49" charset="0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7E895168-4DE8-46A8-CF1B-8EBFB0D92B5D}"/>
              </a:ext>
            </a:extLst>
          </p:cNvPr>
          <p:cNvSpPr txBox="1"/>
          <p:nvPr/>
        </p:nvSpPr>
        <p:spPr>
          <a:xfrm>
            <a:off x="9449923" y="4246213"/>
            <a:ext cx="40908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600" dirty="0">
                <a:solidFill>
                  <a:srgbClr val="C00000"/>
                </a:solidFill>
                <a:latin typeface="Consolas" panose="020B0609020204030204" pitchFamily="49" charset="0"/>
              </a:rPr>
              <a:t>33</a:t>
            </a:r>
            <a:endParaRPr lang="zh-CN" altLang="en-US" sz="1600" dirty="0">
              <a:solidFill>
                <a:srgbClr val="C00000"/>
              </a:solidFill>
              <a:latin typeface="Consolas" panose="020B0609020204030204" pitchFamily="49" charset="0"/>
            </a:endParaRPr>
          </a:p>
        </p:txBody>
      </p:sp>
      <p:sp>
        <p:nvSpPr>
          <p:cNvPr id="19" name="TextBox 3">
            <a:extLst>
              <a:ext uri="{FF2B5EF4-FFF2-40B4-BE49-F238E27FC236}">
                <a16:creationId xmlns:a16="http://schemas.microsoft.com/office/drawing/2014/main" id="{901FA034-D21D-CA69-5133-DAA768E5A322}"/>
              </a:ext>
            </a:extLst>
          </p:cNvPr>
          <p:cNvSpPr txBox="1"/>
          <p:nvPr/>
        </p:nvSpPr>
        <p:spPr>
          <a:xfrm>
            <a:off x="427544" y="3952362"/>
            <a:ext cx="7436691" cy="4259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l"/>
              <a:defRPr/>
            </a:pPr>
            <a:r>
              <a:rPr lang="zh-CN" altLang="en-US" sz="16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简化格式：</a:t>
            </a:r>
            <a:r>
              <a:rPr lang="zh-CN" altLang="en-US" sz="1600" dirty="0">
                <a:solidFill>
                  <a:srgbClr val="C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数据类型</a:t>
            </a:r>
            <a:r>
              <a:rPr lang="en-US" altLang="zh-CN" sz="1600" dirty="0">
                <a:solidFill>
                  <a:srgbClr val="C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[] </a:t>
            </a:r>
            <a:r>
              <a:rPr lang="zh-CN" altLang="en-US" sz="1600" dirty="0">
                <a:solidFill>
                  <a:srgbClr val="C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数组名 </a:t>
            </a:r>
            <a:r>
              <a:rPr lang="en-US" altLang="zh-CN" sz="1600" dirty="0">
                <a:solidFill>
                  <a:srgbClr val="C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= { </a:t>
            </a:r>
            <a:r>
              <a:rPr lang="zh-CN" altLang="en-US" sz="1600" dirty="0">
                <a:solidFill>
                  <a:srgbClr val="C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元素</a:t>
            </a:r>
            <a:r>
              <a:rPr lang="en-US" altLang="zh-CN" sz="1600" dirty="0">
                <a:solidFill>
                  <a:srgbClr val="C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1</a:t>
            </a:r>
            <a:r>
              <a:rPr lang="zh-CN" altLang="en-US" sz="1600" dirty="0">
                <a:solidFill>
                  <a:srgbClr val="C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，元素</a:t>
            </a:r>
            <a:r>
              <a:rPr lang="en-US" altLang="zh-CN" sz="1600" dirty="0">
                <a:solidFill>
                  <a:srgbClr val="C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2</a:t>
            </a:r>
            <a:r>
              <a:rPr lang="zh-CN" altLang="en-US" sz="1600" dirty="0">
                <a:solidFill>
                  <a:srgbClr val="C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，元素</a:t>
            </a:r>
            <a:r>
              <a:rPr lang="en-US" altLang="zh-CN" sz="1600" dirty="0">
                <a:solidFill>
                  <a:srgbClr val="C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3… };</a:t>
            </a:r>
          </a:p>
        </p:txBody>
      </p:sp>
      <p:sp>
        <p:nvSpPr>
          <p:cNvPr id="20" name="TextBox 3">
            <a:extLst>
              <a:ext uri="{FF2B5EF4-FFF2-40B4-BE49-F238E27FC236}">
                <a16:creationId xmlns:a16="http://schemas.microsoft.com/office/drawing/2014/main" id="{6FFB1A0F-B448-A331-0037-156B6E4CBC4A}"/>
              </a:ext>
            </a:extLst>
          </p:cNvPr>
          <p:cNvSpPr txBox="1"/>
          <p:nvPr/>
        </p:nvSpPr>
        <p:spPr>
          <a:xfrm>
            <a:off x="946480" y="4677190"/>
            <a:ext cx="7436691" cy="4259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6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范例：</a:t>
            </a:r>
            <a:r>
              <a:rPr lang="en-US" altLang="zh-CN" sz="1600" dirty="0">
                <a:solidFill>
                  <a:srgbClr val="0070C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int[] array</a:t>
            </a:r>
            <a:r>
              <a:rPr lang="zh-CN" altLang="en-US" sz="1600" dirty="0">
                <a:solidFill>
                  <a:srgbClr val="0070C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1600" dirty="0">
                <a:solidFill>
                  <a:srgbClr val="0070C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= { 11</a:t>
            </a:r>
            <a:r>
              <a:rPr lang="zh-CN" altLang="en-US" sz="1600" dirty="0">
                <a:solidFill>
                  <a:srgbClr val="0070C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，</a:t>
            </a:r>
            <a:r>
              <a:rPr lang="en-US" altLang="zh-CN" sz="1600" dirty="0">
                <a:solidFill>
                  <a:srgbClr val="0070C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22</a:t>
            </a:r>
            <a:r>
              <a:rPr lang="zh-CN" altLang="en-US" sz="1600" dirty="0">
                <a:solidFill>
                  <a:srgbClr val="0070C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，</a:t>
            </a:r>
            <a:r>
              <a:rPr lang="en-US" altLang="zh-CN" sz="1600" dirty="0">
                <a:solidFill>
                  <a:srgbClr val="0070C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33 };</a:t>
            </a:r>
          </a:p>
        </p:txBody>
      </p:sp>
      <p:sp>
        <p:nvSpPr>
          <p:cNvPr id="21" name="TextBox 3">
            <a:extLst>
              <a:ext uri="{FF2B5EF4-FFF2-40B4-BE49-F238E27FC236}">
                <a16:creationId xmlns:a16="http://schemas.microsoft.com/office/drawing/2014/main" id="{2C53701F-C09E-9C18-E7A8-90B48CE00B3D}"/>
              </a:ext>
            </a:extLst>
          </p:cNvPr>
          <p:cNvSpPr txBox="1"/>
          <p:nvPr/>
        </p:nvSpPr>
        <p:spPr>
          <a:xfrm>
            <a:off x="946480" y="5096290"/>
            <a:ext cx="7436691" cy="4259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6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范例：</a:t>
            </a:r>
            <a:r>
              <a:rPr lang="en-US" altLang="zh-CN" sz="1600" dirty="0">
                <a:solidFill>
                  <a:srgbClr val="0070C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double[] array2</a:t>
            </a:r>
            <a:r>
              <a:rPr lang="zh-CN" altLang="en-US" sz="1600" dirty="0">
                <a:solidFill>
                  <a:srgbClr val="0070C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1600" dirty="0">
                <a:solidFill>
                  <a:srgbClr val="0070C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= { 11.1</a:t>
            </a:r>
            <a:r>
              <a:rPr lang="zh-CN" altLang="en-US" sz="1600" dirty="0">
                <a:solidFill>
                  <a:srgbClr val="0070C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，</a:t>
            </a:r>
            <a:r>
              <a:rPr lang="en-US" altLang="zh-CN" sz="1600" dirty="0">
                <a:solidFill>
                  <a:srgbClr val="0070C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22.2</a:t>
            </a:r>
            <a:r>
              <a:rPr lang="zh-CN" altLang="en-US" sz="1600" dirty="0">
                <a:solidFill>
                  <a:srgbClr val="0070C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，</a:t>
            </a:r>
            <a:r>
              <a:rPr lang="en-US" altLang="zh-CN" sz="1600" dirty="0">
                <a:solidFill>
                  <a:srgbClr val="0070C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33.3};</a:t>
            </a:r>
          </a:p>
        </p:txBody>
      </p:sp>
    </p:spTree>
    <p:extLst>
      <p:ext uri="{BB962C8B-B14F-4D97-AF65-F5344CB8AC3E}">
        <p14:creationId xmlns:p14="http://schemas.microsoft.com/office/powerpoint/2010/main" val="29587271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17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17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7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000"/>
                            </p:stCondLst>
                            <p:childTnLst>
                              <p:par>
                                <p:cTn id="2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0"/>
      <p:bldP spid="47" grpId="0"/>
      <p:bldP spid="8" grpId="0" animBg="1"/>
      <p:bldP spid="13" grpId="0"/>
      <p:bldP spid="14" grpId="0"/>
      <p:bldP spid="18" grpId="0"/>
      <p:bldP spid="19" grpId="0"/>
      <p:bldP spid="20" grpId="0"/>
      <p:bldP spid="21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764C089C-0935-5E44-B9F7-7E9F84DDBA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 数组静态初始化</a:t>
            </a:r>
            <a:endParaRPr kumimoji="1" lang="zh-CN" altLang="en-US" dirty="0"/>
          </a:p>
        </p:txBody>
      </p:sp>
      <p:sp>
        <p:nvSpPr>
          <p:cNvPr id="22" name="TextBox 3">
            <a:extLst>
              <a:ext uri="{FF2B5EF4-FFF2-40B4-BE49-F238E27FC236}">
                <a16:creationId xmlns:a16="http://schemas.microsoft.com/office/drawing/2014/main" id="{C1DA85ED-347E-4C34-80C4-CA797FDC4BB4}"/>
              </a:ext>
            </a:extLst>
          </p:cNvPr>
          <p:cNvSpPr txBox="1"/>
          <p:nvPr/>
        </p:nvSpPr>
        <p:spPr>
          <a:xfrm>
            <a:off x="710880" y="1635973"/>
            <a:ext cx="5088467" cy="2966197"/>
          </a:xfrm>
          <a:prstGeom prst="rect">
            <a:avLst/>
          </a:prstGeom>
          <a:solidFill>
            <a:srgbClr val="FFFFE4"/>
          </a:solidFill>
          <a:ln w="12700">
            <a:solidFill>
              <a:schemeClr val="tx1"/>
            </a:solidFill>
          </a:ln>
        </p:spPr>
        <p:txBody>
          <a:bodyPr>
            <a:spAutoFit/>
          </a:bodyPr>
          <a:lstStyle/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zh-CN" sz="14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public class 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Demo1Array </a:t>
            </a: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{</a:t>
            </a:r>
            <a:b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</a:t>
            </a:r>
            <a:r>
              <a:rPr lang="zh-CN" altLang="zh-CN" sz="14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public static void </a:t>
            </a:r>
            <a:r>
              <a:rPr lang="zh-CN" altLang="zh-CN" sz="1400" dirty="0">
                <a:solidFill>
                  <a:srgbClr val="00627A"/>
                </a:solidFill>
                <a:latin typeface="Consolas" panose="020B0609020204030204" pitchFamily="49" charset="0"/>
                <a:ea typeface="JetBrains Mono"/>
              </a:rPr>
              <a:t>main</a:t>
            </a: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(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String</a:t>
            </a: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[] args) {</a:t>
            </a:r>
            <a:b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    </a:t>
            </a:r>
            <a:r>
              <a:rPr lang="zh-CN" altLang="zh-CN" sz="14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int</a:t>
            </a: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[] 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array1 </a:t>
            </a: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= {</a:t>
            </a:r>
            <a:r>
              <a:rPr lang="zh-CN" altLang="zh-CN" sz="1400" dirty="0">
                <a:solidFill>
                  <a:srgbClr val="1750EB"/>
                </a:solidFill>
                <a:latin typeface="Consolas" panose="020B0609020204030204" pitchFamily="49" charset="0"/>
                <a:ea typeface="JetBrains Mono"/>
              </a:rPr>
              <a:t>11</a:t>
            </a: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, </a:t>
            </a:r>
            <a:r>
              <a:rPr lang="zh-CN" altLang="zh-CN" sz="1400" dirty="0">
                <a:solidFill>
                  <a:srgbClr val="1750EB"/>
                </a:solidFill>
                <a:latin typeface="Consolas" panose="020B0609020204030204" pitchFamily="49" charset="0"/>
                <a:ea typeface="JetBrains Mono"/>
              </a:rPr>
              <a:t>22</a:t>
            </a: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, </a:t>
            </a:r>
            <a:r>
              <a:rPr lang="zh-CN" altLang="zh-CN" sz="1400" dirty="0">
                <a:solidFill>
                  <a:srgbClr val="1750EB"/>
                </a:solidFill>
                <a:latin typeface="Consolas" panose="020B0609020204030204" pitchFamily="49" charset="0"/>
                <a:ea typeface="JetBrains Mono"/>
              </a:rPr>
              <a:t>33</a:t>
            </a: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};</a:t>
            </a:r>
            <a:b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    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System</a:t>
            </a: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.</a:t>
            </a:r>
            <a:r>
              <a:rPr lang="zh-CN" altLang="zh-CN" sz="1400" i="1" dirty="0">
                <a:solidFill>
                  <a:srgbClr val="871094"/>
                </a:solidFill>
                <a:latin typeface="Consolas" panose="020B0609020204030204" pitchFamily="49" charset="0"/>
                <a:ea typeface="JetBrains Mono"/>
              </a:rPr>
              <a:t>out</a:t>
            </a: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.println(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array1</a:t>
            </a: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);</a:t>
            </a:r>
            <a:b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b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    </a:t>
            </a:r>
            <a:r>
              <a:rPr lang="zh-CN" altLang="zh-CN" sz="14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double</a:t>
            </a: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[] 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array2 </a:t>
            </a: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= {</a:t>
            </a:r>
            <a:r>
              <a:rPr lang="zh-CN" altLang="zh-CN" sz="1400" dirty="0">
                <a:solidFill>
                  <a:srgbClr val="1750EB"/>
                </a:solidFill>
                <a:latin typeface="Consolas" panose="020B0609020204030204" pitchFamily="49" charset="0"/>
                <a:ea typeface="JetBrains Mono"/>
              </a:rPr>
              <a:t>44.4</a:t>
            </a: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, </a:t>
            </a:r>
            <a:r>
              <a:rPr lang="zh-CN" altLang="zh-CN" sz="1400" dirty="0">
                <a:solidFill>
                  <a:srgbClr val="1750EB"/>
                </a:solidFill>
                <a:latin typeface="Consolas" panose="020B0609020204030204" pitchFamily="49" charset="0"/>
                <a:ea typeface="JetBrains Mono"/>
              </a:rPr>
              <a:t>55.5</a:t>
            </a: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, </a:t>
            </a:r>
            <a:r>
              <a:rPr lang="zh-CN" altLang="zh-CN" sz="1400" dirty="0">
                <a:solidFill>
                  <a:srgbClr val="1750EB"/>
                </a:solidFill>
                <a:latin typeface="Consolas" panose="020B0609020204030204" pitchFamily="49" charset="0"/>
                <a:ea typeface="JetBrains Mono"/>
              </a:rPr>
              <a:t>66.6</a:t>
            </a: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};</a:t>
            </a:r>
            <a:b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    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System</a:t>
            </a: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.</a:t>
            </a:r>
            <a:r>
              <a:rPr lang="zh-CN" altLang="zh-CN" sz="1400" i="1" dirty="0">
                <a:solidFill>
                  <a:srgbClr val="871094"/>
                </a:solidFill>
                <a:latin typeface="Consolas" panose="020B0609020204030204" pitchFamily="49" charset="0"/>
                <a:ea typeface="JetBrains Mono"/>
              </a:rPr>
              <a:t>out</a:t>
            </a: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.println(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array2</a:t>
            </a: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);</a:t>
            </a:r>
            <a:b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}</a:t>
            </a:r>
            <a:b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}</a:t>
            </a:r>
            <a:endParaRPr lang="zh-CN" altLang="zh-CN" sz="2400" dirty="0">
              <a:latin typeface="Consolas" panose="020B0609020204030204" pitchFamily="49" charset="0"/>
            </a:endParaRPr>
          </a:p>
        </p:txBody>
      </p:sp>
      <p:sp>
        <p:nvSpPr>
          <p:cNvPr id="24" name="三角形 9">
            <a:extLst>
              <a:ext uri="{FF2B5EF4-FFF2-40B4-BE49-F238E27FC236}">
                <a16:creationId xmlns:a16="http://schemas.microsoft.com/office/drawing/2014/main" id="{9B20CE0C-0D01-4C20-BD73-01FCF4D8AB25}"/>
              </a:ext>
            </a:extLst>
          </p:cNvPr>
          <p:cNvSpPr/>
          <p:nvPr/>
        </p:nvSpPr>
        <p:spPr>
          <a:xfrm rot="2651319">
            <a:off x="554913" y="5287125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5" name="TextBox 6">
            <a:extLst>
              <a:ext uri="{FF2B5EF4-FFF2-40B4-BE49-F238E27FC236}">
                <a16:creationId xmlns:a16="http://schemas.microsoft.com/office/drawing/2014/main" id="{AD84C0A6-BE5B-421C-95B1-71867EB5DCEB}"/>
              </a:ext>
            </a:extLst>
          </p:cNvPr>
          <p:cNvSpPr txBox="1"/>
          <p:nvPr/>
        </p:nvSpPr>
        <p:spPr>
          <a:xfrm>
            <a:off x="892702" y="5428186"/>
            <a:ext cx="6767513" cy="380873"/>
          </a:xfrm>
          <a:prstGeom prst="rect">
            <a:avLst/>
          </a:prstGeom>
          <a:noFill/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rgbClr val="C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打印数组名</a:t>
            </a:r>
            <a:r>
              <a:rPr lang="en-US" altLang="zh-CN" sz="1400" dirty="0">
                <a:solidFill>
                  <a:srgbClr val="C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, </a:t>
            </a:r>
            <a:r>
              <a:rPr lang="zh-CN" altLang="en-US" sz="1400" dirty="0">
                <a:solidFill>
                  <a:srgbClr val="C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会看到数组在内存中的十六进制地址值</a:t>
            </a:r>
            <a:endParaRPr lang="en-US" altLang="zh-CN" sz="1400" dirty="0">
              <a:solidFill>
                <a:srgbClr val="C00000"/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464ABCCB-BCE1-4BEA-BC05-F528C0F3AADC}"/>
              </a:ext>
            </a:extLst>
          </p:cNvPr>
          <p:cNvSpPr/>
          <p:nvPr/>
        </p:nvSpPr>
        <p:spPr>
          <a:xfrm>
            <a:off x="648227" y="4930542"/>
            <a:ext cx="5983392" cy="1132907"/>
          </a:xfrm>
          <a:prstGeom prst="rect">
            <a:avLst/>
          </a:prstGeom>
          <a:noFill/>
          <a:ln w="9525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2F9B7126-87DE-4CDB-A32E-D3FCA73C5452}"/>
              </a:ext>
            </a:extLst>
          </p:cNvPr>
          <p:cNvSpPr/>
          <p:nvPr/>
        </p:nvSpPr>
        <p:spPr>
          <a:xfrm>
            <a:off x="548299" y="5003012"/>
            <a:ext cx="1053296" cy="300942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注意事项</a:t>
            </a: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C5CA7D85-6559-4747-91CE-5AB88DD2614E}"/>
              </a:ext>
            </a:extLst>
          </p:cNvPr>
          <p:cNvSpPr txBox="1"/>
          <p:nvPr/>
        </p:nvSpPr>
        <p:spPr>
          <a:xfrm>
            <a:off x="6392655" y="1635973"/>
            <a:ext cx="3277530" cy="1200329"/>
          </a:xfrm>
          <a:prstGeom prst="rect">
            <a:avLst/>
          </a:prstGeom>
          <a:solidFill>
            <a:srgbClr val="0C0C0C"/>
          </a:solidFill>
          <a:ln>
            <a:solidFill>
              <a:schemeClr val="tx1">
                <a:lumMod val="85000"/>
                <a:lumOff val="1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[I@10f87f48</a:t>
            </a:r>
            <a:endParaRPr lang="en-US" altLang="zh-CN" dirty="0">
              <a:solidFill>
                <a:schemeClr val="bg1">
                  <a:lumMod val="95000"/>
                </a:schemeClr>
              </a:solidFill>
              <a:latin typeface="Consolas" panose="020B0609020204030204" pitchFamily="49" charset="0"/>
            </a:endParaRPr>
          </a:p>
          <a:p>
            <a:endParaRPr lang="en-US" altLang="zh-CN" dirty="0">
              <a:solidFill>
                <a:schemeClr val="bg1">
                  <a:lumMod val="95000"/>
                </a:schemeClr>
              </a:solidFill>
              <a:latin typeface="Consolas" panose="020B0609020204030204" pitchFamily="49" charset="0"/>
            </a:endParaRPr>
          </a:p>
          <a:p>
            <a:endParaRPr lang="zh-CN" altLang="en-US" dirty="0">
              <a:solidFill>
                <a:schemeClr val="bg1">
                  <a:lumMod val="95000"/>
                </a:schemeClr>
              </a:solidFill>
              <a:latin typeface="Consolas" panose="020B0609020204030204" pitchFamily="49" charset="0"/>
            </a:endParaRPr>
          </a:p>
          <a:p>
            <a:r>
              <a:rPr lang="zh-CN" altLang="en-US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[D@b4c966a</a:t>
            </a:r>
          </a:p>
        </p:txBody>
      </p:sp>
    </p:spTree>
    <p:extLst>
      <p:ext uri="{BB962C8B-B14F-4D97-AF65-F5344CB8AC3E}">
        <p14:creationId xmlns:p14="http://schemas.microsoft.com/office/powerpoint/2010/main" val="32227779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  <p:bldP spid="25" grpId="0"/>
      <p:bldP spid="26" grpId="0" animBg="1"/>
      <p:bldP spid="27" grpId="0" animBg="1"/>
      <p:bldP spid="29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D0C785-F007-3032-B05B-1567276748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占位符 5">
            <a:extLst>
              <a:ext uri="{FF2B5EF4-FFF2-40B4-BE49-F238E27FC236}">
                <a16:creationId xmlns:a16="http://schemas.microsoft.com/office/drawing/2014/main" id="{18276436-C773-C3AF-DDB3-B53BED33671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936569" y="1483864"/>
            <a:ext cx="8015025" cy="3962399"/>
          </a:xfrm>
        </p:spPr>
        <p:txBody>
          <a:bodyPr/>
          <a:lstStyle/>
          <a:p>
            <a:r>
              <a:rPr lang="zh-CN" altLang="en-US" dirty="0"/>
              <a:t>数组的定义格式为？</a:t>
            </a:r>
            <a:endParaRPr lang="en-US" altLang="zh-CN" dirty="0"/>
          </a:p>
          <a:p>
            <a:r>
              <a:rPr lang="en-US" altLang="zh-CN" dirty="0"/>
              <a:t>	</a:t>
            </a:r>
            <a:r>
              <a:rPr lang="zh-CN" altLang="en-US" dirty="0"/>
              <a:t>数据类型</a:t>
            </a:r>
            <a:r>
              <a:rPr lang="en-US" altLang="zh-CN" dirty="0"/>
              <a:t>[] </a:t>
            </a:r>
            <a:r>
              <a:rPr lang="zh-CN" altLang="en-US" dirty="0"/>
              <a:t>数组名</a:t>
            </a:r>
            <a:r>
              <a:rPr lang="en-US" altLang="zh-CN" dirty="0"/>
              <a:t>;</a:t>
            </a:r>
          </a:p>
          <a:p>
            <a:r>
              <a:rPr lang="zh-CN" altLang="en-US" dirty="0"/>
              <a:t>数组的静态初始化格式为？</a:t>
            </a:r>
            <a:endParaRPr lang="en-US" altLang="zh-CN" dirty="0"/>
          </a:p>
          <a:p>
            <a:r>
              <a:rPr lang="en-US" altLang="zh-CN" dirty="0"/>
              <a:t>	</a:t>
            </a:r>
            <a:r>
              <a:rPr lang="zh-CN" altLang="en-US" dirty="0">
                <a:latin typeface="Consolas" panose="020B0609020204030204" pitchFamily="49" charset="0"/>
              </a:rPr>
              <a:t>数据类型</a:t>
            </a:r>
            <a:r>
              <a:rPr lang="en-US" altLang="zh-CN" dirty="0">
                <a:latin typeface="Consolas" panose="020B0609020204030204" pitchFamily="49" charset="0"/>
              </a:rPr>
              <a:t>[] </a:t>
            </a:r>
            <a:r>
              <a:rPr lang="zh-CN" altLang="en-US" dirty="0">
                <a:latin typeface="Consolas" panose="020B0609020204030204" pitchFamily="49" charset="0"/>
              </a:rPr>
              <a:t>数组名 </a:t>
            </a:r>
            <a:r>
              <a:rPr lang="en-US" altLang="zh-CN" dirty="0">
                <a:latin typeface="Consolas" panose="020B0609020204030204" pitchFamily="49" charset="0"/>
              </a:rPr>
              <a:t>= new </a:t>
            </a:r>
            <a:r>
              <a:rPr lang="zh-CN" altLang="en-US" dirty="0">
                <a:latin typeface="Consolas" panose="020B0609020204030204" pitchFamily="49" charset="0"/>
              </a:rPr>
              <a:t>数据类型</a:t>
            </a:r>
            <a:r>
              <a:rPr lang="en-US" altLang="zh-CN" dirty="0">
                <a:latin typeface="Consolas" panose="020B0609020204030204" pitchFamily="49" charset="0"/>
              </a:rPr>
              <a:t>[]{</a:t>
            </a:r>
            <a:r>
              <a:rPr lang="zh-CN" altLang="en-US" dirty="0">
                <a:latin typeface="Consolas" panose="020B0609020204030204" pitchFamily="49" charset="0"/>
              </a:rPr>
              <a:t>元素</a:t>
            </a:r>
            <a:r>
              <a:rPr lang="en-US" altLang="zh-CN" dirty="0">
                <a:latin typeface="Consolas" panose="020B0609020204030204" pitchFamily="49" charset="0"/>
              </a:rPr>
              <a:t>1, </a:t>
            </a:r>
            <a:r>
              <a:rPr lang="zh-CN" altLang="en-US" dirty="0">
                <a:latin typeface="Consolas" panose="020B0609020204030204" pitchFamily="49" charset="0"/>
              </a:rPr>
              <a:t>元素</a:t>
            </a:r>
            <a:r>
              <a:rPr lang="en-US" altLang="zh-CN" dirty="0">
                <a:latin typeface="Consolas" panose="020B0609020204030204" pitchFamily="49" charset="0"/>
              </a:rPr>
              <a:t>2, </a:t>
            </a:r>
            <a:r>
              <a:rPr lang="zh-CN" altLang="en-US" dirty="0">
                <a:latin typeface="Consolas" panose="020B0609020204030204" pitchFamily="49" charset="0"/>
              </a:rPr>
              <a:t>元素</a:t>
            </a:r>
            <a:r>
              <a:rPr lang="en-US" altLang="zh-CN" dirty="0">
                <a:latin typeface="Consolas" panose="020B0609020204030204" pitchFamily="49" charset="0"/>
              </a:rPr>
              <a:t>3...};</a:t>
            </a:r>
          </a:p>
          <a:p>
            <a:r>
              <a:rPr lang="en-US" altLang="zh-CN" dirty="0">
                <a:latin typeface="Consolas" panose="020B0609020204030204" pitchFamily="49" charset="0"/>
              </a:rPr>
              <a:t>	</a:t>
            </a:r>
            <a:r>
              <a:rPr lang="zh-CN" altLang="en-US" dirty="0">
                <a:latin typeface="Consolas" panose="020B0609020204030204" pitchFamily="49" charset="0"/>
              </a:rPr>
              <a:t>数据类型</a:t>
            </a:r>
            <a:r>
              <a:rPr lang="en-US" altLang="zh-CN" dirty="0">
                <a:latin typeface="Consolas" panose="020B0609020204030204" pitchFamily="49" charset="0"/>
              </a:rPr>
              <a:t>[] </a:t>
            </a:r>
            <a:r>
              <a:rPr lang="zh-CN" altLang="en-US" dirty="0">
                <a:latin typeface="Consolas" panose="020B0609020204030204" pitchFamily="49" charset="0"/>
              </a:rPr>
              <a:t>数组名 </a:t>
            </a:r>
            <a:r>
              <a:rPr lang="en-US" altLang="zh-CN" dirty="0">
                <a:latin typeface="Consolas" panose="020B0609020204030204" pitchFamily="49" charset="0"/>
              </a:rPr>
              <a:t>= {</a:t>
            </a:r>
            <a:r>
              <a:rPr lang="zh-CN" altLang="en-US" dirty="0">
                <a:latin typeface="Consolas" panose="020B0609020204030204" pitchFamily="49" charset="0"/>
              </a:rPr>
              <a:t>元素</a:t>
            </a:r>
            <a:r>
              <a:rPr lang="en-US" altLang="zh-CN" dirty="0">
                <a:latin typeface="Consolas" panose="020B0609020204030204" pitchFamily="49" charset="0"/>
              </a:rPr>
              <a:t>1, </a:t>
            </a:r>
            <a:r>
              <a:rPr lang="zh-CN" altLang="en-US" dirty="0">
                <a:latin typeface="Consolas" panose="020B0609020204030204" pitchFamily="49" charset="0"/>
              </a:rPr>
              <a:t>元素</a:t>
            </a:r>
            <a:r>
              <a:rPr lang="en-US" altLang="zh-CN" dirty="0">
                <a:latin typeface="Consolas" panose="020B0609020204030204" pitchFamily="49" charset="0"/>
              </a:rPr>
              <a:t>2, </a:t>
            </a:r>
            <a:r>
              <a:rPr lang="zh-CN" altLang="en-US" dirty="0">
                <a:latin typeface="Consolas" panose="020B0609020204030204" pitchFamily="49" charset="0"/>
              </a:rPr>
              <a:t>元素</a:t>
            </a:r>
            <a:r>
              <a:rPr lang="en-US" altLang="zh-CN" dirty="0">
                <a:latin typeface="Consolas" panose="020B0609020204030204" pitchFamily="49" charset="0"/>
              </a:rPr>
              <a:t>3...};</a:t>
            </a:r>
            <a:endParaRPr lang="en-US" altLang="zh-CN" dirty="0"/>
          </a:p>
          <a:p>
            <a:r>
              <a:rPr lang="zh-CN" altLang="en-US" dirty="0"/>
              <a:t>打印数组名会看到什么？</a:t>
            </a:r>
            <a:endParaRPr lang="en-US" altLang="zh-CN" dirty="0"/>
          </a:p>
          <a:p>
            <a:r>
              <a:rPr lang="en-US" altLang="zh-CN" dirty="0"/>
              <a:t>	</a:t>
            </a:r>
            <a:r>
              <a:rPr lang="zh-CN" altLang="en-US" dirty="0"/>
              <a:t>十六进制内存地址</a:t>
            </a:r>
          </a:p>
        </p:txBody>
      </p:sp>
    </p:spTree>
    <p:extLst>
      <p:ext uri="{BB962C8B-B14F-4D97-AF65-F5344CB8AC3E}">
        <p14:creationId xmlns:p14="http://schemas.microsoft.com/office/powerpoint/2010/main" val="7016871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664C43-43AE-D24A-374F-05471A48A1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20891E54-4E56-6248-BE35-F8885106155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258201" y="1662411"/>
            <a:ext cx="3787673" cy="4287452"/>
          </a:xfrm>
        </p:spPr>
        <p:txBody>
          <a:bodyPr/>
          <a:lstStyle/>
          <a:p>
            <a:r>
              <a:rPr lang="zh-CN" altLang="en-US" dirty="0">
                <a:latin typeface="Consolas" panose="020B0609020204030204" pitchFamily="49" charset="0"/>
              </a:rPr>
              <a:t>数组介绍</a:t>
            </a:r>
            <a:endParaRPr lang="en-US" altLang="zh-CN" dirty="0">
              <a:latin typeface="Consolas" panose="020B0609020204030204" pitchFamily="49" charset="0"/>
            </a:endParaRPr>
          </a:p>
          <a:p>
            <a:r>
              <a:rPr lang="zh-CN" altLang="en-US" dirty="0">
                <a:latin typeface="Consolas" panose="020B0609020204030204" pitchFamily="49" charset="0"/>
              </a:rPr>
              <a:t>数组的定义和静态初始化</a:t>
            </a:r>
            <a:endParaRPr lang="en-US" altLang="zh-CN" dirty="0">
              <a:latin typeface="Consolas" panose="020B0609020204030204" pitchFamily="49" charset="0"/>
            </a:endParaRPr>
          </a:p>
          <a:p>
            <a:r>
              <a:rPr lang="zh-CN" altLang="en-US" dirty="0">
                <a:latin typeface="Consolas" panose="020B0609020204030204" pitchFamily="49" charset="0"/>
              </a:rPr>
              <a:t>数组元素访问</a:t>
            </a:r>
            <a:endParaRPr lang="en-US" altLang="zh-CN" dirty="0">
              <a:latin typeface="Consolas" panose="020B0609020204030204" pitchFamily="49" charset="0"/>
            </a:endParaRPr>
          </a:p>
          <a:p>
            <a:r>
              <a:rPr lang="zh-CN" altLang="en-US" dirty="0">
                <a:latin typeface="Consolas" panose="020B0609020204030204" pitchFamily="49" charset="0"/>
              </a:rPr>
              <a:t>数组遍历操作</a:t>
            </a:r>
            <a:endParaRPr lang="en-US" altLang="zh-CN" dirty="0">
              <a:latin typeface="Consolas" panose="020B0609020204030204" pitchFamily="49" charset="0"/>
            </a:endParaRPr>
          </a:p>
          <a:p>
            <a:r>
              <a:rPr lang="zh-CN" altLang="en-US" dirty="0">
                <a:latin typeface="Consolas" panose="020B0609020204030204" pitchFamily="49" charset="0"/>
              </a:rPr>
              <a:t>数组动态初始化</a:t>
            </a:r>
            <a:endParaRPr lang="en-US" altLang="zh-CN" dirty="0">
              <a:latin typeface="Consolas" panose="020B0609020204030204" pitchFamily="49" charset="0"/>
            </a:endParaRPr>
          </a:p>
          <a:p>
            <a:r>
              <a:rPr lang="zh-CN" altLang="en-US" dirty="0">
                <a:latin typeface="Consolas" panose="020B0609020204030204" pitchFamily="49" charset="0"/>
              </a:rPr>
              <a:t>数组内存图</a:t>
            </a:r>
            <a:endParaRPr lang="en-US" altLang="zh-CN" dirty="0">
              <a:latin typeface="Consolas" panose="020B0609020204030204" pitchFamily="49" charset="0"/>
            </a:endParaRPr>
          </a:p>
          <a:p>
            <a:r>
              <a:rPr lang="zh-CN" altLang="en-US" dirty="0">
                <a:latin typeface="Consolas" panose="020B0609020204030204" pitchFamily="49" charset="0"/>
              </a:rPr>
              <a:t>数组常见问题</a:t>
            </a:r>
            <a:endParaRPr lang="en-US" altLang="zh-CN" dirty="0">
              <a:latin typeface="Consolas" panose="020B0609020204030204" pitchFamily="49" charset="0"/>
            </a:endParaRPr>
          </a:p>
          <a:p>
            <a:r>
              <a:rPr lang="zh-CN" altLang="en-US" dirty="0">
                <a:latin typeface="Consolas" panose="020B0609020204030204" pitchFamily="49" charset="0"/>
              </a:rPr>
              <a:t>二维数组</a:t>
            </a:r>
          </a:p>
        </p:txBody>
      </p:sp>
    </p:spTree>
    <p:extLst>
      <p:ext uri="{BB962C8B-B14F-4D97-AF65-F5344CB8AC3E}">
        <p14:creationId xmlns:p14="http://schemas.microsoft.com/office/powerpoint/2010/main" val="221365263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D9EFA8-C48E-4329-9EAC-85DFE1AFAC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446B481-E005-5AC8-1E86-D074BAA29B7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834080" y="2465278"/>
            <a:ext cx="4831831" cy="901700"/>
          </a:xfrm>
        </p:spPr>
        <p:txBody>
          <a:bodyPr/>
          <a:lstStyle/>
          <a:p>
            <a:r>
              <a:rPr lang="zh-CN" altLang="en-US" dirty="0"/>
              <a:t>数组元素访问</a:t>
            </a:r>
          </a:p>
        </p:txBody>
      </p:sp>
      <p:sp>
        <p:nvSpPr>
          <p:cNvPr id="10" name="文本占位符 9">
            <a:extLst>
              <a:ext uri="{FF2B5EF4-FFF2-40B4-BE49-F238E27FC236}">
                <a16:creationId xmlns:a16="http://schemas.microsoft.com/office/drawing/2014/main" id="{D7FE6AB3-A532-9C99-5100-FAE1C98167C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zh-CN" dirty="0"/>
              <a:t>3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09528143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764C089C-0935-5E44-B9F7-7E9F84DDBA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数组元素访问</a:t>
            </a:r>
          </a:p>
        </p:txBody>
      </p:sp>
      <p:sp>
        <p:nvSpPr>
          <p:cNvPr id="13" name="TextBox 3">
            <a:extLst>
              <a:ext uri="{FF2B5EF4-FFF2-40B4-BE49-F238E27FC236}">
                <a16:creationId xmlns:a16="http://schemas.microsoft.com/office/drawing/2014/main" id="{6A17E51A-1895-4A9E-A944-03BDD44AA5F9}"/>
              </a:ext>
            </a:extLst>
          </p:cNvPr>
          <p:cNvSpPr txBox="1"/>
          <p:nvPr/>
        </p:nvSpPr>
        <p:spPr>
          <a:xfrm>
            <a:off x="576626" y="1085625"/>
            <a:ext cx="7543800" cy="42595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228594" indent="-228594">
              <a:lnSpc>
                <a:spcPct val="150000"/>
              </a:lnSpc>
              <a:buFont typeface="Wingdings" panose="05000000000000000000" pitchFamily="2" charset="2"/>
              <a:buChar char="l"/>
              <a:defRPr/>
            </a:pPr>
            <a:r>
              <a:rPr lang="zh-CN" altLang="en-US" sz="16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格式：</a:t>
            </a:r>
            <a:r>
              <a:rPr lang="zh-CN" altLang="en-US" sz="1600" b="1" dirty="0">
                <a:solidFill>
                  <a:srgbClr val="C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数组名</a:t>
            </a:r>
            <a:r>
              <a:rPr lang="en-US" altLang="zh-CN" sz="1600" b="1" dirty="0">
                <a:solidFill>
                  <a:srgbClr val="C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[</a:t>
            </a:r>
            <a:r>
              <a:rPr lang="zh-CN" altLang="en-US" sz="1600" b="1" dirty="0">
                <a:solidFill>
                  <a:srgbClr val="C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索引</a:t>
            </a:r>
            <a:r>
              <a:rPr lang="en-US" altLang="zh-CN" sz="1600" b="1" dirty="0">
                <a:solidFill>
                  <a:srgbClr val="C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];</a:t>
            </a:r>
          </a:p>
        </p:txBody>
      </p:sp>
      <p:pic>
        <p:nvPicPr>
          <p:cNvPr id="10" name="Picture 2">
            <a:extLst>
              <a:ext uri="{FF2B5EF4-FFF2-40B4-BE49-F238E27FC236}">
                <a16:creationId xmlns:a16="http://schemas.microsoft.com/office/drawing/2014/main" id="{CB2B11DB-2483-4F21-A8DD-9AB114F62C51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52033" y="4684184"/>
            <a:ext cx="1016000" cy="101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" name="Picture 4">
            <a:extLst>
              <a:ext uri="{FF2B5EF4-FFF2-40B4-BE49-F238E27FC236}">
                <a16:creationId xmlns:a16="http://schemas.microsoft.com/office/drawing/2014/main" id="{3D3AE5B6-602A-4976-8A16-AFBBDC58A615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94567" y="4677833"/>
            <a:ext cx="1016000" cy="101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" name="Picture 6">
            <a:extLst>
              <a:ext uri="{FF2B5EF4-FFF2-40B4-BE49-F238E27FC236}">
                <a16:creationId xmlns:a16="http://schemas.microsoft.com/office/drawing/2014/main" id="{1D45579F-A0EF-492E-9FFC-92D5BFC27FC7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23884" y="4663017"/>
            <a:ext cx="1016000" cy="101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" name="Picture 8">
            <a:extLst>
              <a:ext uri="{FF2B5EF4-FFF2-40B4-BE49-F238E27FC236}">
                <a16:creationId xmlns:a16="http://schemas.microsoft.com/office/drawing/2014/main" id="{435C6994-7779-4CA2-9E41-1723654EF681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72251" y="4677833"/>
            <a:ext cx="1016000" cy="101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" name="Picture 10">
            <a:extLst>
              <a:ext uri="{FF2B5EF4-FFF2-40B4-BE49-F238E27FC236}">
                <a16:creationId xmlns:a16="http://schemas.microsoft.com/office/drawing/2014/main" id="{CA531101-B99C-4AC2-8D58-C239A9286623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76785" y="2686051"/>
            <a:ext cx="1409700" cy="121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" name="文本框 17">
            <a:extLst>
              <a:ext uri="{FF2B5EF4-FFF2-40B4-BE49-F238E27FC236}">
                <a16:creationId xmlns:a16="http://schemas.microsoft.com/office/drawing/2014/main" id="{8C9BA9FD-5B5E-44B9-AB60-044C38546081}"/>
              </a:ext>
            </a:extLst>
          </p:cNvPr>
          <p:cNvSpPr txBox="1"/>
          <p:nvPr/>
        </p:nvSpPr>
        <p:spPr>
          <a:xfrm>
            <a:off x="8113185" y="2874434"/>
            <a:ext cx="3136900" cy="30777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zh-CN" altLang="en-US" sz="1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报数！！！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72270815-EA03-4A24-B25F-AB5AC6DD535D}"/>
              </a:ext>
            </a:extLst>
          </p:cNvPr>
          <p:cNvSpPr/>
          <p:nvPr/>
        </p:nvSpPr>
        <p:spPr>
          <a:xfrm>
            <a:off x="1011768" y="4004734"/>
            <a:ext cx="1731433" cy="1824567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zh-CN" altLang="en-US" sz="14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02D13668-E00C-458B-B932-8EAE3F049167}"/>
              </a:ext>
            </a:extLst>
          </p:cNvPr>
          <p:cNvSpPr/>
          <p:nvPr/>
        </p:nvSpPr>
        <p:spPr>
          <a:xfrm>
            <a:off x="2739057" y="4004734"/>
            <a:ext cx="1731433" cy="1824567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zh-CN" altLang="en-US" sz="14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143856A4-632E-4CFA-AAA5-CC65B35FA6F7}"/>
              </a:ext>
            </a:extLst>
          </p:cNvPr>
          <p:cNvSpPr/>
          <p:nvPr/>
        </p:nvSpPr>
        <p:spPr>
          <a:xfrm>
            <a:off x="4461934" y="4004734"/>
            <a:ext cx="1729317" cy="1824567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zh-CN" altLang="en-US" sz="14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79C7076B-9BE4-46B3-95B6-A08B87CFC98E}"/>
              </a:ext>
            </a:extLst>
          </p:cNvPr>
          <p:cNvSpPr/>
          <p:nvPr/>
        </p:nvSpPr>
        <p:spPr>
          <a:xfrm>
            <a:off x="6191252" y="4004734"/>
            <a:ext cx="1731433" cy="1824567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zh-CN" altLang="en-US" sz="14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EA2388D0-693F-4C22-BB28-5EAEFBD2FE0D}"/>
              </a:ext>
            </a:extLst>
          </p:cNvPr>
          <p:cNvSpPr txBox="1"/>
          <p:nvPr/>
        </p:nvSpPr>
        <p:spPr>
          <a:xfrm>
            <a:off x="1037167" y="3530601"/>
            <a:ext cx="3136900" cy="30777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sz="1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array</a:t>
            </a:r>
            <a:endParaRPr lang="zh-CN" altLang="en-US" sz="1400" b="1" dirty="0">
              <a:solidFill>
                <a:schemeClr val="tx1">
                  <a:lumMod val="85000"/>
                  <a:lumOff val="15000"/>
                </a:schemeClr>
              </a:solidFill>
              <a:latin typeface="Consolas" panose="020B0609020204030204" pitchFamily="49" charset="0"/>
              <a:ea typeface="微软雅黑" panose="020B0503020204020204" pitchFamily="34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1D46169C-9142-1CF6-AD8C-8E9A7687896B}"/>
              </a:ext>
            </a:extLst>
          </p:cNvPr>
          <p:cNvSpPr txBox="1"/>
          <p:nvPr/>
        </p:nvSpPr>
        <p:spPr>
          <a:xfrm>
            <a:off x="2038351" y="4341285"/>
            <a:ext cx="774700" cy="30777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sz="1400" b="1" dirty="0">
                <a:solidFill>
                  <a:srgbClr val="66DDF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lang="zh-CN" altLang="en-US" sz="1400" b="1" dirty="0">
              <a:solidFill>
                <a:srgbClr val="66DDF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EE602A1A-4D95-A163-1B46-977658584CE5}"/>
              </a:ext>
            </a:extLst>
          </p:cNvPr>
          <p:cNvSpPr txBox="1"/>
          <p:nvPr/>
        </p:nvSpPr>
        <p:spPr>
          <a:xfrm>
            <a:off x="3759201" y="4341285"/>
            <a:ext cx="776817" cy="30777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sz="1400" b="1" dirty="0">
                <a:solidFill>
                  <a:srgbClr val="F9420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endParaRPr lang="zh-CN" altLang="en-US" sz="1400" b="1" dirty="0">
              <a:solidFill>
                <a:srgbClr val="F9420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9F71BA0C-D38A-DE54-F337-4A5456C6D0A3}"/>
              </a:ext>
            </a:extLst>
          </p:cNvPr>
          <p:cNvSpPr txBox="1"/>
          <p:nvPr/>
        </p:nvSpPr>
        <p:spPr>
          <a:xfrm>
            <a:off x="5554134" y="4341285"/>
            <a:ext cx="774700" cy="30777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sz="1400" b="1" dirty="0">
                <a:solidFill>
                  <a:srgbClr val="273BF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endParaRPr lang="zh-CN" altLang="en-US" sz="1400" b="1" dirty="0">
              <a:solidFill>
                <a:srgbClr val="273BF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53DF56B3-E972-35E8-49D0-8B601C3F1570}"/>
              </a:ext>
            </a:extLst>
          </p:cNvPr>
          <p:cNvSpPr txBox="1"/>
          <p:nvPr/>
        </p:nvSpPr>
        <p:spPr>
          <a:xfrm>
            <a:off x="7241118" y="4341285"/>
            <a:ext cx="774700" cy="30777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sz="1400" b="1" dirty="0">
                <a:solidFill>
                  <a:srgbClr val="FB96C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endParaRPr lang="zh-CN" altLang="en-US" sz="1400" b="1" dirty="0">
              <a:solidFill>
                <a:srgbClr val="FB96C7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5CE87148-0C99-8D8F-F7F6-79162D8A5137}"/>
              </a:ext>
            </a:extLst>
          </p:cNvPr>
          <p:cNvSpPr txBox="1"/>
          <p:nvPr/>
        </p:nvSpPr>
        <p:spPr>
          <a:xfrm>
            <a:off x="2038350" y="4335258"/>
            <a:ext cx="776816" cy="30777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sz="1400" b="1" dirty="0">
                <a:solidFill>
                  <a:srgbClr val="66DDF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endParaRPr lang="zh-CN" altLang="en-US" sz="1400" b="1" dirty="0">
              <a:solidFill>
                <a:srgbClr val="66DDF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746AD0A8-AA09-AF88-4154-D0E1FBF84661}"/>
              </a:ext>
            </a:extLst>
          </p:cNvPr>
          <p:cNvSpPr txBox="1"/>
          <p:nvPr/>
        </p:nvSpPr>
        <p:spPr>
          <a:xfrm>
            <a:off x="3761317" y="4335258"/>
            <a:ext cx="776816" cy="30777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sz="1400" b="1" dirty="0">
                <a:solidFill>
                  <a:srgbClr val="F9420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lang="zh-CN" altLang="en-US" sz="1400" b="1" dirty="0">
              <a:solidFill>
                <a:srgbClr val="F9420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D682CCD1-20FF-ED02-7944-C98C2288E0B9}"/>
              </a:ext>
            </a:extLst>
          </p:cNvPr>
          <p:cNvSpPr txBox="1"/>
          <p:nvPr/>
        </p:nvSpPr>
        <p:spPr>
          <a:xfrm>
            <a:off x="5554134" y="4335258"/>
            <a:ext cx="776817" cy="30777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sz="1400" b="1" dirty="0">
                <a:solidFill>
                  <a:srgbClr val="273BF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endParaRPr lang="zh-CN" altLang="en-US" sz="1400" b="1" dirty="0">
              <a:solidFill>
                <a:srgbClr val="273BF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5F2F81E2-21EA-B57F-FD6F-3DA878023C13}"/>
              </a:ext>
            </a:extLst>
          </p:cNvPr>
          <p:cNvSpPr txBox="1"/>
          <p:nvPr/>
        </p:nvSpPr>
        <p:spPr>
          <a:xfrm>
            <a:off x="7222067" y="4335258"/>
            <a:ext cx="774700" cy="30777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sz="1400" b="1" dirty="0">
                <a:solidFill>
                  <a:srgbClr val="FB96C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endParaRPr lang="zh-CN" altLang="en-US" sz="1400" b="1" dirty="0">
              <a:solidFill>
                <a:srgbClr val="FB96C7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C7B43BD3-A221-B421-3D02-944FEB0D62A8}"/>
              </a:ext>
            </a:extLst>
          </p:cNvPr>
          <p:cNvSpPr txBox="1"/>
          <p:nvPr/>
        </p:nvSpPr>
        <p:spPr>
          <a:xfrm>
            <a:off x="6842048" y="2868407"/>
            <a:ext cx="3136900" cy="30777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sz="1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array </a:t>
            </a:r>
            <a:r>
              <a:rPr lang="zh-CN" altLang="en-US" sz="1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小组，</a:t>
            </a:r>
            <a:r>
              <a:rPr lang="en-US" altLang="zh-CN" sz="1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1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号员工出列！</a:t>
            </a:r>
          </a:p>
        </p:txBody>
      </p:sp>
      <p:sp>
        <p:nvSpPr>
          <p:cNvPr id="30" name="对话气泡: 椭圆形 29">
            <a:extLst>
              <a:ext uri="{FF2B5EF4-FFF2-40B4-BE49-F238E27FC236}">
                <a16:creationId xmlns:a16="http://schemas.microsoft.com/office/drawing/2014/main" id="{3656CC5F-93CE-CB7B-9D5B-48D1D881294A}"/>
              </a:ext>
            </a:extLst>
          </p:cNvPr>
          <p:cNvSpPr/>
          <p:nvPr/>
        </p:nvSpPr>
        <p:spPr>
          <a:xfrm>
            <a:off x="3934885" y="2813051"/>
            <a:ext cx="1248833" cy="965200"/>
          </a:xfrm>
          <a:prstGeom prst="wedgeEllipseCallout">
            <a:avLst>
              <a:gd name="adj1" fmla="val 37418"/>
              <a:gd name="adj2" fmla="val 115843"/>
            </a:avLst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zh-CN" altLang="en-US" sz="1400" dirty="0">
                <a:latin typeface="微软雅黑" pitchFamily="34" charset="-122"/>
                <a:ea typeface="微软雅黑" pitchFamily="34" charset="-122"/>
              </a:rPr>
              <a:t>来了</a:t>
            </a:r>
            <a:r>
              <a:rPr lang="en-US" altLang="zh-CN" sz="1400" dirty="0">
                <a:latin typeface="微软雅黑" pitchFamily="34" charset="-122"/>
                <a:ea typeface="微软雅黑" pitchFamily="34" charset="-122"/>
              </a:rPr>
              <a:t>~</a:t>
            </a:r>
            <a:endParaRPr lang="zh-CN" altLang="en-US" sz="14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2" name="TextBox 3">
            <a:extLst>
              <a:ext uri="{FF2B5EF4-FFF2-40B4-BE49-F238E27FC236}">
                <a16:creationId xmlns:a16="http://schemas.microsoft.com/office/drawing/2014/main" id="{BF449B2C-376D-5845-7EE6-13967F67CE0A}"/>
              </a:ext>
            </a:extLst>
          </p:cNvPr>
          <p:cNvSpPr txBox="1"/>
          <p:nvPr/>
        </p:nvSpPr>
        <p:spPr>
          <a:xfrm>
            <a:off x="576626" y="1699958"/>
            <a:ext cx="7543800" cy="42595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228594" indent="-228594">
              <a:lnSpc>
                <a:spcPct val="150000"/>
              </a:lnSpc>
              <a:buFont typeface="Wingdings" panose="05000000000000000000" pitchFamily="2" charset="2"/>
              <a:buChar char="l"/>
              <a:defRPr/>
            </a:pPr>
            <a:r>
              <a:rPr lang="zh-CN" altLang="en-US" sz="16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索引：索引是数组容器中空间的编号，编号从</a:t>
            </a:r>
            <a:r>
              <a:rPr lang="en-US" altLang="zh-CN" sz="16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0</a:t>
            </a:r>
            <a:r>
              <a:rPr lang="zh-CN" altLang="en-US" sz="16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开始，逐个</a:t>
            </a:r>
            <a:r>
              <a:rPr lang="en-US" altLang="zh-CN" sz="16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+1</a:t>
            </a:r>
            <a:r>
              <a:rPr lang="zh-CN" altLang="en-US" sz="16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增长</a:t>
            </a:r>
            <a:endParaRPr lang="en-US" altLang="zh-CN" sz="1600" b="1" dirty="0">
              <a:solidFill>
                <a:schemeClr val="tx1">
                  <a:lumMod val="50000"/>
                </a:schemeClr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6410735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500"/>
                            </p:stCondLst>
                            <p:childTnLst>
                              <p:par>
                                <p:cTn id="5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1000"/>
                            </p:stCondLst>
                            <p:childTnLst>
                              <p:par>
                                <p:cTn id="5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1500"/>
                            </p:stCondLst>
                            <p:childTnLst>
                              <p:par>
                                <p:cTn id="6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66667E-6 3.7037E-7 L -0.04597 0.25833 " pathEditMode="relative" rAng="0" ptsTypes="AA">
                                      <p:cBhvr>
                                        <p:cTn id="93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305" y="12917"/>
                                    </p:animMotion>
                                  </p:childTnLst>
                                </p:cTn>
                              </p:par>
                              <p:par>
                                <p:cTn id="94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75E-6 1.85185E-6 L -0.0306 0.26597 " pathEditMode="relative" rAng="0" ptsTypes="AA">
                                      <p:cBhvr>
                                        <p:cTn id="95" dur="20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536" y="13287"/>
                                    </p:animMotion>
                                  </p:childTnLst>
                                </p:cTn>
                              </p:par>
                              <p:par>
                                <p:cTn id="96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08333E-7 3.7037E-7 L -0.04531 0.26597 " pathEditMode="relative" rAng="0" ptsTypes="AA">
                                      <p:cBhvr>
                                        <p:cTn id="97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266" y="13287"/>
                                    </p:animMotion>
                                  </p:childTnLst>
                                </p:cTn>
                              </p:par>
                              <p:par>
                                <p:cTn id="98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45833E-6 3.7037E-7 L -0.04583 0.25833 " pathEditMode="relative" rAng="0" ptsTypes="AA">
                                      <p:cBhvr>
                                        <p:cTn id="99" dur="2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292" y="1291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4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5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8" grpId="0"/>
      <p:bldP spid="18" grpId="1"/>
      <p:bldP spid="23" grpId="0" animBg="1"/>
      <p:bldP spid="24" grpId="0" animBg="1"/>
      <p:bldP spid="25" grpId="0" animBg="1"/>
      <p:bldP spid="26" grpId="0" animBg="1"/>
      <p:bldP spid="27" grpId="0"/>
      <p:bldP spid="2" grpId="0"/>
      <p:bldP spid="2" grpId="1"/>
      <p:bldP spid="4" grpId="0"/>
      <p:bldP spid="4" grpId="1"/>
      <p:bldP spid="5" grpId="0"/>
      <p:bldP spid="5" grpId="1"/>
      <p:bldP spid="6" grpId="0"/>
      <p:bldP spid="6" grpId="1"/>
      <p:bldP spid="7" grpId="0"/>
      <p:bldP spid="7" grpId="1"/>
      <p:bldP spid="8" grpId="0" build="allAtOnce"/>
      <p:bldP spid="9" grpId="0"/>
      <p:bldP spid="9" grpId="1"/>
      <p:bldP spid="28" grpId="0"/>
      <p:bldP spid="28" grpId="1"/>
      <p:bldP spid="29" grpId="0"/>
      <p:bldP spid="30" grpId="0" animBg="1"/>
      <p:bldP spid="32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0A3342-11BD-D8A7-1488-8997EA3CCF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占位符 5">
            <a:extLst>
              <a:ext uri="{FF2B5EF4-FFF2-40B4-BE49-F238E27FC236}">
                <a16:creationId xmlns:a16="http://schemas.microsoft.com/office/drawing/2014/main" id="{CEF02849-7E08-17C1-8937-2B799F5DA27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936569" y="1483864"/>
            <a:ext cx="8015025" cy="3962399"/>
          </a:xfrm>
        </p:spPr>
        <p:txBody>
          <a:bodyPr/>
          <a:lstStyle/>
          <a:p>
            <a:r>
              <a:rPr lang="zh-CN" altLang="en-US" dirty="0">
                <a:latin typeface="Consolas" panose="020B0609020204030204" pitchFamily="49" charset="0"/>
              </a:rPr>
              <a:t>数组元素访问格式为</a:t>
            </a:r>
            <a:r>
              <a:rPr lang="en-US" altLang="zh-CN" dirty="0">
                <a:latin typeface="Consolas" panose="020B0609020204030204" pitchFamily="49" charset="0"/>
              </a:rPr>
              <a:t>: </a:t>
            </a:r>
            <a:r>
              <a:rPr lang="zh-CN" altLang="en-US" dirty="0">
                <a:latin typeface="Consolas" panose="020B0609020204030204" pitchFamily="49" charset="0"/>
              </a:rPr>
              <a:t>数组名</a:t>
            </a:r>
            <a:r>
              <a:rPr lang="en-US" altLang="zh-CN" dirty="0">
                <a:latin typeface="Consolas" panose="020B0609020204030204" pitchFamily="49" charset="0"/>
              </a:rPr>
              <a:t>[</a:t>
            </a:r>
            <a:r>
              <a:rPr lang="zh-CN" altLang="en-US" dirty="0">
                <a:latin typeface="Consolas" panose="020B0609020204030204" pitchFamily="49" charset="0"/>
              </a:rPr>
              <a:t>索引</a:t>
            </a:r>
            <a:r>
              <a:rPr lang="en-US" altLang="zh-CN" dirty="0">
                <a:latin typeface="Consolas" panose="020B0609020204030204" pitchFamily="49" charset="0"/>
              </a:rPr>
              <a:t>];</a:t>
            </a:r>
          </a:p>
          <a:p>
            <a:r>
              <a:rPr lang="zh-CN" altLang="en-US" dirty="0">
                <a:latin typeface="Consolas" panose="020B0609020204030204" pitchFamily="49" charset="0"/>
              </a:rPr>
              <a:t>索引</a:t>
            </a:r>
            <a:r>
              <a:rPr lang="en-US" altLang="zh-CN" dirty="0">
                <a:latin typeface="Consolas" panose="020B0609020204030204" pitchFamily="49" charset="0"/>
              </a:rPr>
              <a:t>(</a:t>
            </a:r>
            <a:r>
              <a:rPr lang="zh-CN" altLang="en-US" dirty="0">
                <a:latin typeface="Consolas" panose="020B0609020204030204" pitchFamily="49" charset="0"/>
              </a:rPr>
              <a:t>角标、下标</a:t>
            </a:r>
            <a:r>
              <a:rPr lang="en-US" altLang="zh-CN" dirty="0">
                <a:latin typeface="Consolas" panose="020B0609020204030204" pitchFamily="49" charset="0"/>
              </a:rPr>
              <a:t>) </a:t>
            </a:r>
            <a:r>
              <a:rPr lang="zh-CN" altLang="en-US" dirty="0">
                <a:latin typeface="Consolas" panose="020B0609020204030204" pitchFamily="49" charset="0"/>
              </a:rPr>
              <a:t>指数组中每一个元素的编号</a:t>
            </a:r>
            <a:r>
              <a:rPr lang="en-US" altLang="zh-CN" dirty="0">
                <a:latin typeface="Consolas" panose="020B0609020204030204" pitchFamily="49" charset="0"/>
              </a:rPr>
              <a:t>,</a:t>
            </a:r>
            <a:r>
              <a:rPr lang="zh-CN" altLang="en-US" dirty="0">
                <a:latin typeface="Consolas" panose="020B0609020204030204" pitchFamily="49" charset="0"/>
              </a:rPr>
              <a:t>编号从</a:t>
            </a:r>
            <a:r>
              <a:rPr lang="en-US" altLang="zh-CN" dirty="0">
                <a:latin typeface="Consolas" panose="020B0609020204030204" pitchFamily="49" charset="0"/>
              </a:rPr>
              <a:t>0</a:t>
            </a:r>
            <a:r>
              <a:rPr lang="zh-CN" altLang="en-US" dirty="0">
                <a:latin typeface="Consolas" panose="020B0609020204030204" pitchFamily="49" charset="0"/>
              </a:rPr>
              <a:t>开始</a:t>
            </a:r>
            <a:r>
              <a:rPr lang="en-US" altLang="zh-CN" dirty="0">
                <a:latin typeface="Consolas" panose="020B0609020204030204" pitchFamily="49" charset="0"/>
              </a:rPr>
              <a:t>,</a:t>
            </a:r>
            <a:r>
              <a:rPr lang="zh-CN" altLang="en-US" dirty="0">
                <a:latin typeface="Consolas" panose="020B0609020204030204" pitchFamily="49" charset="0"/>
              </a:rPr>
              <a:t>逐个</a:t>
            </a:r>
            <a:r>
              <a:rPr lang="en-US" altLang="zh-CN" dirty="0">
                <a:latin typeface="Consolas" panose="020B0609020204030204" pitchFamily="49" charset="0"/>
              </a:rPr>
              <a:t>+1</a:t>
            </a:r>
            <a:r>
              <a:rPr lang="zh-CN" altLang="en-US" dirty="0">
                <a:latin typeface="Consolas" panose="020B0609020204030204" pitchFamily="49" charset="0"/>
              </a:rPr>
              <a:t>增长</a:t>
            </a:r>
            <a:endParaRPr lang="en-US" altLang="zh-CN" dirty="0">
              <a:latin typeface="Consolas" panose="020B0609020204030204" pitchFamily="49" charset="0"/>
            </a:endParaRPr>
          </a:p>
          <a:p>
            <a:r>
              <a:rPr lang="zh-CN" altLang="en-US" dirty="0">
                <a:latin typeface="Consolas" panose="020B0609020204030204" pitchFamily="49" charset="0"/>
              </a:rPr>
              <a:t>数组名</a:t>
            </a:r>
            <a:r>
              <a:rPr lang="en-US" altLang="zh-CN" dirty="0">
                <a:latin typeface="Consolas" panose="020B0609020204030204" pitchFamily="49" charset="0"/>
              </a:rPr>
              <a:t>.length : </a:t>
            </a:r>
            <a:r>
              <a:rPr lang="zh-CN" altLang="en-US" dirty="0">
                <a:latin typeface="Consolas" panose="020B0609020204030204" pitchFamily="49" charset="0"/>
              </a:rPr>
              <a:t>动态获取数组的长度</a:t>
            </a:r>
            <a:r>
              <a:rPr lang="en-US" altLang="zh-CN" dirty="0">
                <a:latin typeface="Consolas" panose="020B0609020204030204" pitchFamily="49" charset="0"/>
              </a:rPr>
              <a:t>(</a:t>
            </a:r>
            <a:r>
              <a:rPr lang="zh-CN" altLang="en-US" dirty="0">
                <a:latin typeface="Consolas" panose="020B0609020204030204" pitchFamily="49" charset="0"/>
              </a:rPr>
              <a:t>元素的个数</a:t>
            </a:r>
            <a:r>
              <a:rPr lang="en-US" altLang="zh-CN" dirty="0">
                <a:latin typeface="Consolas" panose="020B0609020204030204" pitchFamily="49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6835016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B3B169-C942-9711-2745-66911D8002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E6412A0C-10BA-1E35-2D96-2A638431D31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258201" y="1662411"/>
            <a:ext cx="3787673" cy="4287452"/>
          </a:xfrm>
        </p:spPr>
        <p:txBody>
          <a:bodyPr/>
          <a:lstStyle/>
          <a:p>
            <a:r>
              <a:rPr lang="zh-CN" altLang="en-US" dirty="0">
                <a:latin typeface="Consolas" panose="020B0609020204030204" pitchFamily="49" charset="0"/>
              </a:rPr>
              <a:t>数组介绍</a:t>
            </a:r>
            <a:endParaRPr lang="en-US" altLang="zh-CN" dirty="0">
              <a:latin typeface="Consolas" panose="020B0609020204030204" pitchFamily="49" charset="0"/>
            </a:endParaRPr>
          </a:p>
          <a:p>
            <a:r>
              <a:rPr lang="zh-CN" altLang="en-US" dirty="0">
                <a:latin typeface="Consolas" panose="020B0609020204030204" pitchFamily="49" charset="0"/>
              </a:rPr>
              <a:t>数组的定义和静态初始化</a:t>
            </a:r>
            <a:endParaRPr lang="en-US" altLang="zh-CN" dirty="0">
              <a:latin typeface="Consolas" panose="020B0609020204030204" pitchFamily="49" charset="0"/>
            </a:endParaRPr>
          </a:p>
          <a:p>
            <a:r>
              <a:rPr lang="zh-CN" altLang="en-US" dirty="0">
                <a:latin typeface="Consolas" panose="020B0609020204030204" pitchFamily="49" charset="0"/>
              </a:rPr>
              <a:t>数组元素访问</a:t>
            </a:r>
            <a:endParaRPr lang="en-US" altLang="zh-CN" dirty="0">
              <a:latin typeface="Consolas" panose="020B0609020204030204" pitchFamily="49" charset="0"/>
            </a:endParaRPr>
          </a:p>
          <a:p>
            <a:r>
              <a:rPr lang="zh-CN" altLang="en-US" dirty="0">
                <a:latin typeface="Consolas" panose="020B0609020204030204" pitchFamily="49" charset="0"/>
              </a:rPr>
              <a:t>数组遍历操作</a:t>
            </a:r>
            <a:endParaRPr lang="en-US" altLang="zh-CN" dirty="0">
              <a:latin typeface="Consolas" panose="020B0609020204030204" pitchFamily="49" charset="0"/>
            </a:endParaRPr>
          </a:p>
          <a:p>
            <a:r>
              <a:rPr lang="zh-CN" altLang="en-US" dirty="0">
                <a:latin typeface="Consolas" panose="020B0609020204030204" pitchFamily="49" charset="0"/>
              </a:rPr>
              <a:t>数组动态初始化</a:t>
            </a:r>
            <a:endParaRPr lang="en-US" altLang="zh-CN" dirty="0">
              <a:latin typeface="Consolas" panose="020B0609020204030204" pitchFamily="49" charset="0"/>
            </a:endParaRPr>
          </a:p>
          <a:p>
            <a:r>
              <a:rPr lang="zh-CN" altLang="en-US" dirty="0">
                <a:latin typeface="Consolas" panose="020B0609020204030204" pitchFamily="49" charset="0"/>
              </a:rPr>
              <a:t>数组内存图</a:t>
            </a:r>
            <a:endParaRPr lang="en-US" altLang="zh-CN" dirty="0">
              <a:latin typeface="Consolas" panose="020B0609020204030204" pitchFamily="49" charset="0"/>
            </a:endParaRPr>
          </a:p>
          <a:p>
            <a:r>
              <a:rPr lang="zh-CN" altLang="en-US" dirty="0">
                <a:latin typeface="Consolas" panose="020B0609020204030204" pitchFamily="49" charset="0"/>
              </a:rPr>
              <a:t>数组常见问题</a:t>
            </a:r>
            <a:endParaRPr lang="en-US" altLang="zh-CN" dirty="0">
              <a:latin typeface="Consolas" panose="020B0609020204030204" pitchFamily="49" charset="0"/>
            </a:endParaRPr>
          </a:p>
          <a:p>
            <a:r>
              <a:rPr lang="zh-CN" altLang="en-US" dirty="0">
                <a:latin typeface="Consolas" panose="020B0609020204030204" pitchFamily="49" charset="0"/>
              </a:rPr>
              <a:t>二维数组</a:t>
            </a:r>
          </a:p>
        </p:txBody>
      </p:sp>
    </p:spTree>
    <p:extLst>
      <p:ext uri="{BB962C8B-B14F-4D97-AF65-F5344CB8AC3E}">
        <p14:creationId xmlns:p14="http://schemas.microsoft.com/office/powerpoint/2010/main" val="237290751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D068B4-1996-CDA2-FE75-11FCB0D94A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2EC8F45-74E9-7712-A20F-FFDD00C1A74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834080" y="2465278"/>
            <a:ext cx="4831831" cy="901700"/>
          </a:xfrm>
        </p:spPr>
        <p:txBody>
          <a:bodyPr/>
          <a:lstStyle/>
          <a:p>
            <a:r>
              <a:rPr lang="zh-CN" altLang="en-US" dirty="0"/>
              <a:t>数组遍历操作</a:t>
            </a:r>
          </a:p>
        </p:txBody>
      </p:sp>
      <p:sp>
        <p:nvSpPr>
          <p:cNvPr id="10" name="文本占位符 9">
            <a:extLst>
              <a:ext uri="{FF2B5EF4-FFF2-40B4-BE49-F238E27FC236}">
                <a16:creationId xmlns:a16="http://schemas.microsoft.com/office/drawing/2014/main" id="{9E1BEFA2-F92F-1F33-931C-F321CF4717A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zh-CN" dirty="0"/>
              <a:t>4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27336676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764C089C-0935-5E44-B9F7-7E9F84DDBA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数组遍历介绍</a:t>
            </a:r>
          </a:p>
        </p:txBody>
      </p:sp>
      <p:sp>
        <p:nvSpPr>
          <p:cNvPr id="9" name="TextBox 3">
            <a:extLst>
              <a:ext uri="{FF2B5EF4-FFF2-40B4-BE49-F238E27FC236}">
                <a16:creationId xmlns:a16="http://schemas.microsoft.com/office/drawing/2014/main" id="{1E179B81-399D-49B0-A4DE-7BCE8209B74B}"/>
              </a:ext>
            </a:extLst>
          </p:cNvPr>
          <p:cNvSpPr txBox="1"/>
          <p:nvPr/>
        </p:nvSpPr>
        <p:spPr>
          <a:xfrm>
            <a:off x="576625" y="1145072"/>
            <a:ext cx="873479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fontAlgn="auto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l"/>
              <a:defRPr/>
            </a:pPr>
            <a:r>
              <a:rPr lang="zh-CN" altLang="en-US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数组遍历：依次访问数组中的每一个元素</a:t>
            </a:r>
          </a:p>
        </p:txBody>
      </p:sp>
      <p:grpSp>
        <p:nvGrpSpPr>
          <p:cNvPr id="10" name="组合 5">
            <a:extLst>
              <a:ext uri="{FF2B5EF4-FFF2-40B4-BE49-F238E27FC236}">
                <a16:creationId xmlns:a16="http://schemas.microsoft.com/office/drawing/2014/main" id="{18A0248C-E4EC-4C5E-8059-5C5893C90986}"/>
              </a:ext>
            </a:extLst>
          </p:cNvPr>
          <p:cNvGrpSpPr>
            <a:grpSpLocks/>
          </p:cNvGrpSpPr>
          <p:nvPr/>
        </p:nvGrpSpPr>
        <p:grpSpPr bwMode="auto">
          <a:xfrm>
            <a:off x="755956" y="1940939"/>
            <a:ext cx="2924329" cy="4196606"/>
            <a:chOff x="6565874" y="1354975"/>
            <a:chExt cx="2398614" cy="3592863"/>
          </a:xfrm>
        </p:grpSpPr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7E4E2567-8B4F-4088-AB3D-3687CFFE788E}"/>
                </a:ext>
              </a:extLst>
            </p:cNvPr>
            <p:cNvSpPr/>
            <p:nvPr/>
          </p:nvSpPr>
          <p:spPr bwMode="auto">
            <a:xfrm>
              <a:off x="6565874" y="1354975"/>
              <a:ext cx="2398614" cy="3592863"/>
            </a:xfrm>
            <a:prstGeom prst="rect">
              <a:avLst/>
            </a:prstGeom>
            <a:solidFill>
              <a:srgbClr val="047FFD">
                <a:alpha val="10000"/>
              </a:srgbClr>
            </a:solidFill>
            <a:ln w="38100">
              <a:solidFill>
                <a:srgbClr val="047FFD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>
                <a:latin typeface="Consolas" panose="020B0609020204030204" pitchFamily="49" charset="0"/>
                <a:ea typeface="思源黑体 CN Bold" panose="020B0800000000000000" pitchFamily="34" charset="-122"/>
              </a:endParaRPr>
            </a:p>
          </p:txBody>
        </p:sp>
        <p:sp>
          <p:nvSpPr>
            <p:cNvPr id="12" name="TextBox 2">
              <a:extLst>
                <a:ext uri="{FF2B5EF4-FFF2-40B4-BE49-F238E27FC236}">
                  <a16:creationId xmlns:a16="http://schemas.microsoft.com/office/drawing/2014/main" id="{C9002D41-5590-4F5E-B531-054566C2EA8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296868" y="4489224"/>
              <a:ext cx="936625" cy="3971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150000"/>
                </a:lnSpc>
              </a:pPr>
              <a:r>
                <a:rPr lang="zh-CN" altLang="en-US" b="1" dirty="0">
                  <a:solidFill>
                    <a:srgbClr val="047FFD"/>
                  </a:solidFill>
                  <a:latin typeface="Consolas" panose="020B0609020204030204" pitchFamily="49" charset="0"/>
                  <a:ea typeface="思源黑体 CN Bold" panose="020B0800000000000000" pitchFamily="34" charset="-122"/>
                </a:rPr>
                <a:t>内存</a:t>
              </a: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ECDB8252-74ED-4298-9B78-FA755F5D961E}"/>
              </a:ext>
            </a:extLst>
          </p:cNvPr>
          <p:cNvSpPr/>
          <p:nvPr/>
        </p:nvSpPr>
        <p:spPr>
          <a:xfrm>
            <a:off x="1176782" y="2366212"/>
            <a:ext cx="2121764" cy="1970843"/>
          </a:xfrm>
          <a:prstGeom prst="rect">
            <a:avLst/>
          </a:prstGeom>
          <a:ln w="254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0A926E5D-35F0-40FA-9185-61937E870545}"/>
              </a:ext>
            </a:extLst>
          </p:cNvPr>
          <p:cNvCxnSpPr>
            <a:cxnSpLocks/>
          </p:cNvCxnSpPr>
          <p:nvPr/>
        </p:nvCxnSpPr>
        <p:spPr>
          <a:xfrm>
            <a:off x="1201969" y="3025379"/>
            <a:ext cx="2096577" cy="0"/>
          </a:xfrm>
          <a:prstGeom prst="line">
            <a:avLst/>
          </a:prstGeom>
          <a:ln w="254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9AA79F72-F6C0-4FB8-900B-347C4F962203}"/>
              </a:ext>
            </a:extLst>
          </p:cNvPr>
          <p:cNvCxnSpPr>
            <a:cxnSpLocks/>
          </p:cNvCxnSpPr>
          <p:nvPr/>
        </p:nvCxnSpPr>
        <p:spPr>
          <a:xfrm>
            <a:off x="1201969" y="3702762"/>
            <a:ext cx="2096577" cy="0"/>
          </a:xfrm>
          <a:prstGeom prst="line">
            <a:avLst/>
          </a:prstGeom>
          <a:ln w="254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文本框 16">
            <a:extLst>
              <a:ext uri="{FF2B5EF4-FFF2-40B4-BE49-F238E27FC236}">
                <a16:creationId xmlns:a16="http://schemas.microsoft.com/office/drawing/2014/main" id="{B0677370-250E-4D27-B8CD-F5CB9DD50CAD}"/>
              </a:ext>
            </a:extLst>
          </p:cNvPr>
          <p:cNvSpPr txBox="1"/>
          <p:nvPr/>
        </p:nvSpPr>
        <p:spPr>
          <a:xfrm>
            <a:off x="2033121" y="2543907"/>
            <a:ext cx="40908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600" dirty="0">
                <a:solidFill>
                  <a:srgbClr val="C00000"/>
                </a:solidFill>
                <a:latin typeface="Consolas" panose="020B0609020204030204" pitchFamily="49" charset="0"/>
              </a:rPr>
              <a:t>11</a:t>
            </a:r>
            <a:endParaRPr lang="zh-CN" altLang="en-US" sz="1600" dirty="0">
              <a:solidFill>
                <a:srgbClr val="C00000"/>
              </a:solidFill>
              <a:latin typeface="Consolas" panose="020B0609020204030204" pitchFamily="49" charset="0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90A83BB1-80D4-4BC5-8E06-AA2CAA2B418D}"/>
              </a:ext>
            </a:extLst>
          </p:cNvPr>
          <p:cNvSpPr txBox="1"/>
          <p:nvPr/>
        </p:nvSpPr>
        <p:spPr>
          <a:xfrm>
            <a:off x="2033121" y="3210187"/>
            <a:ext cx="40908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600" dirty="0">
                <a:solidFill>
                  <a:srgbClr val="C00000"/>
                </a:solidFill>
                <a:latin typeface="Consolas" panose="020B0609020204030204" pitchFamily="49" charset="0"/>
              </a:rPr>
              <a:t>22</a:t>
            </a:r>
            <a:endParaRPr lang="zh-CN" altLang="en-US" sz="1600" dirty="0">
              <a:solidFill>
                <a:srgbClr val="C00000"/>
              </a:solidFill>
              <a:latin typeface="Consolas" panose="020B0609020204030204" pitchFamily="49" charset="0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56287C19-476D-427C-9798-C1384E9B4CE1}"/>
              </a:ext>
            </a:extLst>
          </p:cNvPr>
          <p:cNvSpPr txBox="1"/>
          <p:nvPr/>
        </p:nvSpPr>
        <p:spPr>
          <a:xfrm>
            <a:off x="2033121" y="3842592"/>
            <a:ext cx="40908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600" dirty="0">
                <a:solidFill>
                  <a:srgbClr val="C00000"/>
                </a:solidFill>
                <a:latin typeface="Consolas" panose="020B0609020204030204" pitchFamily="49" charset="0"/>
              </a:rPr>
              <a:t>33</a:t>
            </a:r>
            <a:endParaRPr lang="zh-CN" altLang="en-US" sz="1600" dirty="0">
              <a:solidFill>
                <a:srgbClr val="C00000"/>
              </a:solidFill>
              <a:latin typeface="Consolas" panose="020B0609020204030204" pitchFamily="49" charset="0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1D8180EF-8F10-432D-953C-DF60FC762133}"/>
              </a:ext>
            </a:extLst>
          </p:cNvPr>
          <p:cNvSpPr/>
          <p:nvPr/>
        </p:nvSpPr>
        <p:spPr>
          <a:xfrm>
            <a:off x="1176782" y="4333742"/>
            <a:ext cx="2121765" cy="1196353"/>
          </a:xfrm>
          <a:prstGeom prst="rect">
            <a:avLst/>
          </a:prstGeom>
          <a:solidFill>
            <a:srgbClr val="FFFFFF"/>
          </a:solidFill>
          <a:ln w="25400">
            <a:solidFill>
              <a:srgbClr val="0C0C0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5" name="直接连接符 24">
            <a:extLst>
              <a:ext uri="{FF2B5EF4-FFF2-40B4-BE49-F238E27FC236}">
                <a16:creationId xmlns:a16="http://schemas.microsoft.com/office/drawing/2014/main" id="{C138DA68-F605-4463-A105-372D49A369F5}"/>
              </a:ext>
            </a:extLst>
          </p:cNvPr>
          <p:cNvCxnSpPr/>
          <p:nvPr/>
        </p:nvCxnSpPr>
        <p:spPr>
          <a:xfrm>
            <a:off x="1176782" y="4938238"/>
            <a:ext cx="2121764" cy="0"/>
          </a:xfrm>
          <a:prstGeom prst="line">
            <a:avLst/>
          </a:prstGeom>
          <a:ln w="254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6" name="文本框 25">
            <a:extLst>
              <a:ext uri="{FF2B5EF4-FFF2-40B4-BE49-F238E27FC236}">
                <a16:creationId xmlns:a16="http://schemas.microsoft.com/office/drawing/2014/main" id="{82599E1C-EE34-4570-B80A-72911B29B0ED}"/>
              </a:ext>
            </a:extLst>
          </p:cNvPr>
          <p:cNvSpPr txBox="1"/>
          <p:nvPr/>
        </p:nvSpPr>
        <p:spPr>
          <a:xfrm>
            <a:off x="2058308" y="4453952"/>
            <a:ext cx="40908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600" dirty="0">
                <a:solidFill>
                  <a:srgbClr val="C00000"/>
                </a:solidFill>
                <a:latin typeface="Consolas" panose="020B0609020204030204" pitchFamily="49" charset="0"/>
              </a:rPr>
              <a:t>44</a:t>
            </a:r>
            <a:endParaRPr lang="zh-CN" altLang="en-US" sz="1600" dirty="0">
              <a:solidFill>
                <a:srgbClr val="C00000"/>
              </a:solidFill>
              <a:latin typeface="Consolas" panose="020B0609020204030204" pitchFamily="49" charset="0"/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E4461FE7-4AFA-4283-A4D0-5C87DF4A3393}"/>
              </a:ext>
            </a:extLst>
          </p:cNvPr>
          <p:cNvSpPr txBox="1"/>
          <p:nvPr/>
        </p:nvSpPr>
        <p:spPr>
          <a:xfrm>
            <a:off x="2058308" y="5046615"/>
            <a:ext cx="40908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600" dirty="0">
                <a:solidFill>
                  <a:srgbClr val="C00000"/>
                </a:solidFill>
                <a:latin typeface="Consolas" panose="020B0609020204030204" pitchFamily="49" charset="0"/>
              </a:rPr>
              <a:t>55</a:t>
            </a:r>
            <a:endParaRPr lang="zh-CN" altLang="en-US" sz="1600" dirty="0">
              <a:solidFill>
                <a:srgbClr val="C00000"/>
              </a:solidFill>
              <a:latin typeface="Consolas" panose="020B0609020204030204" pitchFamily="49" charset="0"/>
            </a:endParaRP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3EF00BB2-6024-4CDE-AA9E-7E3F2F8C7DFB}"/>
              </a:ext>
            </a:extLst>
          </p:cNvPr>
          <p:cNvSpPr txBox="1"/>
          <p:nvPr/>
        </p:nvSpPr>
        <p:spPr>
          <a:xfrm>
            <a:off x="2033121" y="2549720"/>
            <a:ext cx="40908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600" dirty="0">
                <a:solidFill>
                  <a:srgbClr val="C00000"/>
                </a:solidFill>
                <a:latin typeface="Consolas" panose="020B0609020204030204" pitchFamily="49" charset="0"/>
              </a:rPr>
              <a:t>11</a:t>
            </a:r>
            <a:endParaRPr lang="zh-CN" altLang="en-US" sz="1600" dirty="0">
              <a:solidFill>
                <a:srgbClr val="C00000"/>
              </a:solidFill>
              <a:latin typeface="Consolas" panose="020B0609020204030204" pitchFamily="49" charset="0"/>
            </a:endParaRP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CE08F40D-222A-4C72-9235-B747D36F9900}"/>
              </a:ext>
            </a:extLst>
          </p:cNvPr>
          <p:cNvSpPr txBox="1"/>
          <p:nvPr/>
        </p:nvSpPr>
        <p:spPr>
          <a:xfrm>
            <a:off x="2033120" y="3210187"/>
            <a:ext cx="40908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600" dirty="0">
                <a:solidFill>
                  <a:srgbClr val="C00000"/>
                </a:solidFill>
                <a:latin typeface="Consolas" panose="020B0609020204030204" pitchFamily="49" charset="0"/>
              </a:rPr>
              <a:t>22</a:t>
            </a:r>
            <a:endParaRPr lang="zh-CN" altLang="en-US" sz="1600" dirty="0">
              <a:solidFill>
                <a:srgbClr val="C00000"/>
              </a:solidFill>
              <a:latin typeface="Consolas" panose="020B0609020204030204" pitchFamily="49" charset="0"/>
            </a:endParaRP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B6C667C8-7C04-424F-A206-85CFF98455BD}"/>
              </a:ext>
            </a:extLst>
          </p:cNvPr>
          <p:cNvSpPr txBox="1"/>
          <p:nvPr/>
        </p:nvSpPr>
        <p:spPr>
          <a:xfrm>
            <a:off x="2033120" y="3842592"/>
            <a:ext cx="40908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600" dirty="0">
                <a:solidFill>
                  <a:srgbClr val="C00000"/>
                </a:solidFill>
                <a:latin typeface="Consolas" panose="020B0609020204030204" pitchFamily="49" charset="0"/>
              </a:rPr>
              <a:t>33</a:t>
            </a:r>
            <a:endParaRPr lang="zh-CN" altLang="en-US" sz="1600" dirty="0">
              <a:solidFill>
                <a:srgbClr val="C00000"/>
              </a:solidFill>
              <a:latin typeface="Consolas" panose="020B0609020204030204" pitchFamily="49" charset="0"/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BB2E2069-4FE0-44BC-8C03-81B5151D932F}"/>
              </a:ext>
            </a:extLst>
          </p:cNvPr>
          <p:cNvSpPr txBox="1"/>
          <p:nvPr/>
        </p:nvSpPr>
        <p:spPr>
          <a:xfrm>
            <a:off x="2058308" y="4453952"/>
            <a:ext cx="40908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600" dirty="0">
                <a:solidFill>
                  <a:srgbClr val="C00000"/>
                </a:solidFill>
                <a:latin typeface="Consolas" panose="020B0609020204030204" pitchFamily="49" charset="0"/>
              </a:rPr>
              <a:t>44</a:t>
            </a:r>
            <a:endParaRPr lang="zh-CN" altLang="en-US" sz="1600" dirty="0">
              <a:solidFill>
                <a:srgbClr val="C00000"/>
              </a:solidFill>
              <a:latin typeface="Consolas" panose="020B0609020204030204" pitchFamily="49" charset="0"/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26FCD760-DCBF-440D-8A16-24D0D191E184}"/>
              </a:ext>
            </a:extLst>
          </p:cNvPr>
          <p:cNvSpPr txBox="1"/>
          <p:nvPr/>
        </p:nvSpPr>
        <p:spPr>
          <a:xfrm>
            <a:off x="2058308" y="5046615"/>
            <a:ext cx="40908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600" dirty="0">
                <a:solidFill>
                  <a:srgbClr val="C00000"/>
                </a:solidFill>
                <a:latin typeface="Consolas" panose="020B0609020204030204" pitchFamily="49" charset="0"/>
              </a:rPr>
              <a:t>55</a:t>
            </a:r>
            <a:endParaRPr lang="zh-CN" altLang="en-US" sz="1600" dirty="0">
              <a:solidFill>
                <a:srgbClr val="C00000"/>
              </a:solidFill>
              <a:latin typeface="Consolas" panose="020B0609020204030204" pitchFamily="49" charset="0"/>
            </a:endParaRP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228D2D68-3012-444C-8E74-D1B5E4B6740E}"/>
              </a:ext>
            </a:extLst>
          </p:cNvPr>
          <p:cNvSpPr txBox="1"/>
          <p:nvPr/>
        </p:nvSpPr>
        <p:spPr>
          <a:xfrm>
            <a:off x="1996251" y="1963024"/>
            <a:ext cx="48282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</a:rPr>
              <a:t>arr</a:t>
            </a:r>
            <a:endParaRPr lang="zh-CN" altLang="en-US" sz="1400" b="1" dirty="0">
              <a:solidFill>
                <a:schemeClr val="tx1">
                  <a:lumMod val="85000"/>
                  <a:lumOff val="15000"/>
                </a:schemeClr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050663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63" presetClass="pat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54167E-6 3.7037E-6 L 0.25 3.7037E-6 " pathEditMode="relative" rAng="0" ptsTypes="AA">
                                      <p:cBhvr>
                                        <p:cTn id="58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500" y="0"/>
                                    </p:animMotion>
                                  </p:childTnLst>
                                </p:cTn>
                              </p:par>
                              <p:par>
                                <p:cTn id="59" presetID="43" presetClass="pat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54167E-6 -2.59259E-6 L 0.15625 -2.59259E-6 C 0.22644 -2.59259E-6 0.31328 -0.02754 0.31328 -0.0493 L 0.31328 -0.09768 " pathEditMode="relative" rAng="0" ptsTypes="AAAA">
                                      <p:cBhvr>
                                        <p:cTn id="60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5664" y="-4884"/>
                                    </p:animMotion>
                                  </p:childTnLst>
                                </p:cTn>
                              </p:par>
                              <p:par>
                                <p:cTn id="61" presetID="43" presetClass="pat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54167E-6 -3.7037E-6 L 0.18412 -3.7037E-6 C 0.26667 -3.7037E-6 0.36888 -0.05301 0.36888 -0.09583 L 0.36888 -0.18981 " pathEditMode="relative" rAng="0" ptsTypes="AAAA">
                                      <p:cBhvr>
                                        <p:cTn id="62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8438" y="-9491"/>
                                    </p:animMotion>
                                  </p:childTnLst>
                                </p:cTn>
                              </p:par>
                              <p:par>
                                <p:cTn id="63" presetID="43" presetClass="pat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125E-6 -4.07407E-6 L 0.21185 -4.07407E-6 C 0.30664 -4.07407E-6 0.42369 -0.07685 0.42369 -0.13888 L 0.42369 -0.27777 " pathEditMode="relative" rAng="0" ptsTypes="AAAA">
                                      <p:cBhvr>
                                        <p:cTn id="64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1185" y="-13889"/>
                                    </p:animMotion>
                                  </p:childTnLst>
                                </p:cTn>
                              </p:par>
                              <p:par>
                                <p:cTn id="65" presetID="43" presetClass="pat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125E-6 3.33333E-6 L 0.23685 3.33333E-6 C 0.34284 3.33333E-6 0.47369 -0.1007 0.47369 -0.18218 L 0.47369 -0.36436 " pathEditMode="relative" rAng="0" ptsTypes="AAAA">
                                      <p:cBhvr>
                                        <p:cTn id="66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3685" y="-1821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7" grpId="0"/>
      <p:bldP spid="18" grpId="0"/>
      <p:bldP spid="19" grpId="0"/>
      <p:bldP spid="4" grpId="0" animBg="1"/>
      <p:bldP spid="26" grpId="0"/>
      <p:bldP spid="27" grpId="0"/>
      <p:bldP spid="29" grpId="0"/>
      <p:bldP spid="29" grpId="1"/>
      <p:bldP spid="30" grpId="0"/>
      <p:bldP spid="30" grpId="1"/>
      <p:bldP spid="31" grpId="0"/>
      <p:bldP spid="31" grpId="1"/>
      <p:bldP spid="32" grpId="0"/>
      <p:bldP spid="32" grpId="1"/>
      <p:bldP spid="32" grpId="2"/>
      <p:bldP spid="33" grpId="0"/>
      <p:bldP spid="33" grpId="1"/>
      <p:bldP spid="43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D49A1A-5F2B-D02C-CEA6-3BED412876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BEFBC2FA-B213-7F90-283F-677D7C9C08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数组遍历介绍</a:t>
            </a:r>
          </a:p>
        </p:txBody>
      </p:sp>
      <p:sp>
        <p:nvSpPr>
          <p:cNvPr id="9" name="TextBox 3">
            <a:extLst>
              <a:ext uri="{FF2B5EF4-FFF2-40B4-BE49-F238E27FC236}">
                <a16:creationId xmlns:a16="http://schemas.microsoft.com/office/drawing/2014/main" id="{5FF3A5AB-1342-4418-3FEC-529140030148}"/>
              </a:ext>
            </a:extLst>
          </p:cNvPr>
          <p:cNvSpPr txBox="1"/>
          <p:nvPr/>
        </p:nvSpPr>
        <p:spPr>
          <a:xfrm>
            <a:off x="576625" y="1145072"/>
            <a:ext cx="873479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fontAlgn="auto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l"/>
              <a:defRPr/>
            </a:pPr>
            <a:r>
              <a:rPr lang="zh-CN" altLang="en-US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数组遍历：依次访问数组中的每一个元素</a:t>
            </a:r>
          </a:p>
        </p:txBody>
      </p:sp>
      <p:grpSp>
        <p:nvGrpSpPr>
          <p:cNvPr id="10" name="组合 5">
            <a:extLst>
              <a:ext uri="{FF2B5EF4-FFF2-40B4-BE49-F238E27FC236}">
                <a16:creationId xmlns:a16="http://schemas.microsoft.com/office/drawing/2014/main" id="{77B37C6D-22C9-A4FA-E19E-CDA8F364977D}"/>
              </a:ext>
            </a:extLst>
          </p:cNvPr>
          <p:cNvGrpSpPr>
            <a:grpSpLocks/>
          </p:cNvGrpSpPr>
          <p:nvPr/>
        </p:nvGrpSpPr>
        <p:grpSpPr bwMode="auto">
          <a:xfrm>
            <a:off x="755956" y="1940939"/>
            <a:ext cx="2924329" cy="4196606"/>
            <a:chOff x="6565874" y="1354975"/>
            <a:chExt cx="2398614" cy="3592863"/>
          </a:xfrm>
        </p:grpSpPr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61121FBA-972A-3572-BD1B-0213044E34EB}"/>
                </a:ext>
              </a:extLst>
            </p:cNvPr>
            <p:cNvSpPr/>
            <p:nvPr/>
          </p:nvSpPr>
          <p:spPr bwMode="auto">
            <a:xfrm>
              <a:off x="6565874" y="1354975"/>
              <a:ext cx="2398614" cy="3592863"/>
            </a:xfrm>
            <a:prstGeom prst="rect">
              <a:avLst/>
            </a:prstGeom>
            <a:solidFill>
              <a:srgbClr val="047FFD">
                <a:alpha val="10000"/>
              </a:srgbClr>
            </a:solidFill>
            <a:ln w="38100">
              <a:solidFill>
                <a:srgbClr val="047FFD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>
                <a:latin typeface="Consolas" panose="020B0609020204030204" pitchFamily="49" charset="0"/>
                <a:ea typeface="思源黑体 CN Bold" panose="020B0800000000000000" pitchFamily="34" charset="-122"/>
              </a:endParaRPr>
            </a:p>
          </p:txBody>
        </p:sp>
        <p:sp>
          <p:nvSpPr>
            <p:cNvPr id="12" name="TextBox 2">
              <a:extLst>
                <a:ext uri="{FF2B5EF4-FFF2-40B4-BE49-F238E27FC236}">
                  <a16:creationId xmlns:a16="http://schemas.microsoft.com/office/drawing/2014/main" id="{A050F174-FBDE-B894-9BC8-5E775DCED4B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296868" y="4489224"/>
              <a:ext cx="936625" cy="3971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150000"/>
                </a:lnSpc>
              </a:pPr>
              <a:r>
                <a:rPr lang="zh-CN" altLang="en-US" b="1" dirty="0">
                  <a:solidFill>
                    <a:srgbClr val="047FFD"/>
                  </a:solidFill>
                  <a:latin typeface="Consolas" panose="020B0609020204030204" pitchFamily="49" charset="0"/>
                  <a:ea typeface="思源黑体 CN Bold" panose="020B0800000000000000" pitchFamily="34" charset="-122"/>
                </a:rPr>
                <a:t>内存</a:t>
              </a: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76C48552-3959-5027-B140-000A9D6781F6}"/>
              </a:ext>
            </a:extLst>
          </p:cNvPr>
          <p:cNvSpPr/>
          <p:nvPr/>
        </p:nvSpPr>
        <p:spPr>
          <a:xfrm>
            <a:off x="1176782" y="2366212"/>
            <a:ext cx="2121764" cy="1970843"/>
          </a:xfrm>
          <a:prstGeom prst="rect">
            <a:avLst/>
          </a:prstGeom>
          <a:ln w="254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F19F58BD-3A08-C32A-5CBF-844B8E884552}"/>
              </a:ext>
            </a:extLst>
          </p:cNvPr>
          <p:cNvCxnSpPr>
            <a:cxnSpLocks/>
          </p:cNvCxnSpPr>
          <p:nvPr/>
        </p:nvCxnSpPr>
        <p:spPr>
          <a:xfrm>
            <a:off x="1201969" y="3025379"/>
            <a:ext cx="2096577" cy="0"/>
          </a:xfrm>
          <a:prstGeom prst="line">
            <a:avLst/>
          </a:prstGeom>
          <a:ln w="254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94C1FB98-126B-4174-D881-F964EB621325}"/>
              </a:ext>
            </a:extLst>
          </p:cNvPr>
          <p:cNvCxnSpPr>
            <a:cxnSpLocks/>
          </p:cNvCxnSpPr>
          <p:nvPr/>
        </p:nvCxnSpPr>
        <p:spPr>
          <a:xfrm>
            <a:off x="1201969" y="3702762"/>
            <a:ext cx="2096577" cy="0"/>
          </a:xfrm>
          <a:prstGeom prst="line">
            <a:avLst/>
          </a:prstGeom>
          <a:ln w="254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文本框 16">
            <a:extLst>
              <a:ext uri="{FF2B5EF4-FFF2-40B4-BE49-F238E27FC236}">
                <a16:creationId xmlns:a16="http://schemas.microsoft.com/office/drawing/2014/main" id="{9653234D-AA10-326C-97E6-FE409ACE7D37}"/>
              </a:ext>
            </a:extLst>
          </p:cNvPr>
          <p:cNvSpPr txBox="1"/>
          <p:nvPr/>
        </p:nvSpPr>
        <p:spPr>
          <a:xfrm>
            <a:off x="2033121" y="2543907"/>
            <a:ext cx="40908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600" dirty="0">
                <a:solidFill>
                  <a:srgbClr val="C00000"/>
                </a:solidFill>
                <a:latin typeface="Consolas" panose="020B0609020204030204" pitchFamily="49" charset="0"/>
              </a:rPr>
              <a:t>11</a:t>
            </a:r>
            <a:endParaRPr lang="zh-CN" altLang="en-US" sz="1600" dirty="0">
              <a:solidFill>
                <a:srgbClr val="C00000"/>
              </a:solidFill>
              <a:latin typeface="Consolas" panose="020B0609020204030204" pitchFamily="49" charset="0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81375FDE-AC15-812B-D280-43C4CAFB31AA}"/>
              </a:ext>
            </a:extLst>
          </p:cNvPr>
          <p:cNvSpPr txBox="1"/>
          <p:nvPr/>
        </p:nvSpPr>
        <p:spPr>
          <a:xfrm>
            <a:off x="2033121" y="3210187"/>
            <a:ext cx="40908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600" dirty="0">
                <a:solidFill>
                  <a:srgbClr val="C00000"/>
                </a:solidFill>
                <a:latin typeface="Consolas" panose="020B0609020204030204" pitchFamily="49" charset="0"/>
              </a:rPr>
              <a:t>22</a:t>
            </a:r>
            <a:endParaRPr lang="zh-CN" altLang="en-US" sz="1600" dirty="0">
              <a:solidFill>
                <a:srgbClr val="C00000"/>
              </a:solidFill>
              <a:latin typeface="Consolas" panose="020B0609020204030204" pitchFamily="49" charset="0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71DEEE7E-265C-DDA5-5AD4-B54A6DFD2609}"/>
              </a:ext>
            </a:extLst>
          </p:cNvPr>
          <p:cNvSpPr txBox="1"/>
          <p:nvPr/>
        </p:nvSpPr>
        <p:spPr>
          <a:xfrm>
            <a:off x="2033121" y="3842592"/>
            <a:ext cx="40908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600" dirty="0">
                <a:solidFill>
                  <a:srgbClr val="C00000"/>
                </a:solidFill>
                <a:latin typeface="Consolas" panose="020B0609020204030204" pitchFamily="49" charset="0"/>
              </a:rPr>
              <a:t>33</a:t>
            </a:r>
            <a:endParaRPr lang="zh-CN" altLang="en-US" sz="1600" dirty="0">
              <a:solidFill>
                <a:srgbClr val="C00000"/>
              </a:solidFill>
              <a:latin typeface="Consolas" panose="020B0609020204030204" pitchFamily="49" charset="0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8775D25D-29DF-37E1-EF74-450AB0E0786B}"/>
              </a:ext>
            </a:extLst>
          </p:cNvPr>
          <p:cNvSpPr/>
          <p:nvPr/>
        </p:nvSpPr>
        <p:spPr>
          <a:xfrm>
            <a:off x="1176782" y="4333742"/>
            <a:ext cx="2121765" cy="1196353"/>
          </a:xfrm>
          <a:prstGeom prst="rect">
            <a:avLst/>
          </a:prstGeom>
          <a:solidFill>
            <a:srgbClr val="FFFFFF"/>
          </a:solidFill>
          <a:ln w="25400">
            <a:solidFill>
              <a:srgbClr val="0C0C0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5" name="直接连接符 24">
            <a:extLst>
              <a:ext uri="{FF2B5EF4-FFF2-40B4-BE49-F238E27FC236}">
                <a16:creationId xmlns:a16="http://schemas.microsoft.com/office/drawing/2014/main" id="{AE55832E-BB3E-7847-8969-C8C4BB300887}"/>
              </a:ext>
            </a:extLst>
          </p:cNvPr>
          <p:cNvCxnSpPr/>
          <p:nvPr/>
        </p:nvCxnSpPr>
        <p:spPr>
          <a:xfrm>
            <a:off x="1176782" y="4938238"/>
            <a:ext cx="2121764" cy="0"/>
          </a:xfrm>
          <a:prstGeom prst="line">
            <a:avLst/>
          </a:prstGeom>
          <a:ln w="254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6" name="文本框 25">
            <a:extLst>
              <a:ext uri="{FF2B5EF4-FFF2-40B4-BE49-F238E27FC236}">
                <a16:creationId xmlns:a16="http://schemas.microsoft.com/office/drawing/2014/main" id="{1E438E6A-CB09-48A1-243F-E4626C2C632A}"/>
              </a:ext>
            </a:extLst>
          </p:cNvPr>
          <p:cNvSpPr txBox="1"/>
          <p:nvPr/>
        </p:nvSpPr>
        <p:spPr>
          <a:xfrm>
            <a:off x="2058308" y="4453952"/>
            <a:ext cx="40908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600" dirty="0">
                <a:solidFill>
                  <a:srgbClr val="C00000"/>
                </a:solidFill>
                <a:latin typeface="Consolas" panose="020B0609020204030204" pitchFamily="49" charset="0"/>
              </a:rPr>
              <a:t>44</a:t>
            </a:r>
            <a:endParaRPr lang="zh-CN" altLang="en-US" sz="1600" dirty="0">
              <a:solidFill>
                <a:srgbClr val="C00000"/>
              </a:solidFill>
              <a:latin typeface="Consolas" panose="020B0609020204030204" pitchFamily="49" charset="0"/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2D03175D-C9FA-F316-0862-D3BB65507D7E}"/>
              </a:ext>
            </a:extLst>
          </p:cNvPr>
          <p:cNvSpPr txBox="1"/>
          <p:nvPr/>
        </p:nvSpPr>
        <p:spPr>
          <a:xfrm>
            <a:off x="2058308" y="5046615"/>
            <a:ext cx="40908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600" dirty="0">
                <a:solidFill>
                  <a:srgbClr val="C00000"/>
                </a:solidFill>
                <a:latin typeface="Consolas" panose="020B0609020204030204" pitchFamily="49" charset="0"/>
              </a:rPr>
              <a:t>55</a:t>
            </a:r>
            <a:endParaRPr lang="zh-CN" altLang="en-US" sz="1600" dirty="0">
              <a:solidFill>
                <a:srgbClr val="C00000"/>
              </a:solidFill>
              <a:latin typeface="Consolas" panose="020B0609020204030204" pitchFamily="49" charset="0"/>
            </a:endParaRP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313E7F34-EAA5-8E76-6641-00117AD05FB3}"/>
              </a:ext>
            </a:extLst>
          </p:cNvPr>
          <p:cNvSpPr txBox="1"/>
          <p:nvPr/>
        </p:nvSpPr>
        <p:spPr>
          <a:xfrm>
            <a:off x="2033121" y="2549720"/>
            <a:ext cx="40908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600" dirty="0">
                <a:solidFill>
                  <a:srgbClr val="C00000"/>
                </a:solidFill>
                <a:latin typeface="Consolas" panose="020B0609020204030204" pitchFamily="49" charset="0"/>
              </a:rPr>
              <a:t>11</a:t>
            </a:r>
            <a:endParaRPr lang="zh-CN" altLang="en-US" sz="1600" dirty="0">
              <a:solidFill>
                <a:srgbClr val="C00000"/>
              </a:solidFill>
              <a:latin typeface="Consolas" panose="020B0609020204030204" pitchFamily="49" charset="0"/>
            </a:endParaRP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73BBC399-B312-AB0C-8878-B1F7C9CC580F}"/>
              </a:ext>
            </a:extLst>
          </p:cNvPr>
          <p:cNvSpPr txBox="1"/>
          <p:nvPr/>
        </p:nvSpPr>
        <p:spPr>
          <a:xfrm>
            <a:off x="2033120" y="3210187"/>
            <a:ext cx="40908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600" dirty="0">
                <a:solidFill>
                  <a:srgbClr val="C00000"/>
                </a:solidFill>
                <a:latin typeface="Consolas" panose="020B0609020204030204" pitchFamily="49" charset="0"/>
              </a:rPr>
              <a:t>22</a:t>
            </a:r>
            <a:endParaRPr lang="zh-CN" altLang="en-US" sz="1600" dirty="0">
              <a:solidFill>
                <a:srgbClr val="C00000"/>
              </a:solidFill>
              <a:latin typeface="Consolas" panose="020B0609020204030204" pitchFamily="49" charset="0"/>
            </a:endParaRP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23095C79-CBB4-819A-F338-F9D570267A67}"/>
              </a:ext>
            </a:extLst>
          </p:cNvPr>
          <p:cNvSpPr txBox="1"/>
          <p:nvPr/>
        </p:nvSpPr>
        <p:spPr>
          <a:xfrm>
            <a:off x="2033120" y="3842592"/>
            <a:ext cx="40908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600" dirty="0">
                <a:solidFill>
                  <a:srgbClr val="C00000"/>
                </a:solidFill>
                <a:latin typeface="Consolas" panose="020B0609020204030204" pitchFamily="49" charset="0"/>
              </a:rPr>
              <a:t>33</a:t>
            </a:r>
            <a:endParaRPr lang="zh-CN" altLang="en-US" sz="1600" dirty="0">
              <a:solidFill>
                <a:srgbClr val="C00000"/>
              </a:solidFill>
              <a:latin typeface="Consolas" panose="020B0609020204030204" pitchFamily="49" charset="0"/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5901F2B2-B908-27D9-2B63-A891061EF02D}"/>
              </a:ext>
            </a:extLst>
          </p:cNvPr>
          <p:cNvSpPr txBox="1"/>
          <p:nvPr/>
        </p:nvSpPr>
        <p:spPr>
          <a:xfrm>
            <a:off x="2058308" y="4453952"/>
            <a:ext cx="40908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600" dirty="0">
                <a:solidFill>
                  <a:srgbClr val="C00000"/>
                </a:solidFill>
                <a:latin typeface="Consolas" panose="020B0609020204030204" pitchFamily="49" charset="0"/>
              </a:rPr>
              <a:t>44</a:t>
            </a:r>
            <a:endParaRPr lang="zh-CN" altLang="en-US" sz="1600" dirty="0">
              <a:solidFill>
                <a:srgbClr val="C00000"/>
              </a:solidFill>
              <a:latin typeface="Consolas" panose="020B0609020204030204" pitchFamily="49" charset="0"/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9FAA5DAC-67E3-68E7-C12E-E70659A9C434}"/>
              </a:ext>
            </a:extLst>
          </p:cNvPr>
          <p:cNvSpPr txBox="1"/>
          <p:nvPr/>
        </p:nvSpPr>
        <p:spPr>
          <a:xfrm>
            <a:off x="2058308" y="5046615"/>
            <a:ext cx="40908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600" dirty="0">
                <a:solidFill>
                  <a:srgbClr val="C00000"/>
                </a:solidFill>
                <a:latin typeface="Consolas" panose="020B0609020204030204" pitchFamily="49" charset="0"/>
              </a:rPr>
              <a:t>55</a:t>
            </a:r>
            <a:endParaRPr lang="zh-CN" altLang="en-US" sz="1600" dirty="0">
              <a:solidFill>
                <a:srgbClr val="C00000"/>
              </a:solidFill>
              <a:latin typeface="Consolas" panose="020B0609020204030204" pitchFamily="49" charset="0"/>
            </a:endParaRP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E0FBA686-53AB-BBA4-0318-C6CD5CCBB73E}"/>
              </a:ext>
            </a:extLst>
          </p:cNvPr>
          <p:cNvSpPr txBox="1"/>
          <p:nvPr/>
        </p:nvSpPr>
        <p:spPr>
          <a:xfrm>
            <a:off x="1996251" y="1963024"/>
            <a:ext cx="48282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</a:rPr>
              <a:t>arr</a:t>
            </a:r>
            <a:endParaRPr lang="zh-CN" altLang="en-US" sz="1400" b="1" dirty="0">
              <a:solidFill>
                <a:schemeClr val="tx1">
                  <a:lumMod val="85000"/>
                  <a:lumOff val="15000"/>
                </a:schemeClr>
              </a:solidFill>
              <a:latin typeface="Consolas" panose="020B0609020204030204" pitchFamily="49" charset="0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1883EB34-8B4C-3A0D-6815-0062C3DEE6AB}"/>
              </a:ext>
            </a:extLst>
          </p:cNvPr>
          <p:cNvSpPr txBox="1"/>
          <p:nvPr/>
        </p:nvSpPr>
        <p:spPr>
          <a:xfrm>
            <a:off x="2701987" y="2550205"/>
            <a:ext cx="40908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6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</a:rPr>
              <a:t>+1</a:t>
            </a:r>
            <a:endParaRPr lang="zh-CN" altLang="en-US" sz="1600" dirty="0">
              <a:solidFill>
                <a:schemeClr val="tx1">
                  <a:lumMod val="50000"/>
                </a:schemeClr>
              </a:solidFill>
              <a:latin typeface="Consolas" panose="020B0609020204030204" pitchFamily="49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39C7740B-764F-DCD9-E8D4-7DC6EE97A28C}"/>
              </a:ext>
            </a:extLst>
          </p:cNvPr>
          <p:cNvSpPr txBox="1"/>
          <p:nvPr/>
        </p:nvSpPr>
        <p:spPr>
          <a:xfrm>
            <a:off x="2701986" y="3210672"/>
            <a:ext cx="40908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</a:rPr>
              <a:t>+1</a:t>
            </a:r>
            <a:endParaRPr lang="zh-CN" altLang="en-US" sz="1600" dirty="0">
              <a:solidFill>
                <a:schemeClr val="tx1">
                  <a:lumMod val="50000"/>
                </a:schemeClr>
              </a:solidFill>
              <a:latin typeface="Consolas" panose="020B0609020204030204" pitchFamily="49" charset="0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endParaRPr lang="zh-CN" altLang="en-US" sz="1600" dirty="0">
              <a:solidFill>
                <a:schemeClr val="tx1">
                  <a:lumMod val="50000"/>
                </a:schemeClr>
              </a:solidFill>
              <a:latin typeface="Consolas" panose="020B0609020204030204" pitchFamily="49" charset="0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F60F9C2B-4530-9181-89C4-3F911E05A374}"/>
              </a:ext>
            </a:extLst>
          </p:cNvPr>
          <p:cNvSpPr txBox="1"/>
          <p:nvPr/>
        </p:nvSpPr>
        <p:spPr>
          <a:xfrm>
            <a:off x="2701986" y="3843077"/>
            <a:ext cx="40908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6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</a:rPr>
              <a:t>+1</a:t>
            </a:r>
            <a:endParaRPr lang="zh-CN" altLang="en-US" sz="1600" dirty="0">
              <a:solidFill>
                <a:schemeClr val="tx1">
                  <a:lumMod val="50000"/>
                </a:schemeClr>
              </a:solidFill>
              <a:latin typeface="Consolas" panose="020B0609020204030204" pitchFamily="49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422DCC5-8770-7163-71CA-92B794E4A3DB}"/>
              </a:ext>
            </a:extLst>
          </p:cNvPr>
          <p:cNvSpPr txBox="1"/>
          <p:nvPr/>
        </p:nvSpPr>
        <p:spPr>
          <a:xfrm>
            <a:off x="2727174" y="4454437"/>
            <a:ext cx="40908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</a:rPr>
              <a:t>+1</a:t>
            </a:r>
            <a:endParaRPr lang="zh-CN" altLang="en-US" sz="1600" dirty="0">
              <a:solidFill>
                <a:schemeClr val="tx1">
                  <a:lumMod val="50000"/>
                </a:schemeClr>
              </a:solidFill>
              <a:latin typeface="Consolas" panose="020B0609020204030204" pitchFamily="49" charset="0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endParaRPr lang="zh-CN" altLang="en-US" sz="1600" dirty="0">
              <a:solidFill>
                <a:schemeClr val="tx1">
                  <a:lumMod val="50000"/>
                </a:schemeClr>
              </a:solidFill>
              <a:latin typeface="Consolas" panose="020B0609020204030204" pitchFamily="49" charset="0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068FEF7-BEBF-A3BC-F610-63176B8631DB}"/>
              </a:ext>
            </a:extLst>
          </p:cNvPr>
          <p:cNvSpPr txBox="1"/>
          <p:nvPr/>
        </p:nvSpPr>
        <p:spPr>
          <a:xfrm>
            <a:off x="2727174" y="5047100"/>
            <a:ext cx="40908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</a:rPr>
              <a:t>+1</a:t>
            </a:r>
            <a:endParaRPr lang="zh-CN" altLang="en-US" sz="1600" dirty="0">
              <a:solidFill>
                <a:schemeClr val="tx1">
                  <a:lumMod val="50000"/>
                </a:schemeClr>
              </a:solidFill>
              <a:latin typeface="Consolas" panose="020B0609020204030204" pitchFamily="49" charset="0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endParaRPr lang="zh-CN" altLang="en-US" sz="1600" dirty="0">
              <a:solidFill>
                <a:schemeClr val="tx1">
                  <a:lumMod val="50000"/>
                </a:schemeClr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681593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" grpId="0"/>
      <p:bldP spid="6" grpId="0"/>
      <p:bldP spid="7" grpId="0"/>
      <p:bldP spid="8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764C089C-0935-5E44-B9F7-7E9F84DDBA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数组遍历</a:t>
            </a:r>
            <a:r>
              <a:rPr lang="en-US" altLang="zh-CN" dirty="0"/>
              <a:t> </a:t>
            </a:r>
            <a:r>
              <a:rPr lang="zh-CN" altLang="en-US" dirty="0"/>
              <a:t>求偶数和</a:t>
            </a:r>
            <a:endParaRPr kumimoji="1" lang="zh-CN" altLang="en-US" dirty="0"/>
          </a:p>
        </p:txBody>
      </p:sp>
      <p:sp>
        <p:nvSpPr>
          <p:cNvPr id="2" name="文本占位符 1">
            <a:extLst>
              <a:ext uri="{FF2B5EF4-FFF2-40B4-BE49-F238E27FC236}">
                <a16:creationId xmlns:a16="http://schemas.microsoft.com/office/drawing/2014/main" id="{D3165721-AE0C-4849-B485-D71B6B48989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需求：已知数组元素为 </a:t>
            </a:r>
            <a:r>
              <a:rPr lang="en-US" altLang="zh-CN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{11,22,33,44,55} </a:t>
            </a:r>
            <a:r>
              <a:rPr lang="zh-CN" altLang="en-US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请将数组中偶数元素取出并求和</a:t>
            </a:r>
            <a:r>
              <a:rPr lang="en-US" altLang="zh-CN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,</a:t>
            </a:r>
            <a:r>
              <a:rPr lang="zh-CN" altLang="en-US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最后打印求和结果</a:t>
            </a:r>
            <a:endParaRPr lang="en-US" altLang="zh-CN" dirty="0">
              <a:solidFill>
                <a:schemeClr val="tx1">
                  <a:lumMod val="50000"/>
                </a:schemeClr>
              </a:solidFill>
              <a:latin typeface="+mn-ea"/>
            </a:endParaRPr>
          </a:p>
          <a:p>
            <a:endParaRPr lang="en-US" altLang="zh-CN" dirty="0">
              <a:solidFill>
                <a:schemeClr val="tx1">
                  <a:lumMod val="50000"/>
                </a:schemeClr>
              </a:solidFill>
              <a:latin typeface="+mn-ea"/>
            </a:endParaRPr>
          </a:p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分析：</a:t>
            </a:r>
            <a:endParaRPr lang="en-US" altLang="zh-CN" dirty="0">
              <a:solidFill>
                <a:schemeClr val="tx1">
                  <a:lumMod val="50000"/>
                </a:schemeClr>
              </a:solidFill>
              <a:latin typeface="+mn-ea"/>
            </a:endParaRPr>
          </a:p>
          <a:p>
            <a:pPr marL="228600" indent="-22860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AutoNum type="arabicPeriod"/>
              <a:defRPr/>
            </a:pPr>
            <a:r>
              <a:rPr lang="zh-CN" altLang="en-US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静态初始化数组</a:t>
            </a:r>
            <a:endParaRPr lang="en-US" altLang="zh-CN" dirty="0">
              <a:solidFill>
                <a:schemeClr val="tx1">
                  <a:lumMod val="50000"/>
                </a:schemeClr>
              </a:solidFill>
              <a:latin typeface="+mn-ea"/>
            </a:endParaRPr>
          </a:p>
          <a:p>
            <a:pPr marL="228600" indent="-22860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AutoNum type="arabicPeriod"/>
              <a:defRPr/>
            </a:pPr>
            <a:r>
              <a:rPr lang="zh-CN" altLang="en-US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定义求和变量</a:t>
            </a:r>
            <a:endParaRPr lang="en-US" altLang="zh-CN" dirty="0">
              <a:solidFill>
                <a:schemeClr val="tx1">
                  <a:lumMod val="50000"/>
                </a:schemeClr>
              </a:solidFill>
              <a:latin typeface="+mn-ea"/>
            </a:endParaRPr>
          </a:p>
          <a:p>
            <a:pPr marL="228600" indent="-22860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AutoNum type="arabicPeriod"/>
              <a:defRPr/>
            </a:pPr>
            <a:r>
              <a:rPr lang="zh-CN" altLang="en-US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遍历数组取出每一个元素</a:t>
            </a:r>
            <a:endParaRPr lang="en-US" altLang="zh-CN" dirty="0">
              <a:solidFill>
                <a:schemeClr val="tx1">
                  <a:lumMod val="50000"/>
                </a:schemeClr>
              </a:solidFill>
              <a:latin typeface="+mn-ea"/>
            </a:endParaRPr>
          </a:p>
          <a:p>
            <a:pPr marL="228600" indent="-22860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AutoNum type="arabicPeriod"/>
              <a:defRPr/>
            </a:pPr>
            <a:r>
              <a:rPr lang="zh-CN" altLang="en-US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判断当前元素是否是偶数，是的话跟求和变量做累加操作</a:t>
            </a:r>
            <a:endParaRPr lang="en-US" altLang="zh-CN" dirty="0">
              <a:solidFill>
                <a:schemeClr val="tx1">
                  <a:lumMod val="50000"/>
                </a:schemeClr>
              </a:solidFill>
              <a:latin typeface="+mn-ea"/>
            </a:endParaRPr>
          </a:p>
          <a:p>
            <a:pPr marL="228600" indent="-22860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AutoNum type="arabicPeriod"/>
              <a:defRPr/>
            </a:pPr>
            <a:r>
              <a:rPr lang="zh-CN" altLang="en-US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打印求和变量</a:t>
            </a:r>
            <a:endParaRPr lang="en-US" altLang="zh-CN" dirty="0">
              <a:solidFill>
                <a:schemeClr val="tx1">
                  <a:lumMod val="50000"/>
                </a:schemeClr>
              </a:solidFill>
              <a:latin typeface="+mn-ea"/>
            </a:endParaRPr>
          </a:p>
          <a:p>
            <a:endParaRPr lang="zh-CN" altLang="en-US" dirty="0">
              <a:solidFill>
                <a:schemeClr val="tx1">
                  <a:lumMod val="50000"/>
                </a:schemeClr>
              </a:solidFill>
              <a:latin typeface="+mn-ea"/>
            </a:endParaRPr>
          </a:p>
        </p:txBody>
      </p:sp>
      <p:sp>
        <p:nvSpPr>
          <p:cNvPr id="5" name="文本占位符 3">
            <a:extLst>
              <a:ext uri="{FF2B5EF4-FFF2-40B4-BE49-F238E27FC236}">
                <a16:creationId xmlns:a16="http://schemas.microsoft.com/office/drawing/2014/main" id="{D1657A7D-318F-4F44-8792-A6EDDB735675}"/>
              </a:ext>
            </a:extLst>
          </p:cNvPr>
          <p:cNvSpPr txBox="1">
            <a:spLocks/>
          </p:cNvSpPr>
          <p:nvPr/>
        </p:nvSpPr>
        <p:spPr>
          <a:xfrm>
            <a:off x="2195450" y="2382671"/>
            <a:ext cx="9214230" cy="2721989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en-US" altLang="zh-CN" sz="1600" dirty="0">
              <a:solidFill>
                <a:schemeClr val="tx1">
                  <a:lumMod val="85000"/>
                  <a:lumOff val="15000"/>
                </a:schemeClr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079120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>
            <a:extLst>
              <a:ext uri="{FF2B5EF4-FFF2-40B4-BE49-F238E27FC236}">
                <a16:creationId xmlns:a16="http://schemas.microsoft.com/office/drawing/2014/main" id="{350FAE71-E54E-41C5-BFF9-2D31808D9E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91561" y="3414178"/>
            <a:ext cx="12192000" cy="34001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标题 2">
            <a:extLst>
              <a:ext uri="{FF2B5EF4-FFF2-40B4-BE49-F238E27FC236}">
                <a16:creationId xmlns:a16="http://schemas.microsoft.com/office/drawing/2014/main" id="{764C089C-0935-5E44-B9F7-7E9F84DDBA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数组遍历</a:t>
            </a:r>
            <a:r>
              <a:rPr lang="en-US" altLang="zh-CN" dirty="0"/>
              <a:t>-</a:t>
            </a:r>
            <a:r>
              <a:rPr lang="zh-CN" altLang="en-US" dirty="0"/>
              <a:t>求最大值</a:t>
            </a:r>
            <a:endParaRPr kumimoji="1" lang="zh-CN" altLang="en-US" dirty="0"/>
          </a:p>
        </p:txBody>
      </p:sp>
      <p:sp>
        <p:nvSpPr>
          <p:cNvPr id="2" name="文本占位符 1">
            <a:extLst>
              <a:ext uri="{FF2B5EF4-FFF2-40B4-BE49-F238E27FC236}">
                <a16:creationId xmlns:a16="http://schemas.microsoft.com/office/drawing/2014/main" id="{D3165721-AE0C-4849-B485-D71B6B48989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 </a:t>
            </a:r>
            <a:endParaRPr lang="zh-CN" altLang="en-US" dirty="0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C41363C4-4B20-4ADA-A375-C512BE7B573A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1831930" y="987761"/>
            <a:ext cx="9213850" cy="517525"/>
          </a:xfrm>
          <a:prstGeom prst="rect">
            <a:avLst/>
          </a:prstGeom>
        </p:spPr>
        <p:txBody>
          <a:bodyPr/>
          <a:lstStyle/>
          <a:p>
            <a:pPr marL="0" indent="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zh-CN" altLang="en-US" sz="16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思源黑体 CN Normal" panose="020B0400000000000000" pitchFamily="34" charset="-122"/>
              </a:rPr>
              <a:t>需求：已知数组元素为 </a:t>
            </a:r>
            <a:r>
              <a:rPr lang="en-US" altLang="zh-CN" sz="16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思源黑体 CN Normal" panose="020B0400000000000000" pitchFamily="34" charset="-122"/>
              </a:rPr>
              <a:t>{5,44,33,55,22} </a:t>
            </a:r>
            <a:r>
              <a:rPr lang="zh-CN" altLang="en-US" sz="16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思源黑体 CN Normal" panose="020B0400000000000000" pitchFamily="34" charset="-122"/>
              </a:rPr>
              <a:t>请找出数组中最大值并打印在控制台</a:t>
            </a:r>
            <a:endParaRPr lang="en-US" altLang="zh-CN" sz="1600" dirty="0">
              <a:solidFill>
                <a:schemeClr val="tx1">
                  <a:lumMod val="50000"/>
                </a:schemeClr>
              </a:solidFill>
              <a:latin typeface="Consolas" panose="020B0609020204030204" pitchFamily="49" charset="0"/>
              <a:ea typeface="思源黑体 CN Normal" panose="020B0400000000000000" pitchFamily="34" charset="-122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3C8B6428-A49A-4EB4-95F8-1E95AA0494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64880" y="1985009"/>
            <a:ext cx="560062" cy="11126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5615988E-3990-4654-B81B-D5AA38FD0B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51337" y="2128000"/>
            <a:ext cx="481614" cy="9730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8D8E6BE2-80FE-477F-B444-A2AFA453A9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91610" y="1883574"/>
            <a:ext cx="531405" cy="12140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736B86B2-5A3F-4BC5-8EDC-D78ADCEECA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9054" y="2449794"/>
            <a:ext cx="970354" cy="616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F6BAB243-B2B8-471C-AF70-565F03885A73}"/>
              </a:ext>
            </a:extLst>
          </p:cNvPr>
          <p:cNvSpPr txBox="1"/>
          <p:nvPr/>
        </p:nvSpPr>
        <p:spPr>
          <a:xfrm>
            <a:off x="177492" y="3106401"/>
            <a:ext cx="594601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战力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:5    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战力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:44   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战力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:33   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战力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:55   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战力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:22</a:t>
            </a:r>
            <a:endParaRPr lang="zh-CN" altLang="en-US" sz="1400" dirty="0">
              <a:solidFill>
                <a:schemeClr val="tx1">
                  <a:lumMod val="85000"/>
                  <a:lumOff val="15000"/>
                </a:schemeClr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3E09E56A-489F-4FE4-B95E-F9D034582477}"/>
              </a:ext>
            </a:extLst>
          </p:cNvPr>
          <p:cNvSpPr txBox="1"/>
          <p:nvPr/>
        </p:nvSpPr>
        <p:spPr>
          <a:xfrm>
            <a:off x="91561" y="3418840"/>
            <a:ext cx="611787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索引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: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0         1        2         3        4</a:t>
            </a:r>
            <a:endParaRPr lang="zh-CN" altLang="en-US" sz="1400" dirty="0">
              <a:solidFill>
                <a:schemeClr val="tx1">
                  <a:lumMod val="85000"/>
                  <a:lumOff val="15000"/>
                </a:schemeClr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pic>
        <p:nvPicPr>
          <p:cNvPr id="24" name="图片 23">
            <a:extLst>
              <a:ext uri="{FF2B5EF4-FFF2-40B4-BE49-F238E27FC236}">
                <a16:creationId xmlns:a16="http://schemas.microsoft.com/office/drawing/2014/main" id="{B955F1A7-41C0-426C-AA32-6A5F929934A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150500" y="1659664"/>
            <a:ext cx="817465" cy="1437951"/>
          </a:xfrm>
          <a:prstGeom prst="rect">
            <a:avLst/>
          </a:prstGeom>
        </p:spPr>
      </p:pic>
      <p:pic>
        <p:nvPicPr>
          <p:cNvPr id="26" name="图片 25">
            <a:extLst>
              <a:ext uri="{FF2B5EF4-FFF2-40B4-BE49-F238E27FC236}">
                <a16:creationId xmlns:a16="http://schemas.microsoft.com/office/drawing/2014/main" id="{4C2F2527-D0DE-4F10-8F11-F8EDA1C557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9054" y="2433920"/>
            <a:ext cx="970354" cy="616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7" name="图片 26">
            <a:extLst>
              <a:ext uri="{FF2B5EF4-FFF2-40B4-BE49-F238E27FC236}">
                <a16:creationId xmlns:a16="http://schemas.microsoft.com/office/drawing/2014/main" id="{2BD34861-1854-4BFE-A326-03A4602751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51057" y="2134009"/>
            <a:ext cx="481614" cy="9730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8" name="图片 27">
            <a:extLst>
              <a:ext uri="{FF2B5EF4-FFF2-40B4-BE49-F238E27FC236}">
                <a16:creationId xmlns:a16="http://schemas.microsoft.com/office/drawing/2014/main" id="{D61911EA-BC53-415B-A5DC-78B2014B8C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70950" y="1979971"/>
            <a:ext cx="560062" cy="11126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9" name="图片 28">
            <a:extLst>
              <a:ext uri="{FF2B5EF4-FFF2-40B4-BE49-F238E27FC236}">
                <a16:creationId xmlns:a16="http://schemas.microsoft.com/office/drawing/2014/main" id="{905F351A-A91A-4D85-94EF-8B79B5677D8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150499" y="1654626"/>
            <a:ext cx="817465" cy="1437951"/>
          </a:xfrm>
          <a:prstGeom prst="rect">
            <a:avLst/>
          </a:prstGeom>
        </p:spPr>
      </p:pic>
      <p:pic>
        <p:nvPicPr>
          <p:cNvPr id="30" name="图片 29">
            <a:extLst>
              <a:ext uri="{FF2B5EF4-FFF2-40B4-BE49-F238E27FC236}">
                <a16:creationId xmlns:a16="http://schemas.microsoft.com/office/drawing/2014/main" id="{25AAEAF4-61FD-47CF-9926-D640306B05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91610" y="1880972"/>
            <a:ext cx="531405" cy="12140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6" name="文本占位符 3">
            <a:extLst>
              <a:ext uri="{FF2B5EF4-FFF2-40B4-BE49-F238E27FC236}">
                <a16:creationId xmlns:a16="http://schemas.microsoft.com/office/drawing/2014/main" id="{C9B98B45-2302-45A8-B066-A6DB6A6A2FFE}"/>
              </a:ext>
            </a:extLst>
          </p:cNvPr>
          <p:cNvSpPr txBox="1">
            <a:spLocks/>
          </p:cNvSpPr>
          <p:nvPr/>
        </p:nvSpPr>
        <p:spPr>
          <a:xfrm>
            <a:off x="5300252" y="1286759"/>
            <a:ext cx="6761083" cy="2030231"/>
          </a:xfrm>
          <a:prstGeom prst="rect">
            <a:avLst/>
          </a:prstGeom>
          <a:solidFill>
            <a:srgbClr val="FFFFFF"/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indent="-22860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AutoNum type="arabicPeriod"/>
              <a:defRPr/>
            </a:pPr>
            <a:r>
              <a:rPr lang="zh-CN" altLang="en-US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</a:rPr>
              <a:t>定义 </a:t>
            </a:r>
            <a:r>
              <a:rPr lang="en-US" altLang="zh-CN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</a:rPr>
              <a:t>max </a:t>
            </a:r>
            <a:r>
              <a:rPr lang="zh-CN" altLang="en-US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</a:rPr>
              <a:t>变量来记录擂台上不断变化的数据</a:t>
            </a:r>
            <a:endParaRPr lang="en-US" altLang="zh-CN" sz="1600" dirty="0">
              <a:solidFill>
                <a:schemeClr val="tx1">
                  <a:lumMod val="50000"/>
                </a:schemeClr>
              </a:solidFill>
              <a:latin typeface="Consolas" panose="020B0609020204030204" pitchFamily="49" charset="0"/>
            </a:endParaRPr>
          </a:p>
          <a:p>
            <a:pPr marL="228600" indent="-22860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AutoNum type="arabicPeriod"/>
              <a:defRPr/>
            </a:pPr>
            <a:r>
              <a:rPr lang="zh-CN" altLang="en-US" sz="16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</a:rPr>
              <a:t>数组中 </a:t>
            </a:r>
            <a:r>
              <a:rPr lang="en-US" altLang="zh-CN" sz="16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</a:rPr>
              <a:t>0 </a:t>
            </a:r>
            <a:r>
              <a:rPr lang="zh-CN" altLang="en-US" sz="16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</a:rPr>
              <a:t>号选手先上台，因此 </a:t>
            </a:r>
            <a:r>
              <a:rPr lang="en-US" altLang="zh-CN" sz="16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</a:rPr>
              <a:t>int max = </a:t>
            </a:r>
            <a:r>
              <a:rPr lang="en-US" altLang="zh-CN" sz="1600" dirty="0" err="1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</a:rPr>
              <a:t>arr</a:t>
            </a:r>
            <a:r>
              <a:rPr lang="en-US" altLang="zh-CN" sz="16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</a:rPr>
              <a:t>[0];</a:t>
            </a:r>
          </a:p>
          <a:p>
            <a:pPr marL="228600" indent="-22860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AutoNum type="arabicPeriod"/>
              <a:defRPr/>
            </a:pPr>
            <a:r>
              <a:rPr lang="zh-CN" altLang="en-US" sz="16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</a:rPr>
              <a:t>遍历数组取出每一个元素</a:t>
            </a:r>
            <a:r>
              <a:rPr lang="zh-CN" altLang="en-US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</a:rPr>
              <a:t>，索引从 </a:t>
            </a:r>
            <a:r>
              <a:rPr lang="en-US" altLang="zh-CN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</a:rPr>
              <a:t>1 </a:t>
            </a:r>
            <a:r>
              <a:rPr lang="zh-CN" altLang="en-US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</a:rPr>
              <a:t>开始</a:t>
            </a:r>
            <a:endParaRPr lang="en-US" altLang="zh-CN" sz="1600" dirty="0">
              <a:solidFill>
                <a:schemeClr val="tx1">
                  <a:lumMod val="50000"/>
                </a:schemeClr>
              </a:solidFill>
              <a:latin typeface="Consolas" panose="020B0609020204030204" pitchFamily="49" charset="0"/>
            </a:endParaRPr>
          </a:p>
          <a:p>
            <a:pPr marL="228600" indent="-22860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AutoNum type="arabicPeriod"/>
              <a:defRPr/>
            </a:pPr>
            <a:r>
              <a:rPr lang="zh-CN" altLang="en-US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</a:rPr>
              <a:t>逐个进行比较，找到更大的，</a:t>
            </a:r>
            <a:r>
              <a:rPr lang="en-US" altLang="zh-CN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</a:rPr>
              <a:t>max</a:t>
            </a:r>
            <a:r>
              <a:rPr lang="zh-CN" altLang="en-US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</a:rPr>
              <a:t>变量记录更大的数据</a:t>
            </a:r>
            <a:endParaRPr lang="en-US" altLang="zh-CN" sz="1600" dirty="0">
              <a:solidFill>
                <a:schemeClr val="tx1">
                  <a:lumMod val="50000"/>
                </a:schemeClr>
              </a:solidFill>
              <a:latin typeface="Consolas" panose="020B0609020204030204" pitchFamily="49" charset="0"/>
            </a:endParaRPr>
          </a:p>
          <a:p>
            <a:pPr marL="228600" indent="-22860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AutoNum type="arabicPeriod"/>
              <a:defRPr/>
            </a:pPr>
            <a:r>
              <a:rPr lang="zh-CN" altLang="en-US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</a:rPr>
              <a:t>遍历后</a:t>
            </a:r>
            <a:r>
              <a:rPr lang="zh-CN" altLang="en-US" sz="16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</a:rPr>
              <a:t>打印 </a:t>
            </a:r>
            <a:r>
              <a:rPr lang="en-US" altLang="zh-CN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</a:rPr>
              <a:t>max </a:t>
            </a:r>
            <a:r>
              <a:rPr lang="zh-CN" altLang="en-US" sz="16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</a:rPr>
              <a:t>变量所记录的值</a:t>
            </a:r>
            <a:endParaRPr lang="en-US" altLang="zh-CN" sz="1600" dirty="0">
              <a:solidFill>
                <a:schemeClr val="tx1">
                  <a:lumMod val="50000"/>
                </a:schemeClr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33392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2187 0.03125 L 0.02187 0.03125 C 0.02018 0.05926 0.02057 0.04722 0.02187 0.09583 C 0.02187 0.09815 0.02213 0.10023 0.02253 0.10231 C 0.02318 0.10579 0.02396 0.10926 0.02474 0.11273 C 0.025 0.11574 0.025 0.11875 0.02552 0.12176 C 0.02578 0.12407 0.02643 0.12592 0.02695 0.12824 C 0.02747 0.13079 0.02786 0.13333 0.02838 0.13588 C 0.02956 0.14167 0.03112 0.14768 0.03268 0.15278 C 0.03437 0.15764 0.03607 0.16227 0.03789 0.16713 C 0.03932 0.17106 0.04128 0.1743 0.04219 0.1787 C 0.04896 0.20879 0.04049 0.17222 0.05026 0.20856 C 0.05443 0.22384 0.05286 0.22292 0.05755 0.23704 C 0.05924 0.24213 0.06107 0.24722 0.06263 0.25254 C 0.06328 0.25486 0.06302 0.2581 0.06406 0.26018 C 0.06523 0.26273 0.06641 0.26551 0.06771 0.26805 C 0.0681 0.26898 0.06875 0.26967 0.06914 0.2706 C 0.07044 0.27361 0.07148 0.27662 0.07279 0.27963 C 0.07812 0.2919 0.075 0.28287 0.08008 0.29653 C 0.08138 0.29977 0.08229 0.3037 0.08372 0.30694 C 0.08711 0.31458 0.09102 0.32153 0.09466 0.32893 C 0.09844 0.33657 0.1 0.34028 0.10417 0.34699 C 0.10573 0.34977 0.10755 0.35208 0.10924 0.35486 C 0.11562 0.36528 0.1112 0.35972 0.11575 0.36504 C 0.11693 0.36805 0.1181 0.37129 0.1194 0.37407 C 0.12266 0.38102 0.12552 0.38449 0.12956 0.38958 C 0.13099 0.39143 0.13242 0.39352 0.13398 0.39491 C 0.13529 0.39606 0.13685 0.39653 0.13828 0.39745 C 0.13958 0.39815 0.14075 0.3993 0.14193 0.4 C 0.14323 0.40185 0.14427 0.4037 0.14557 0.40532 C 0.1474 0.40717 0.14987 0.40764 0.15143 0.41042 C 0.15456 0.41597 0.15521 0.41782 0.16094 0.42083 C 0.16263 0.42153 0.16432 0.42268 0.16602 0.42338 C 0.16719 0.42384 0.16849 0.42407 0.16966 0.42454 C 0.17057 0.425 0.17161 0.42546 0.17253 0.42592 C 0.17552 0.42847 0.17825 0.43194 0.18125 0.43379 C 0.18268 0.43449 0.18424 0.43518 0.18568 0.43634 C 0.18763 0.43773 0.18945 0.44028 0.19154 0.44143 C 0.1957 0.44375 0.20026 0.44491 0.20456 0.44676 C 0.20963 0.45116 0.20521 0.44768 0.21042 0.45046 C 0.22825 0.46018 0.20742 0.44954 0.222 0.45694 C 0.22331 0.45833 0.22435 0.45995 0.22565 0.46088 C 0.23164 0.46504 0.23021 0.46227 0.23516 0.46481 C 0.23815 0.4662 0.24102 0.46829 0.24388 0.46991 C 0.24557 0.47083 0.24727 0.47153 0.24896 0.47245 C 0.25586 0.47639 0.25664 0.47778 0.26432 0.48032 C 0.26641 0.48102 0.26862 0.48102 0.27083 0.48171 C 0.27422 0.48241 0.27773 0.4831 0.28099 0.48426 C 0.28698 0.48634 0.28424 0.48565 0.29271 0.4868 C 0.3026 0.48819 0.29987 0.48796 0.30586 0.48796 " pathEditMode="relative" ptsTypes="AAAAAAAAAAAAAAAAAAAAAAAAAAAAAAAAAAAAAAAAAAAAAAAAAA">
                                      <p:cBhvr>
                                        <p:cTn id="48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326 0.00996 L -0.00326 0.00996 C -0.00026 0.00926 0.00273 0.00903 0.00586 0.00834 C 0.00742 0.00787 0.00885 0.00695 0.01041 0.00672 C 0.0125 0.00602 0.01471 0.00556 0.0168 0.0051 C 0.03294 0.00602 0.04909 0.00649 0.06523 0.00834 C 0.06836 0.00857 0.07135 0.01042 0.07448 0.01158 C 0.07773 0.0125 0.08125 0.0132 0.0845 0.01482 C 0.08659 0.01575 0.08867 0.0176 0.09088 0.01806 C 0.09609 0.01922 0.1013 0.01899 0.10651 0.01968 C 0.11094 0.02223 0.11198 0.02315 0.11836 0.02454 C 0.12773 0.02662 0.14674 0.0294 0.14674 0.0294 C 0.16289 0.03565 0.14635 0.02987 0.1668 0.03426 C 0.1681 0.0345 0.16927 0.03542 0.17044 0.03588 C 0.17305 0.03658 0.18385 0.03866 0.18607 0.03912 C 0.19245 0.04283 0.18476 0.03866 0.197 0.04237 C 0.19974 0.04329 0.20247 0.04422 0.20521 0.04561 C 0.20677 0.04653 0.2082 0.04815 0.20976 0.04885 C 0.21185 0.04977 0.21406 0.05 0.21627 0.05047 C 0.2362 0.06065 0.20482 0.04537 0.23268 0.05533 C 0.2401 0.05811 0.24752 0.06088 0.25469 0.06505 C 0.25833 0.06737 0.26185 0.07014 0.26562 0.07153 C 0.26836 0.07269 0.27109 0.07269 0.27383 0.07338 C 0.27838 0.07593 0.28294 0.07894 0.28763 0.08149 C 0.28906 0.08218 0.29075 0.08195 0.29219 0.08311 C 0.29375 0.08426 0.29505 0.08681 0.29674 0.08797 C 0.3039 0.09306 0.30638 0.09283 0.31224 0.09769 C 0.32474 0.10811 0.31745 0.10348 0.32422 0.10741 C 0.33203 0.11667 0.32213 0.10556 0.32969 0.11227 C 0.3306 0.1132 0.33138 0.11459 0.33242 0.11551 C 0.33359 0.11667 0.33489 0.11737 0.33607 0.11875 C 0.33711 0.12014 0.33776 0.12246 0.3388 0.12362 C 0.33958 0.12454 0.34062 0.12477 0.34153 0.12524 C 0.3431 0.12639 0.34453 0.12755 0.34609 0.12848 C 0.35 0.13565 0.34557 0.12825 0.35338 0.13658 C 0.35469 0.13797 0.35586 0.14005 0.35703 0.14167 C 0.35885 0.14375 0.36107 0.14537 0.36263 0.14815 C 0.36315 0.14908 0.36367 0.15047 0.36445 0.15139 C 0.36523 0.15255 0.36627 0.15325 0.36719 0.15463 C 0.36875 0.15718 0.37018 0.15996 0.37174 0.16274 C 0.37239 0.16389 0.37305 0.16482 0.37357 0.16598 C 0.37786 0.1757 0.37565 0.17223 0.37995 0.17732 C 0.38112 0.18056 0.38294 0.18334 0.38359 0.18704 C 0.38568 0.19838 0.38411 0.19445 0.38724 0.2 C 0.38789 0.20278 0.38841 0.20556 0.38906 0.20811 C 0.38958 0.20996 0.39049 0.21135 0.39088 0.2132 C 0.39166 0.21621 0.39271 0.22292 0.39271 0.22292 C 0.3931 0.22825 0.39323 0.2338 0.39362 0.23912 C 0.39388 0.24075 0.3944 0.24237 0.39453 0.24399 C 0.39492 0.24676 0.39518 0.24931 0.39557 0.25209 C 0.39518 0.26667 0.39531 0.28149 0.39453 0.29607 C 0.3944 0.29954 0.39336 0.30255 0.39271 0.30579 C 0.39166 0.31135 0.39023 0.31991 0.38815 0.32362 C 0.38633 0.32709 0.38307 0.33218 0.38177 0.33658 C 0.37982 0.34375 0.37851 0.35047 0.37721 0.35787 C 0.37695 0.36158 0.37669 0.36551 0.3763 0.36922 C 0.37617 0.37084 0.37565 0.37246 0.37539 0.37408 C 0.37487 0.37755 0.37383 0.38542 0.37357 0.38866 C 0.37318 0.39306 0.37239 0.4095 0.37174 0.41482 C 0.37005 0.42755 0.37031 0.42084 0.3681 0.43102 C 0.36732 0.43426 0.36745 0.43797 0.36627 0.44075 C 0.36289 0.44885 0.36432 0.44491 0.36172 0.45209 C 0.35937 0.46806 0.36237 0.45139 0.35885 0.46181 C 0.35846 0.46343 0.35833 0.46505 0.35794 0.46667 C 0.35638 0.47362 0.35677 0.47223 0.3543 0.47639 L 0.35338 0.48149 " pathEditMode="relative" ptsTypes="AAAAAAAAAAAAAAAAAAAAAAAAAAAAAAAAAAAAAAAAAAAAAAAAAAAAAAAAAAAAAAAAAA">
                                      <p:cBhvr>
                                        <p:cTn id="54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1000"/>
                            </p:stCondLst>
                            <p:childTnLst>
                              <p:par>
                                <p:cTn id="56" presetID="0" presetClass="pat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34883 0.49769 L 0.34883 0.49769 L 0.19791 0.49931 C 0.1957 0.49931 0.19362 0.5007 0.19153 0.50093 C 0.17773 0.50139 0.16406 0.50093 0.15039 0.50093 " pathEditMode="relative" ptsTypes="AAAAA">
                                      <p:cBhvr>
                                        <p:cTn id="57" dur="7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8" presetID="0" presetClass="path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animMotion origin="layout" path="M 0.29753 0.49282 L 0.29753 0.49282 C 0.29687 0.48727 0.29661 0.48171 0.29557 0.47639 C 0.29544 0.47523 0.29193 0.46204 0.2901 0.45856 C 0.28776 0.45417 0.28594 0.44838 0.28281 0.4456 C 0.28164 0.44444 0.28034 0.44375 0.27917 0.44236 C 0.27786 0.44097 0.27682 0.43889 0.27552 0.4375 C 0.27318 0.43495 0.27057 0.4331 0.26823 0.43102 C 0.26641 0.4294 0.26458 0.42731 0.26276 0.42616 C 0.26185 0.42569 0.26081 0.42523 0.2599 0.42454 C 0.25833 0.42315 0.25703 0.42083 0.25534 0.41967 C 0.25273 0.41759 0.24987 0.41643 0.24713 0.41481 C 0.24531 0.41366 0.24362 0.4118 0.24167 0.41157 L 0.23346 0.40995 C 0.22122 0.40185 0.23086 0.40741 0.21602 0.40185 C 0.20208 0.39653 0.21562 0.39977 0.20052 0.39699 C 0.19635 0.39537 0.18932 0.39213 0.1849 0.39213 L -0.08659 0.39375 C -0.0918 0.39467 -0.09688 0.3956 -0.10208 0.39699 C -0.10794 0.39838 -0.11367 0.40046 -0.11953 0.40185 C -0.13073 0.40417 -0.14206 0.40555 -0.15339 0.40833 C -0.16068 0.40995 -0.16797 0.41273 -0.17526 0.41481 C -0.2013 0.42176 -0.19675 0.4206 -0.22005 0.42454 C -0.22448 0.42639 -0.22266 0.42523 -0.22565 0.42778 " pathEditMode="relative" ptsTypes="AAAAAAAAAAAAAAAAAAAAAAAA">
                                      <p:cBhvr>
                                        <p:cTn id="59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2250"/>
                            </p:stCondLst>
                            <p:childTnLst>
                              <p:par>
                                <p:cTn id="61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16667E-7 1.85185E-6 L -4.16667E-7 1.85185E-6 C 0.01641 0.00023 0.03307 1.85185E-6 0.04961 0.00139 C 0.05273 0.00162 0.0556 0.0037 0.05872 0.00416 C 0.06628 0.00555 0.08177 0.00717 0.08177 0.00741 C 0.09323 0.01157 0.07214 0.00347 0.09831 0.01296 C 0.10195 0.01412 0.1056 0.0162 0.10938 0.01736 C 0.1138 0.01852 0.11862 0.01898 0.12318 0.02014 C 0.13229 0.02268 0.14154 0.02639 0.15078 0.02893 L 0.16172 0.03171 C 0.16615 0.03426 0.17031 0.03704 0.17461 0.03889 C 0.19935 0.04907 0.17357 0.03333 0.19948 0.04768 C 0.20143 0.04884 0.20313 0.05069 0.20495 0.05208 C 0.20859 0.05463 0.2125 0.05671 0.21615 0.05926 C 0.21979 0.06227 0.22331 0.06528 0.22708 0.06829 C 0.23125 0.07129 0.23594 0.07338 0.23997 0.07685 C 0.24727 0.0831 0.25391 0.09074 0.2612 0.09722 C 0.26953 0.10463 0.27669 0.10879 0.2832 0.11898 C 0.28477 0.12129 0.29401 0.14004 0.29427 0.14074 C 0.29518 0.14421 0.29609 0.14745 0.29701 0.15092 C 0.29766 0.15393 0.29792 0.15694 0.29883 0.15972 C 0.3013 0.16713 0.30378 0.175 0.30716 0.18148 C 0.31146 0.19004 0.30977 0.18611 0.31263 0.19329 C 0.31328 0.19606 0.31328 0.1993 0.31445 0.20185 C 0.31784 0.20856 0.31888 0.20949 0.32083 0.21782 C 0.32526 0.23611 0.31953 0.22037 0.32656 0.23657 C 0.32682 0.23958 0.32695 0.24259 0.32747 0.2456 C 0.3293 0.25602 0.32943 0.25 0.33203 0.26157 C 0.33346 0.26805 0.33425 0.27523 0.33568 0.28171 C 0.33594 0.2831 0.3362 0.28472 0.33659 0.28611 C 0.3375 0.28958 0.33867 0.29282 0.33932 0.29629 C 0.34701 0.3368 0.33984 0.30741 0.34479 0.32685 C 0.34505 0.33009 0.34531 0.33379 0.3457 0.33704 C 0.34675 0.34722 0.34675 0.34259 0.34753 0.3544 C 0.34792 0.36088 0.34818 0.36713 0.34844 0.37338 C 0.34753 0.42384 0.35234 0.4081 0.34662 0.42592 " pathEditMode="relative" rAng="0" ptsTypes="AAAAAAAAAAAAAAAAAAAAAAAAAAAAAAAAAAAA">
                                      <p:cBhvr>
                                        <p:cTn id="68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7474" y="2129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0" presetClass="pat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513 0.48125 L 0.1513 0.48125 C 0.15221 0.48565 0.15247 0.49051 0.15403 0.49422 C 0.15456 0.49584 0.15573 0.49584 0.15677 0.49584 C 0.16953 0.497 0.18229 0.497 0.19518 0.49769 C 0.20208 0.497 0.20911 0.497 0.21614 0.49584 C 0.21719 0.49584 0.21797 0.49468 0.21888 0.49422 C 0.22161 0.49306 0.22448 0.49237 0.22708 0.49098 C 0.22903 0.49028 0.23073 0.48843 0.23268 0.48774 C 0.23685 0.48635 0.24114 0.48565 0.24544 0.4845 L 0.25182 0.48287 C 0.2539 0.48125 0.25599 0.47917 0.2582 0.47801 C 0.26028 0.47709 0.2625 0.47732 0.26458 0.47639 C 0.2668 0.4757 0.26888 0.47408 0.27109 0.47315 C 0.2737 0.472 0.27656 0.47107 0.2793 0.46991 C 0.28138 0.46899 0.28346 0.4676 0.28568 0.46667 C 0.2875 0.46598 0.28932 0.46575 0.29114 0.46505 C 0.29271 0.46459 0.29414 0.46389 0.2957 0.46343 C 0.3 0.46227 0.3043 0.46135 0.30846 0.46019 C 0.3125 0.45903 0.31471 0.45857 0.31862 0.45695 C 0.31979 0.45649 0.32096 0.45579 0.32226 0.45533 C 0.32461 0.45463 0.32708 0.45417 0.32956 0.45371 C 0.33047 0.45325 0.33138 0.45255 0.33229 0.45209 C 0.33411 0.45139 0.33607 0.45139 0.33776 0.45047 C 0.33906 0.44977 0.3401 0.44769 0.3414 0.44723 C 0.3457 0.44561 0.35013 0.44584 0.3543 0.44399 C 0.36094 0.44098 0.35664 0.4426 0.36706 0.44075 L 0.37252 0.4375 C 0.37344 0.43681 0.37448 0.43658 0.37526 0.43588 C 0.37656 0.43473 0.37773 0.43357 0.3789 0.43264 C 0.37982 0.43195 0.38086 0.43172 0.38164 0.43102 C 0.38659 0.42709 0.38372 0.42778 0.38724 0.42778 " pathEditMode="relative" ptsTypes="AAAAAAAAAAAAAAAAAAAAAAAAAAAAAAAA">
                                      <p:cBhvr>
                                        <p:cTn id="72" dur="7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3" presetID="0" presetClass="path" presetSubtype="0" accel="50000" decel="5000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0.35703 0.40092 L 0.35703 0.40092 C 0.35794 0.40023 0.36784 0.39351 0.36979 0.39282 C 0.39974 0.38217 0.37162 0.39259 0.39076 0.38472 C 0.39245 0.38402 0.40951 0.37754 0.41458 0.375 C 0.41732 0.37338 0.42005 0.37106 0.42279 0.3699 C 0.42552 0.36898 0.42826 0.36898 0.43099 0.36828 C 0.43685 0.36713 0.44271 0.36527 0.44844 0.36342 C 0.44935 0.36296 0.45026 0.3625 0.45117 0.3618 C 0.45365 0.36018 0.45599 0.35833 0.45846 0.35694 C 0.46458 0.3537 0.46784 0.35347 0.47409 0.35208 C 0.47617 0.35046 0.47826 0.34838 0.48047 0.34722 C 0.48255 0.34606 0.48477 0.34606 0.48685 0.3456 C 0.49102 0.34444 0.49453 0.34305 0.4987 0.34236 C 0.50234 0.34166 0.50599 0.3412 0.50977 0.34074 C 0.51471 0.33773 0.51055 0.33981 0.51797 0.3375 C 0.53568 0.33148 0.51836 0.33634 0.53711 0.33263 C 0.53932 0.33217 0.54141 0.33101 0.54349 0.33101 C 0.55573 0.33009 0.56797 0.32986 0.58008 0.32939 C 0.60508 0.32986 0.63008 0.32939 0.65508 0.33101 C 0.6582 0.33101 0.6612 0.33356 0.66432 0.33426 C 0.66823 0.33518 0.67214 0.33518 0.67617 0.33588 C 0.68464 0.33958 0.67448 0.33541 0.68984 0.33912 C 0.69115 0.33935 0.69232 0.34027 0.69349 0.34074 C 0.69688 0.34189 0.70026 0.34259 0.70365 0.34398 C 0.70729 0.34537 0.71081 0.34768 0.71458 0.34884 C 0.71732 0.34976 0.72005 0.35 0.72279 0.35046 C 0.72552 0.35208 0.72826 0.3537 0.73099 0.35532 C 0.7332 0.35648 0.73529 0.35717 0.7375 0.35856 C 0.74401 0.36273 0.74245 0.3625 0.74753 0.36666 C 0.74961 0.36851 0.75182 0.36967 0.75391 0.37152 C 0.76094 0.37801 0.76758 0.38588 0.775 0.3912 C 0.77826 0.39351 0.7875 0.40023 0.79141 0.40254 C 0.80091 0.40833 0.79505 0.40463 0.80873 0.41388 L 0.8125 0.4206 " pathEditMode="relative" ptsTypes="AAAAAAAAAAAAAAAAAAAAAAAAAAAAAAAAAAA">
                                      <p:cBhvr>
                                        <p:cTn id="74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1750"/>
                            </p:stCondLst>
                            <p:childTnLst>
                              <p:par>
                                <p:cTn id="76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0" presetClass="pat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169 0.06204 L 0.00169 0.06204 C -0.00209 0.06459 -0.0056 0.0676 -0.00938 0.07014 C -0.01211 0.072 -0.01498 0.07269 -0.01758 0.075 C -0.01901 0.07616 -0.01992 0.07848 -0.02123 0.07987 C -0.02266 0.08125 -0.02435 0.08172 -0.02578 0.08311 C -0.02709 0.0845 -0.02813 0.08658 -0.02943 0.08797 C -0.04206 0.10186 -0.01849 0.072 -0.0405 0.09931 C -0.0487 0.1095 -0.02982 0.09144 -0.04779 0.10741 C -0.0487 0.10973 -0.04961 0.11181 -0.05052 0.11389 C -0.05144 0.11667 -0.05222 0.11968 -0.05326 0.122 C -0.0543 0.12454 -0.05573 0.12639 -0.0569 0.12871 C -0.05782 0.13195 -0.0586 0.13519 -0.05964 0.13843 C -0.06224 0.14561 -0.06576 0.15186 -0.06784 0.1595 C -0.06875 0.16274 -0.06966 0.16621 -0.07058 0.16922 C -0.07175 0.17269 -0.07331 0.17547 -0.07435 0.17894 L -0.078 0.19213 C -0.07826 0.19538 -0.07826 0.19862 -0.07891 0.20186 C -0.07956 0.20579 -0.08112 0.20926 -0.08164 0.2132 C -0.08255 0.22061 -0.08282 0.22825 -0.08347 0.23588 C -0.08373 0.23982 -0.08373 0.24375 -0.08438 0.24723 L -0.08711 0.26366 C -0.08737 0.26852 -0.0875 0.27338 -0.08802 0.27825 C -0.08841 0.28218 -0.08985 0.28565 -0.08985 0.28959 C -0.09011 0.30741 -0.08972 0.32547 -0.08894 0.34329 C -0.08854 0.35255 -0.08542 0.3595 -0.08347 0.3676 C -0.07604 0.39838 -0.08776 0.35579 -0.07891 0.38727 C -0.07826 0.39144 -0.07813 0.3963 -0.07709 0.40024 C -0.07578 0.40463 -0.07422 0.40857 -0.07331 0.4132 C -0.07279 0.41644 -0.07266 0.42014 -0.07149 0.42292 C -0.07097 0.42454 -0.07045 0.42639 -0.06966 0.42778 C -0.06823 0.43079 -0.06511 0.43588 -0.06511 0.43588 C -0.06407 0.44329 -0.06511 0.44098 -0.06328 0.44422 " pathEditMode="relative" ptsTypes="AAAAAAAAAAAAAAAAAAAAAAAAAAAAAAAAA">
                                      <p:cBhvr>
                                        <p:cTn id="85" dur="7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750"/>
                            </p:stCondLst>
                            <p:childTnLst>
                              <p:par>
                                <p:cTn id="87" presetID="0" presetClass="pat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6055 0.43612 L -0.06055 0.43612 C -0.05964 0.43056 -0.05977 0.42431 -0.05782 0.41968 C -0.05534 0.41343 -0.05144 0.4095 -0.04779 0.4051 C -0.04597 0.40301 -0.04388 0.40139 -0.04232 0.39862 C -0.04167 0.39746 -0.04115 0.3963 -0.0405 0.39538 C -0.03763 0.3919 -0.03633 0.3919 -0.03321 0.39051 C -0.03255 0.38936 -0.03216 0.38774 -0.03138 0.38727 C -0.02956 0.38612 -0.02774 0.38635 -0.02591 0.38565 C -0.02461 0.38519 -0.02344 0.3845 -0.02214 0.38403 C -0.00951 0.37894 -0.02826 0.38704 -0.01029 0.37917 C -0.00912 0.37848 -0.00795 0.37778 -0.00664 0.37755 L -0.00026 0.37593 C 0.00195 0.37431 0.0039 0.37223 0.00612 0.37107 C 0.00794 0.36991 0.00976 0.36991 0.01159 0.36945 C 0.02148 0.36621 0.01041 0.36922 0.02265 0.36621 C 0.03997 0.36667 0.0681 0.36482 0.08945 0.36945 C 0.09648 0.37084 0.09284 0.37014 0.09765 0.37269 C 0.09883 0.37315 0.10013 0.37362 0.1013 0.37431 C 0.10221 0.37477 0.10312 0.37547 0.10403 0.37593 C 0.10781 0.37732 0.11041 0.37732 0.11406 0.37917 C 0.11562 0.37987 0.12252 0.38403 0.12422 0.38565 C 0.12604 0.3875 0.12773 0.39005 0.12968 0.39213 C 0.1332 0.39584 0.13385 0.39538 0.13789 0.39862 C 0.14036 0.4007 0.14271 0.40301 0.14518 0.4051 C 0.14648 0.40625 0.14752 0.40764 0.14883 0.40834 L 0.15429 0.41158 L 0.15625 0.41482 " pathEditMode="relative" ptsTypes="AAAAAAAAAAAAAAAAAAAAAAAAAAAA">
                                      <p:cBhvr>
                                        <p:cTn id="88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1750"/>
                            </p:stCondLst>
                            <p:childTnLst>
                              <p:par>
                                <p:cTn id="90" presetID="0" presetClass="pat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34883 0.47662 L 0.34883 0.47662 C 0.35911 0.47709 0.36953 0.47686 0.37982 0.47825 C 0.38568 0.47894 0.3914 0.48195 0.39726 0.48311 C 0.40273 0.48403 0.4082 0.48403 0.41367 0.48473 C 0.46458 0.49885 0.40117 0.48079 0.4457 0.49445 C 0.45156 0.49607 0.45729 0.49746 0.46315 0.49931 C 0.46771 0.5007 0.47226 0.50255 0.47682 0.50417 C 0.48047 0.50533 0.48424 0.50625 0.48789 0.50741 C 0.49557 0.51019 0.50885 0.51551 0.51614 0.51875 C 0.52109 0.52084 0.52604 0.52246 0.53086 0.52524 C 0.5457 0.5338 0.55208 0.53612 0.56471 0.54653 C 0.58164 0.56042 0.57331 0.55348 0.5875 0.57084 C 0.6194 0.6095 0.57226 0.54954 0.6095 0.59838 C 0.6125 0.60232 0.61601 0.6051 0.61862 0.60996 L 0.63151 0.63264 C 0.63242 0.63635 0.6332 0.64028 0.63424 0.64399 C 0.63476 0.64584 0.63541 0.64723 0.63607 0.64885 C 0.63698 0.65162 0.63802 0.65417 0.6388 0.65695 C 0.63919 0.65857 0.63932 0.66042 0.63971 0.66181 C 0.64088 0.66621 0.64219 0.67061 0.64336 0.675 C 0.64466 0.67963 0.6457 0.68473 0.647 0.68959 C 0.64818 0.69352 0.64961 0.697 0.65065 0.70093 C 0.65117 0.70255 0.6513 0.70417 0.65156 0.70579 C 0.65273 0.71135 0.65403 0.71667 0.65521 0.722 C 0.65729 0.73125 0.65703 0.72732 0.65703 0.73357 " pathEditMode="relative" ptsTypes="AAAAAAAAAAAAAAAAAAAAAAAAAA">
                                      <p:cBhvr>
                                        <p:cTn id="91" dur="7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2500"/>
                            </p:stCondLst>
                            <p:childTnLst>
                              <p:par>
                                <p:cTn id="93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0" presetClass="pat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143 0.02269 L -0.00143 0.02269 C 0.0168 0.01898 0.01146 0.01945 0.04245 0.02269 C 0.04609 0.02292 0.04974 0.025 0.05339 0.02593 C 0.05729 0.02662 0.06133 0.02685 0.06524 0.02755 C 0.06888 0.02917 0.07253 0.03125 0.0763 0.03241 C 0.11068 0.04259 0.06784 0.02639 0.09544 0.03727 C 0.09753 0.03935 0.09961 0.04167 0.10182 0.04375 C 0.10274 0.04445 0.10365 0.04491 0.10456 0.04537 C 0.10677 0.04653 0.10886 0.04746 0.11094 0.04861 C 0.1125 0.0507 0.1138 0.05347 0.11563 0.05509 C 0.1237 0.06296 0.11875 0.05255 0.12565 0.06482 C 0.12956 0.07199 0.13047 0.07755 0.13386 0.08611 C 0.14024 0.10185 0.13685 0.08935 0.14297 0.10718 C 0.14414 0.11019 0.14492 0.11366 0.1457 0.1169 C 0.14609 0.11852 0.14623 0.12037 0.14662 0.12176 C 0.14766 0.12477 0.14935 0.12685 0.15039 0.12986 C 0.15182 0.13403 0.15404 0.14283 0.15404 0.14283 C 0.15534 0.15787 0.15404 0.14746 0.15677 0.16088 C 0.15742 0.16412 0.15807 0.16736 0.15859 0.1706 C 0.15899 0.17269 0.15899 0.175 0.15951 0.17708 C 0.1599 0.1794 0.16068 0.18148 0.16133 0.18357 C 0.16224 0.20741 0.16276 0.20533 0.16133 0.22917 C 0.1612 0.23125 0.16094 0.23357 0.16042 0.23565 C 0.1599 0.2375 0.15912 0.23889 0.15859 0.24051 C 0.1582 0.24213 0.1582 0.24398 0.15768 0.24537 C 0.15716 0.24676 0.15638 0.24746 0.15586 0.24861 C 0.15508 0.25023 0.15469 0.25185 0.15404 0.25347 C 0.15287 0.25625 0.15156 0.2588 0.15039 0.26158 C 0.14961 0.2632 0.14922 0.26505 0.14844 0.26644 C 0.14779 0.26783 0.14662 0.26852 0.1457 0.26968 C 0.14505 0.2706 0.14466 0.27199 0.14388 0.27292 C 0.1431 0.27431 0.14206 0.27523 0.14115 0.27616 C 0.13998 0.27778 0.13867 0.2794 0.1375 0.28102 C 0.13503 0.28496 0.13633 0.28472 0.13294 0.28773 C 0.13203 0.28843 0.13112 0.28866 0.13021 0.28935 C 0.12708 0.29491 0.12774 0.29421 0.12383 0.29908 C 0.12201 0.30116 0.12044 0.30463 0.11836 0.30556 C 0.11706 0.30602 0.11589 0.30671 0.11471 0.30718 C 0.11315 0.30764 0.11159 0.3081 0.11003 0.3088 C 0.10912 0.30926 0.10729 0.31042 0.10729 0.31042 L 0.10729 0.31042 C 0.1125 0.31968 0.11367 0.32269 0.12018 0.32986 C 0.12096 0.33079 0.12201 0.33079 0.12292 0.33148 C 0.12383 0.33241 0.12461 0.33426 0.12565 0.33472 C 0.12904 0.33611 0.15013 0.33796 0.15039 0.33796 C 0.15339 0.33843 0.15638 0.33912 0.15951 0.33958 L 0.17044 0.34121 C 0.17409 0.34236 0.17774 0.34375 0.18138 0.34445 C 0.18529 0.34537 0.20899 0.34746 0.21159 0.34792 L 0.31133 0.34607 C 0.32083 0.3456 0.34896 0.33611 0.35703 0.3331 C 0.37109 0.32801 0.38503 0.32222 0.39909 0.3169 C 0.40612 0.31412 0.41315 0.31181 0.42018 0.3088 C 0.43229 0.30324 0.4444 0.29722 0.45677 0.29259 C 0.4875 0.28056 0.47305 0.28588 0.51159 0.27292 C 0.51979 0.27037 0.52826 0.26875 0.53633 0.26482 C 0.54544 0.26065 0.55456 0.25556 0.5638 0.25185 C 0.57162 0.24861 0.57969 0.24676 0.5875 0.24375 C 0.59362 0.24144 0.59974 0.2382 0.60586 0.23565 C 0.61042 0.2338 0.61498 0.23287 0.61953 0.23079 C 0.62813 0.22685 0.63685 0.22361 0.64518 0.21783 C 0.70912 0.17269 0.6681 0.2007 0.70912 0.17384 L 0.72383 0.16412 C 0.72682 0.16204 0.72982 0.15926 0.73294 0.15764 C 0.74063 0.15371 0.73724 0.15533 0.74297 0.15278 C 0.74818 0.14722 0.74596 0.14931 0.74948 0.14607 " pathEditMode="relative" ptsTypes="AAAAAAAAAAAAAAAAAAAAAAAAAAAAAAAAAAAAAAAAAAAAAAAAAAAAAAAAAAAAAAAAAAA">
                                      <p:cBhvr>
                                        <p:cTn id="98" dur="2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3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6" dur="500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  <p:bldP spid="12" grpId="0"/>
      <p:bldP spid="18" grpId="0"/>
      <p:bldP spid="36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4">
            <a:extLst>
              <a:ext uri="{FF2B5EF4-FFF2-40B4-BE49-F238E27FC236}">
                <a16:creationId xmlns:a16="http://schemas.microsoft.com/office/drawing/2014/main" id="{9F15A5CA-AD64-F2BF-8EB4-2743EF479F4D}"/>
              </a:ext>
            </a:extLst>
          </p:cNvPr>
          <p:cNvSpPr txBox="1">
            <a:spLocks/>
          </p:cNvSpPr>
          <p:nvPr/>
        </p:nvSpPr>
        <p:spPr>
          <a:xfrm>
            <a:off x="1753098" y="1052512"/>
            <a:ext cx="9938241" cy="4219575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8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</a:rPr>
              <a:t>需求：</a:t>
            </a:r>
            <a:endParaRPr lang="en-US" altLang="zh-CN" sz="1800" dirty="0">
              <a:solidFill>
                <a:schemeClr val="tx1">
                  <a:lumMod val="50000"/>
                </a:schemeClr>
              </a:solidFill>
              <a:latin typeface="Consolas" panose="020B0609020204030204" pitchFamily="49" charset="0"/>
            </a:endParaRPr>
          </a:p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8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</a:rPr>
              <a:t>已知一个数组 </a:t>
            </a:r>
            <a:r>
              <a:rPr lang="en-US" altLang="zh-CN" sz="1800" dirty="0" err="1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</a:rPr>
              <a:t>arr</a:t>
            </a:r>
            <a:r>
              <a:rPr lang="en-US" altLang="zh-CN" sz="18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</a:rPr>
              <a:t> = {11, 22, 33, 44, 55}; </a:t>
            </a:r>
            <a:r>
              <a:rPr lang="zh-CN" altLang="en-US" sz="18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</a:rPr>
              <a:t>用程序实现把数组中的元素值交换，</a:t>
            </a:r>
            <a:r>
              <a:rPr lang="en-US" altLang="zh-CN" sz="18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</a:rPr>
              <a:t> </a:t>
            </a:r>
          </a:p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8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</a:rPr>
              <a:t>交换后的数组 </a:t>
            </a:r>
            <a:r>
              <a:rPr lang="en-US" altLang="zh-CN" sz="1800" dirty="0" err="1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</a:rPr>
              <a:t>arr</a:t>
            </a:r>
            <a:r>
              <a:rPr lang="en-US" altLang="zh-CN" sz="18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</a:rPr>
              <a:t> = {55, 44, 33, 22, 11}; </a:t>
            </a:r>
            <a:r>
              <a:rPr lang="zh-CN" altLang="en-US" sz="18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</a:rPr>
              <a:t>并在控制台输出交换后的数组元素。</a:t>
            </a:r>
            <a:endParaRPr lang="en-US" altLang="zh-CN" sz="1800" dirty="0">
              <a:solidFill>
                <a:schemeClr val="tx1">
                  <a:lumMod val="50000"/>
                </a:schemeClr>
              </a:solidFill>
              <a:latin typeface="Consolas" panose="020B0609020204030204" pitchFamily="49" charset="0"/>
            </a:endParaRPr>
          </a:p>
        </p:txBody>
      </p:sp>
      <p:sp>
        <p:nvSpPr>
          <p:cNvPr id="6" name="标题 5">
            <a:extLst>
              <a:ext uri="{FF2B5EF4-FFF2-40B4-BE49-F238E27FC236}">
                <a16:creationId xmlns:a16="http://schemas.microsoft.com/office/drawing/2014/main" id="{E43F4ADD-2D9B-5FD0-2E85-BE55F6F682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数组元素反转</a:t>
            </a:r>
          </a:p>
        </p:txBody>
      </p:sp>
      <p:sp>
        <p:nvSpPr>
          <p:cNvPr id="7" name="文本占位符 6">
            <a:extLst>
              <a:ext uri="{FF2B5EF4-FFF2-40B4-BE49-F238E27FC236}">
                <a16:creationId xmlns:a16="http://schemas.microsoft.com/office/drawing/2014/main" id="{5566A96B-DF9F-C098-2FA3-AEEF2D690FB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 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75941116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图片 44">
            <a:extLst>
              <a:ext uri="{FF2B5EF4-FFF2-40B4-BE49-F238E27FC236}">
                <a16:creationId xmlns:a16="http://schemas.microsoft.com/office/drawing/2014/main" id="{0BD98107-24DA-46C2-A957-E293EE004A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80360" y="4008412"/>
            <a:ext cx="1428481" cy="1717683"/>
          </a:xfrm>
          <a:prstGeom prst="rect">
            <a:avLst/>
          </a:prstGeom>
        </p:spPr>
      </p:pic>
      <p:sp>
        <p:nvSpPr>
          <p:cNvPr id="3" name="标题 2">
            <a:extLst>
              <a:ext uri="{FF2B5EF4-FFF2-40B4-BE49-F238E27FC236}">
                <a16:creationId xmlns:a16="http://schemas.microsoft.com/office/drawing/2014/main" id="{764C089C-0935-5E44-B9F7-7E9F84DDBA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数组元素反转</a:t>
            </a:r>
            <a:endParaRPr kumimoji="1" lang="zh-CN" altLang="en-US" dirty="0"/>
          </a:p>
        </p:txBody>
      </p:sp>
      <p:sp>
        <p:nvSpPr>
          <p:cNvPr id="2" name="文本占位符 1">
            <a:extLst>
              <a:ext uri="{FF2B5EF4-FFF2-40B4-BE49-F238E27FC236}">
                <a16:creationId xmlns:a16="http://schemas.microsoft.com/office/drawing/2014/main" id="{D3165721-AE0C-4849-B485-D71B6B48989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zh-CN" altLang="en-US" dirty="0"/>
              <a:t> </a:t>
            </a:r>
          </a:p>
        </p:txBody>
      </p:sp>
      <p:sp>
        <p:nvSpPr>
          <p:cNvPr id="39" name="文本占位符 38">
            <a:extLst>
              <a:ext uri="{FF2B5EF4-FFF2-40B4-BE49-F238E27FC236}">
                <a16:creationId xmlns:a16="http://schemas.microsoft.com/office/drawing/2014/main" id="{7FDE37E8-0DF5-4383-8C29-603B42DFF2C5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1774447" y="1131903"/>
            <a:ext cx="9213850" cy="4219575"/>
          </a:xfrm>
          <a:prstGeom prst="rect">
            <a:avLst/>
          </a:prstGeom>
        </p:spPr>
        <p:txBody>
          <a:bodyPr/>
          <a:lstStyle/>
          <a:p>
            <a:pPr marL="0" indent="0">
              <a:buNone/>
            </a:pPr>
            <a:r>
              <a:rPr lang="zh-CN" altLang="en-US" dirty="0"/>
              <a:t>需求</a:t>
            </a:r>
            <a:r>
              <a:rPr lang="en-US" altLang="zh-CN" dirty="0"/>
              <a:t>: </a:t>
            </a:r>
            <a:r>
              <a:rPr lang="zh-CN" altLang="en-US" dirty="0"/>
              <a:t>实现两个变量的数据交换</a:t>
            </a: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r>
              <a:rPr lang="en-US" altLang="zh-CN" dirty="0">
                <a:latin typeface="Consolas" panose="020B0609020204030204" pitchFamily="49" charset="0"/>
              </a:rPr>
              <a:t>int a = 10;</a:t>
            </a:r>
          </a:p>
          <a:p>
            <a:pPr marL="0" indent="0">
              <a:buNone/>
            </a:pPr>
            <a:r>
              <a:rPr lang="en-US" altLang="zh-CN" dirty="0">
                <a:latin typeface="Consolas" panose="020B0609020204030204" pitchFamily="49" charset="0"/>
              </a:rPr>
              <a:t>int b = 20;</a:t>
            </a:r>
            <a:endParaRPr lang="zh-CN" altLang="en-US" dirty="0">
              <a:latin typeface="Consolas" panose="020B0609020204030204" pitchFamily="49" charset="0"/>
            </a:endParaRPr>
          </a:p>
        </p:txBody>
      </p:sp>
      <p:pic>
        <p:nvPicPr>
          <p:cNvPr id="41" name="图片 40">
            <a:extLst>
              <a:ext uri="{FF2B5EF4-FFF2-40B4-BE49-F238E27FC236}">
                <a16:creationId xmlns:a16="http://schemas.microsoft.com/office/drawing/2014/main" id="{73808226-CE75-45CF-A952-EDB4F45D45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5450" y="4008414"/>
            <a:ext cx="1428481" cy="1717683"/>
          </a:xfrm>
          <a:prstGeom prst="rect">
            <a:avLst/>
          </a:prstGeom>
        </p:spPr>
      </p:pic>
      <p:pic>
        <p:nvPicPr>
          <p:cNvPr id="42" name="图片 41">
            <a:extLst>
              <a:ext uri="{FF2B5EF4-FFF2-40B4-BE49-F238E27FC236}">
                <a16:creationId xmlns:a16="http://schemas.microsoft.com/office/drawing/2014/main" id="{FC6C62D6-437E-4004-8C69-048B96BB49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2149" y="4008413"/>
            <a:ext cx="1428481" cy="1717683"/>
          </a:xfrm>
          <a:prstGeom prst="rect">
            <a:avLst/>
          </a:prstGeom>
        </p:spPr>
      </p:pic>
      <p:sp>
        <p:nvSpPr>
          <p:cNvPr id="43" name="文本框 42">
            <a:extLst>
              <a:ext uri="{FF2B5EF4-FFF2-40B4-BE49-F238E27FC236}">
                <a16:creationId xmlns:a16="http://schemas.microsoft.com/office/drawing/2014/main" id="{31869496-FBF0-4CB7-81EF-3072F25AE2E2}"/>
              </a:ext>
            </a:extLst>
          </p:cNvPr>
          <p:cNvSpPr txBox="1"/>
          <p:nvPr/>
        </p:nvSpPr>
        <p:spPr>
          <a:xfrm>
            <a:off x="2517742" y="4474345"/>
            <a:ext cx="91791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2400" b="1" dirty="0">
                <a:solidFill>
                  <a:schemeClr val="accent6">
                    <a:lumMod val="7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啤酒</a:t>
            </a:r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B20111D7-D659-4900-B0FE-5F471403A673}"/>
              </a:ext>
            </a:extLst>
          </p:cNvPr>
          <p:cNvSpPr txBox="1"/>
          <p:nvPr/>
        </p:nvSpPr>
        <p:spPr>
          <a:xfrm>
            <a:off x="4704441" y="4474345"/>
            <a:ext cx="91791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2400" b="1" dirty="0">
                <a:solidFill>
                  <a:srgbClr val="FF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红酒</a:t>
            </a:r>
          </a:p>
        </p:txBody>
      </p:sp>
    </p:spTree>
    <p:extLst>
      <p:ext uri="{BB962C8B-B14F-4D97-AF65-F5344CB8AC3E}">
        <p14:creationId xmlns:p14="http://schemas.microsoft.com/office/powerpoint/2010/main" val="32664320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0" presetClass="pat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247 -0.02454 L 0.00247 -0.02454 C 0.00599 -0.04583 0.00273 -0.03009 0.00677 -0.04398 C 0.00859 -0.04977 0.00924 -0.05718 0.01185 -0.06204 C 0.01289 -0.06366 0.01393 -0.06528 0.01484 -0.06713 C 0.01536 -0.06829 0.01562 -0.07014 0.01627 -0.07107 C 0.01732 -0.07269 0.01875 -0.07361 0.01992 -0.075 C 0.03086 -0.08727 0.01601 -0.07176 0.03151 -0.08657 C 0.03229 -0.08727 0.03294 -0.08866 0.03372 -0.08912 C 0.03515 -0.09028 0.03659 -0.09074 0.03815 -0.09167 C 0.03997 -0.09306 0.04192 -0.09468 0.04388 -0.0956 C 0.04518 -0.0963 0.05091 -0.09792 0.05195 -0.09815 C 0.0582 -0.10278 0.05286 -0.09931 0.05989 -0.10208 C 0.06185 -0.10278 0.0638 -0.10394 0.06575 -0.10463 C 0.07018 -0.10625 0.07617 -0.10671 0.08034 -0.10718 C 0.08984 -0.10694 0.09922 -0.10694 0.10872 -0.10602 C 0.1112 -0.10579 0.11354 -0.1044 0.11601 -0.10347 C 0.14114 -0.09306 0.11992 -0.10232 0.13125 -0.0956 C 0.13229 -0.09514 0.13333 -0.09514 0.13424 -0.09444 C 0.14336 -0.0875 0.13724 -0.09167 0.14219 -0.08657 C 0.14323 -0.08565 0.14427 -0.08495 0.14518 -0.08403 C 0.14622 -0.08287 0.147 -0.08148 0.14804 -0.08009 C 0.1487 -0.07917 0.14948 -0.07847 0.15026 -0.07755 C 0.15312 -0.06968 0.15 -0.07708 0.1539 -0.07107 L 0.16041 -0.05949 C 0.1612 -0.0581 0.16198 -0.05694 0.16263 -0.05556 C 0.16354 -0.05301 0.16471 -0.05046 0.16549 -0.04769 C 0.16601 -0.04607 0.16627 -0.04421 0.16692 -0.04259 C 0.1681 -0.04028 0.17057 -0.03611 0.17057 -0.03611 C 0.17187 -0.03171 0.17278 -0.02708 0.17422 -0.02315 C 0.17474 -0.02199 0.17539 -0.0206 0.17578 -0.01921 C 0.17604 -0.01806 0.17604 -0.01667 0.17643 -0.01551 C 0.17708 -0.01343 0.17838 -0.01227 0.17864 -0.01019 C 0.17916 -0.00694 0.17864 -0.00324 0.17864 0.00023 " pathEditMode="relative" ptsTypes="AAAAAAAAAAAAAAAAAAAAAAAAAAAAAAAAAA">
                                      <p:cBhvr>
                                        <p:cTn id="26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0" presetClass="pat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547 0.00185 L -0.00547 0.00185 C -0.00495 -0.01227 -0.00612 -0.01991 -0.00273 -0.03079 C -0.00091 -0.03704 0.003 -0.0463 0.00638 -0.05023 C 0.00729 -0.05139 0.00807 -0.05255 0.00912 -0.05347 C 0.01055 -0.05486 0.01224 -0.05556 0.01367 -0.05671 C 0.02292 -0.06505 0.01445 -0.05833 0.02096 -0.06482 C 0.02279 -0.06667 0.02461 -0.06852 0.02643 -0.06968 C 0.0276 -0.0706 0.02891 -0.0706 0.03021 -0.0713 C 0.03177 -0.07222 0.03307 -0.07407 0.03477 -0.07454 C 0.03711 -0.07569 0.03958 -0.07569 0.04206 -0.07616 C 0.05417 -0.0787 0.05326 -0.07847 0.06953 -0.0794 L 0.10065 -0.08102 C 0.11315 -0.08056 0.12565 -0.08079 0.13815 -0.0794 C 0.1418 -0.07917 0.14909 -0.07616 0.14909 -0.07616 C 0.15677 -0.07176 0.14492 -0.07824 0.16185 -0.07292 C 0.1638 -0.07245 0.16745 -0.06968 0.16745 -0.06968 C 0.16914 -0.06667 0.16966 -0.06528 0.17201 -0.06319 C 0.17279 -0.0625 0.17383 -0.06227 0.17474 -0.06157 C 0.17565 -0.06065 0.17643 -0.05926 0.17747 -0.05833 C 0.17839 -0.05764 0.17943 -0.05787 0.18021 -0.05671 C 0.18112 -0.05556 0.18138 -0.05347 0.18203 -0.05185 C 0.18255 -0.05069 0.1832 -0.04977 0.18385 -0.04861 C 0.18594 -0.03426 0.18477 -0.04444 0.18477 -0.01782 " pathEditMode="relative" ptsTypes="AAAAAAAAAAAAAAAAAAAAAAAA">
                                      <p:cBhvr>
                                        <p:cTn id="30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0" presetClass="path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7916 0.00671 L 0.17916 0.00671 C 0.17982 -0.00486 0.18034 -0.0162 0.18099 -0.02755 C 0.18125 -0.03032 0.18164 -0.03287 0.1819 -0.03565 C 0.18229 -0.03935 0.18255 -0.04329 0.18281 -0.04699 C 0.1832 -0.06019 0.18398 -0.07315 0.18372 -0.08611 C 0.18307 -0.13171 0.18411 -0.09907 0.18008 -0.11528 C 0.17929 -0.11852 0.17929 -0.12222 0.17825 -0.12523 C 0.17734 -0.12778 0.17643 -0.13056 0.17552 -0.13333 C 0.17487 -0.13542 0.17448 -0.13773 0.1737 -0.13982 C 0.17265 -0.14259 0.17057 -0.14444 0.16914 -0.1463 C 0.16823 -0.14838 0.16745 -0.15093 0.1664 -0.15278 C 0.16458 -0.15602 0.16315 -0.15625 0.16094 -0.15764 C 0.15963 -0.15972 0.15872 -0.1625 0.15729 -0.16412 C 0.1556 -0.16597 0.15364 -0.16644 0.15169 -0.16736 C 0.13854 -0.17454 0.15221 -0.16713 0.13893 -0.17222 C 0.12682 -0.17685 0.13802 -0.17384 0.12708 -0.1787 C 0.12526 -0.17963 0.12344 -0.17986 0.12161 -0.18032 C 0.09817 -0.18681 0.13554 -0.17639 0.1069 -0.18357 C 0.10534 -0.18403 0.1039 -0.18495 0.10234 -0.18519 C 0.09062 -0.18773 0.07317 -0.18796 0.06302 -0.18843 C 0.03021 -0.18704 0.00325 -0.18704 -0.02748 -0.18357 C -0.03216 -0.1831 -0.04063 -0.18218 -0.04584 -0.18032 C -0.04831 -0.17963 -0.05065 -0.17755 -0.05313 -0.17708 C -0.0638 -0.17546 -0.06224 -0.17616 -0.07136 -0.17384 C -0.07357 -0.17338 -0.07565 -0.17292 -0.07787 -0.17222 C -0.08633 -0.16921 -0.08308 -0.17014 -0.08972 -0.16574 C -0.09154 -0.16458 -0.09336 -0.16389 -0.09518 -0.1625 C -0.10951 -0.15162 -0.09779 -0.1588 -0.10521 -0.1544 L -0.11628 -0.13982 C -0.11745 -0.13819 -0.11875 -0.13681 -0.11992 -0.13495 C -0.12435 -0.12708 -0.11875 -0.13657 -0.12448 -0.12847 C -0.12513 -0.12732 -0.12552 -0.12593 -0.1263 -0.12523 C -0.12956 -0.1213 -0.12995 -0.12315 -0.13268 -0.11852 C -0.13464 -0.11551 -0.13607 -0.11134 -0.13815 -0.1088 C -0.13906 -0.10787 -0.14011 -0.10671 -0.14089 -0.10556 C -0.14154 -0.10463 -0.14206 -0.10301 -0.14271 -0.10232 C -0.14414 -0.10093 -0.14584 -0.10046 -0.14727 -0.09907 C -0.14883 -0.09769 -0.15469 -0.09028 -0.15651 -0.08773 C -0.16068 -0.08148 -0.15795 -0.08472 -0.16107 -0.07801 C -0.16159 -0.07685 -0.16224 -0.07569 -0.16289 -0.07477 C -0.16354 -0.07153 -0.16328 -0.06736 -0.16472 -0.06505 C -0.16693 -0.06088 -0.16953 -0.05694 -0.1711 -0.05185 C -0.17162 -0.05023 -0.17331 -0.0419 -0.17383 -0.03889 C -0.17422 -0.03681 -0.17422 -0.03449 -0.17474 -0.03241 C -0.17526 -0.03056 -0.17604 -0.02917 -0.17656 -0.02755 C -0.17813 -0.01389 -0.17604 -0.02431 -0.18112 -0.01296 C -0.18893 0.0044 -0.18255 -0.00718 -0.18568 -0.00162 " pathEditMode="relative" ptsTypes="AAAAAAAAAAAAAAAAAAAAAAAAAAAAAAAAAAAAAAAAAAAAAAAA">
                                      <p:cBhvr>
                                        <p:cTn id="34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8" dur="500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2" presetClass="exit" presetSubtype="4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2" dur="500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2" presetClass="exit" presetSubtype="4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6" dur="500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50" dur="500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54" dur="500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" grpId="0"/>
      <p:bldP spid="43" grpId="1"/>
      <p:bldP spid="43" grpId="2"/>
      <p:bldP spid="44" grpId="0"/>
      <p:bldP spid="44" grpId="1"/>
      <p:bldP spid="44" grpId="2"/>
      <p:bldP spid="44" grpId="3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BD54AD-7F45-60F6-77CB-7563EEB0DB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53DE6AF0-164C-BF66-A7A1-D034EB7435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数组元素反转</a:t>
            </a:r>
            <a:endParaRPr kumimoji="1" lang="zh-CN" altLang="en-US" dirty="0"/>
          </a:p>
        </p:txBody>
      </p:sp>
      <p:sp>
        <p:nvSpPr>
          <p:cNvPr id="2" name="文本占位符 1">
            <a:extLst>
              <a:ext uri="{FF2B5EF4-FFF2-40B4-BE49-F238E27FC236}">
                <a16:creationId xmlns:a16="http://schemas.microsoft.com/office/drawing/2014/main" id="{23C151C9-B793-6A9E-36CD-0572F1E6A7C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zh-CN" altLang="en-US" dirty="0"/>
              <a:t> </a:t>
            </a:r>
          </a:p>
        </p:txBody>
      </p:sp>
      <p:sp>
        <p:nvSpPr>
          <p:cNvPr id="39" name="文本占位符 38">
            <a:extLst>
              <a:ext uri="{FF2B5EF4-FFF2-40B4-BE49-F238E27FC236}">
                <a16:creationId xmlns:a16="http://schemas.microsoft.com/office/drawing/2014/main" id="{19378661-D1E3-51AF-25FD-82D9AA10A9BB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1774447" y="1131903"/>
            <a:ext cx="9213850" cy="4219575"/>
          </a:xfrm>
          <a:prstGeom prst="rect">
            <a:avLst/>
          </a:prstGeom>
        </p:spPr>
        <p:txBody>
          <a:bodyPr/>
          <a:lstStyle/>
          <a:p>
            <a:pPr marL="0" indent="0">
              <a:buNone/>
            </a:pPr>
            <a:r>
              <a:rPr lang="zh-CN" altLang="en-US" dirty="0"/>
              <a:t>需求</a:t>
            </a:r>
            <a:r>
              <a:rPr lang="en-US" altLang="zh-CN" dirty="0"/>
              <a:t>: </a:t>
            </a:r>
            <a:r>
              <a:rPr lang="zh-CN" altLang="en-US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实现两个变量的数据交换</a:t>
            </a:r>
            <a:endParaRPr lang="en-US" altLang="zh-CN" dirty="0">
              <a:solidFill>
                <a:schemeClr val="tx1">
                  <a:lumMod val="50000"/>
                </a:schemeClr>
              </a:solidFill>
              <a:latin typeface="+mn-ea"/>
            </a:endParaRPr>
          </a:p>
          <a:p>
            <a:pPr marL="0" indent="0">
              <a:buNone/>
            </a:pPr>
            <a:endParaRPr lang="en-US" altLang="zh-CN" dirty="0">
              <a:solidFill>
                <a:schemeClr val="tx1">
                  <a:lumMod val="50000"/>
                </a:schemeClr>
              </a:solidFill>
              <a:latin typeface="+mn-ea"/>
            </a:endParaRPr>
          </a:p>
          <a:p>
            <a:pPr marL="0" indent="0">
              <a:buNone/>
            </a:pPr>
            <a:r>
              <a:rPr lang="en-US" altLang="zh-CN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</a:rPr>
              <a:t>int a = 10;</a:t>
            </a:r>
          </a:p>
          <a:p>
            <a:pPr marL="0" indent="0">
              <a:buNone/>
            </a:pPr>
            <a:r>
              <a:rPr lang="en-US" altLang="zh-CN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</a:rPr>
              <a:t>int b = 20;</a:t>
            </a:r>
            <a:endParaRPr lang="zh-CN" altLang="en-US" dirty="0">
              <a:solidFill>
                <a:schemeClr val="tx1">
                  <a:lumMod val="50000"/>
                </a:schemeClr>
              </a:solidFill>
              <a:latin typeface="Consolas" panose="020B0609020204030204" pitchFamily="49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DBD487D-7FB3-1141-F887-56FEA17DF9EA}"/>
              </a:ext>
            </a:extLst>
          </p:cNvPr>
          <p:cNvSpPr txBox="1"/>
          <p:nvPr/>
        </p:nvSpPr>
        <p:spPr>
          <a:xfrm>
            <a:off x="1774447" y="3116186"/>
            <a:ext cx="8734799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定义第三个变量，完成交换</a:t>
            </a:r>
            <a:endParaRPr lang="en-US" altLang="zh-CN" dirty="0">
              <a:solidFill>
                <a:schemeClr val="tx1">
                  <a:lumMod val="50000"/>
                </a:schemeClr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altLang="zh-CN" dirty="0">
              <a:solidFill>
                <a:schemeClr val="tx1">
                  <a:lumMod val="50000"/>
                </a:schemeClr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int c = a;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a = b;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b = c;</a:t>
            </a:r>
            <a:endParaRPr lang="zh-CN" altLang="en-US" dirty="0">
              <a:solidFill>
                <a:schemeClr val="tx1">
                  <a:lumMod val="50000"/>
                </a:schemeClr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3493394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59763D-0974-11D1-921C-C0A4AB7C39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4">
            <a:extLst>
              <a:ext uri="{FF2B5EF4-FFF2-40B4-BE49-F238E27FC236}">
                <a16:creationId xmlns:a16="http://schemas.microsoft.com/office/drawing/2014/main" id="{34B5B50E-3345-89B8-4E48-A7268CD9B17A}"/>
              </a:ext>
            </a:extLst>
          </p:cNvPr>
          <p:cNvSpPr txBox="1">
            <a:spLocks/>
          </p:cNvSpPr>
          <p:nvPr/>
        </p:nvSpPr>
        <p:spPr>
          <a:xfrm>
            <a:off x="1753098" y="1052513"/>
            <a:ext cx="9938241" cy="1428418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8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</a:rPr>
              <a:t>需求：</a:t>
            </a:r>
            <a:endParaRPr lang="en-US" altLang="zh-CN" sz="1800" dirty="0">
              <a:solidFill>
                <a:schemeClr val="tx1">
                  <a:lumMod val="50000"/>
                </a:schemeClr>
              </a:solidFill>
              <a:latin typeface="Consolas" panose="020B0609020204030204" pitchFamily="49" charset="0"/>
            </a:endParaRPr>
          </a:p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8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</a:rPr>
              <a:t>已知一个数组 </a:t>
            </a:r>
            <a:r>
              <a:rPr lang="en-US" altLang="zh-CN" sz="1800" dirty="0" err="1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</a:rPr>
              <a:t>arr</a:t>
            </a:r>
            <a:r>
              <a:rPr lang="en-US" altLang="zh-CN" sz="18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</a:rPr>
              <a:t> = {11, 22, 33, 44, 55}; </a:t>
            </a:r>
            <a:r>
              <a:rPr lang="zh-CN" altLang="en-US" sz="18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</a:rPr>
              <a:t>用程序实现把数组中的元素值交换，</a:t>
            </a:r>
            <a:r>
              <a:rPr lang="en-US" altLang="zh-CN" sz="18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</a:rPr>
              <a:t> </a:t>
            </a:r>
          </a:p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8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</a:rPr>
              <a:t>交换后的数组 </a:t>
            </a:r>
            <a:r>
              <a:rPr lang="en-US" altLang="zh-CN" sz="1800" dirty="0" err="1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</a:rPr>
              <a:t>arr</a:t>
            </a:r>
            <a:r>
              <a:rPr lang="en-US" altLang="zh-CN" sz="18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</a:rPr>
              <a:t> = {55, 44, 33, 22, 11}; </a:t>
            </a:r>
            <a:r>
              <a:rPr lang="zh-CN" altLang="en-US" sz="18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</a:rPr>
              <a:t>并在控制台输出交换后的数组元素。</a:t>
            </a:r>
            <a:endParaRPr lang="en-US" altLang="zh-CN" sz="1800" dirty="0">
              <a:solidFill>
                <a:schemeClr val="tx1">
                  <a:lumMod val="50000"/>
                </a:schemeClr>
              </a:solidFill>
              <a:latin typeface="Consolas" panose="020B0609020204030204" pitchFamily="49" charset="0"/>
            </a:endParaRPr>
          </a:p>
        </p:txBody>
      </p:sp>
      <p:sp>
        <p:nvSpPr>
          <p:cNvPr id="6" name="标题 5">
            <a:extLst>
              <a:ext uri="{FF2B5EF4-FFF2-40B4-BE49-F238E27FC236}">
                <a16:creationId xmlns:a16="http://schemas.microsoft.com/office/drawing/2014/main" id="{DEB7667E-974F-1B18-4C94-0E3F749135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数组元素反转</a:t>
            </a:r>
          </a:p>
        </p:txBody>
      </p:sp>
      <p:sp>
        <p:nvSpPr>
          <p:cNvPr id="7" name="文本占位符 6">
            <a:extLst>
              <a:ext uri="{FF2B5EF4-FFF2-40B4-BE49-F238E27FC236}">
                <a16:creationId xmlns:a16="http://schemas.microsoft.com/office/drawing/2014/main" id="{B09C1B98-31EE-6DA6-4D5A-5C8CBAEF992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 </a:t>
            </a:r>
            <a:endParaRPr lang="zh-CN" altLang="en-US" dirty="0"/>
          </a:p>
        </p:txBody>
      </p:sp>
      <p:sp>
        <p:nvSpPr>
          <p:cNvPr id="3" name="矩形: 圆角 2">
            <a:extLst>
              <a:ext uri="{FF2B5EF4-FFF2-40B4-BE49-F238E27FC236}">
                <a16:creationId xmlns:a16="http://schemas.microsoft.com/office/drawing/2014/main" id="{3F1EDFEE-81AB-FFC0-A317-EEF7CB5618CF}"/>
              </a:ext>
            </a:extLst>
          </p:cNvPr>
          <p:cNvSpPr/>
          <p:nvPr/>
        </p:nvSpPr>
        <p:spPr>
          <a:xfrm>
            <a:off x="2987371" y="3159641"/>
            <a:ext cx="892534" cy="857272"/>
          </a:xfrm>
          <a:prstGeom prst="roundRect">
            <a:avLst/>
          </a:prstGeom>
          <a:ln w="25400"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11</a:t>
            </a:r>
            <a:endParaRPr lang="zh-CN" altLang="en-US" dirty="0"/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45EA4FA3-852A-56B4-8376-BF29EC3AD196}"/>
              </a:ext>
            </a:extLst>
          </p:cNvPr>
          <p:cNvSpPr/>
          <p:nvPr/>
        </p:nvSpPr>
        <p:spPr>
          <a:xfrm>
            <a:off x="3879905" y="3159641"/>
            <a:ext cx="892534" cy="857272"/>
          </a:xfrm>
          <a:prstGeom prst="roundRect">
            <a:avLst/>
          </a:prstGeom>
          <a:ln w="25400"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22</a:t>
            </a:r>
            <a:endParaRPr lang="zh-CN" altLang="en-US" dirty="0"/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AAF67B7E-D970-7DCF-F211-37FCB0DD99B3}"/>
              </a:ext>
            </a:extLst>
          </p:cNvPr>
          <p:cNvSpPr/>
          <p:nvPr/>
        </p:nvSpPr>
        <p:spPr>
          <a:xfrm>
            <a:off x="4772439" y="3159641"/>
            <a:ext cx="892534" cy="857272"/>
          </a:xfrm>
          <a:prstGeom prst="roundRect">
            <a:avLst/>
          </a:prstGeom>
          <a:ln w="25400"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33</a:t>
            </a:r>
            <a:endParaRPr lang="zh-CN" altLang="en-US" dirty="0"/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869A36AF-F089-3760-DC20-E24FAC5EC93D}"/>
              </a:ext>
            </a:extLst>
          </p:cNvPr>
          <p:cNvSpPr/>
          <p:nvPr/>
        </p:nvSpPr>
        <p:spPr>
          <a:xfrm>
            <a:off x="5664973" y="3159641"/>
            <a:ext cx="892534" cy="857272"/>
          </a:xfrm>
          <a:prstGeom prst="roundRect">
            <a:avLst/>
          </a:prstGeom>
          <a:ln w="25400"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44</a:t>
            </a:r>
            <a:endParaRPr lang="zh-CN" altLang="en-US" dirty="0"/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73F13E02-3C2E-ADCB-B106-98381DEE5249}"/>
              </a:ext>
            </a:extLst>
          </p:cNvPr>
          <p:cNvSpPr/>
          <p:nvPr/>
        </p:nvSpPr>
        <p:spPr>
          <a:xfrm>
            <a:off x="6557507" y="3159641"/>
            <a:ext cx="892534" cy="857272"/>
          </a:xfrm>
          <a:prstGeom prst="roundRect">
            <a:avLst/>
          </a:prstGeom>
          <a:ln w="25400"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55</a:t>
            </a:r>
            <a:endParaRPr lang="zh-CN" altLang="en-US" dirty="0"/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02FB97F9-C866-C998-A328-263848AFFC83}"/>
              </a:ext>
            </a:extLst>
          </p:cNvPr>
          <p:cNvSpPr/>
          <p:nvPr/>
        </p:nvSpPr>
        <p:spPr>
          <a:xfrm>
            <a:off x="7450041" y="3159641"/>
            <a:ext cx="892534" cy="857272"/>
          </a:xfrm>
          <a:prstGeom prst="roundRect">
            <a:avLst/>
          </a:prstGeom>
          <a:ln w="25400"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66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04227252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8" grpId="0" animBg="1"/>
      <p:bldP spid="9" grpId="0" animBg="1"/>
      <p:bldP spid="10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AE2566-FEB2-DEF7-EF13-3A9DAB3A9F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4">
            <a:extLst>
              <a:ext uri="{FF2B5EF4-FFF2-40B4-BE49-F238E27FC236}">
                <a16:creationId xmlns:a16="http://schemas.microsoft.com/office/drawing/2014/main" id="{579627EA-6B76-A022-445B-488E9DF965E0}"/>
              </a:ext>
            </a:extLst>
          </p:cNvPr>
          <p:cNvSpPr txBox="1">
            <a:spLocks/>
          </p:cNvSpPr>
          <p:nvPr/>
        </p:nvSpPr>
        <p:spPr>
          <a:xfrm>
            <a:off x="1753098" y="1052513"/>
            <a:ext cx="9938241" cy="1428418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8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</a:rPr>
              <a:t>需求：</a:t>
            </a:r>
            <a:endParaRPr lang="en-US" altLang="zh-CN" sz="1800" dirty="0">
              <a:solidFill>
                <a:schemeClr val="tx1">
                  <a:lumMod val="50000"/>
                </a:schemeClr>
              </a:solidFill>
              <a:latin typeface="Consolas" panose="020B0609020204030204" pitchFamily="49" charset="0"/>
            </a:endParaRPr>
          </a:p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8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</a:rPr>
              <a:t>已知一个数组 </a:t>
            </a:r>
            <a:r>
              <a:rPr lang="en-US" altLang="zh-CN" sz="1800" dirty="0" err="1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</a:rPr>
              <a:t>arr</a:t>
            </a:r>
            <a:r>
              <a:rPr lang="en-US" altLang="zh-CN" sz="18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</a:rPr>
              <a:t> = {11, 22, 33, 44, 55}; </a:t>
            </a:r>
            <a:r>
              <a:rPr lang="zh-CN" altLang="en-US" sz="18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</a:rPr>
              <a:t>用程序实现把数组中的元素值交换，</a:t>
            </a:r>
            <a:r>
              <a:rPr lang="en-US" altLang="zh-CN" sz="18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</a:rPr>
              <a:t> </a:t>
            </a:r>
          </a:p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8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</a:rPr>
              <a:t>交换后的数组 </a:t>
            </a:r>
            <a:r>
              <a:rPr lang="en-US" altLang="zh-CN" sz="1800" dirty="0" err="1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</a:rPr>
              <a:t>arr</a:t>
            </a:r>
            <a:r>
              <a:rPr lang="en-US" altLang="zh-CN" sz="18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</a:rPr>
              <a:t> = {55, 44, 33, 22, 11}; </a:t>
            </a:r>
            <a:r>
              <a:rPr lang="zh-CN" altLang="en-US" sz="18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</a:rPr>
              <a:t>并在控制台输出交换后的数组元素。</a:t>
            </a:r>
            <a:endParaRPr lang="en-US" altLang="zh-CN" sz="1800" dirty="0">
              <a:solidFill>
                <a:schemeClr val="tx1">
                  <a:lumMod val="50000"/>
                </a:schemeClr>
              </a:solidFill>
              <a:latin typeface="Consolas" panose="020B0609020204030204" pitchFamily="49" charset="0"/>
            </a:endParaRPr>
          </a:p>
        </p:txBody>
      </p:sp>
      <p:sp>
        <p:nvSpPr>
          <p:cNvPr id="6" name="标题 5">
            <a:extLst>
              <a:ext uri="{FF2B5EF4-FFF2-40B4-BE49-F238E27FC236}">
                <a16:creationId xmlns:a16="http://schemas.microsoft.com/office/drawing/2014/main" id="{48D2927B-B8BF-7939-73B7-AE82918DFC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数组元素反转</a:t>
            </a:r>
          </a:p>
        </p:txBody>
      </p:sp>
      <p:sp>
        <p:nvSpPr>
          <p:cNvPr id="7" name="文本占位符 6">
            <a:extLst>
              <a:ext uri="{FF2B5EF4-FFF2-40B4-BE49-F238E27FC236}">
                <a16:creationId xmlns:a16="http://schemas.microsoft.com/office/drawing/2014/main" id="{169ED808-B674-FD2F-3FF6-4D3662FF925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 </a:t>
            </a:r>
            <a:endParaRPr lang="zh-CN" altLang="en-US" dirty="0"/>
          </a:p>
        </p:txBody>
      </p:sp>
      <p:sp>
        <p:nvSpPr>
          <p:cNvPr id="3" name="矩形: 圆角 2">
            <a:extLst>
              <a:ext uri="{FF2B5EF4-FFF2-40B4-BE49-F238E27FC236}">
                <a16:creationId xmlns:a16="http://schemas.microsoft.com/office/drawing/2014/main" id="{242AB09C-CB8C-5AC7-6007-D75E89641BCE}"/>
              </a:ext>
            </a:extLst>
          </p:cNvPr>
          <p:cNvSpPr/>
          <p:nvPr/>
        </p:nvSpPr>
        <p:spPr>
          <a:xfrm>
            <a:off x="2987371" y="3159641"/>
            <a:ext cx="892534" cy="857272"/>
          </a:xfrm>
          <a:prstGeom prst="roundRect">
            <a:avLst/>
          </a:prstGeom>
          <a:ln w="25400"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66</a:t>
            </a:r>
            <a:endParaRPr lang="zh-CN" altLang="en-US" dirty="0"/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9BEC144-150F-4658-BB79-7E2BF5BCDFFE}"/>
              </a:ext>
            </a:extLst>
          </p:cNvPr>
          <p:cNvSpPr/>
          <p:nvPr/>
        </p:nvSpPr>
        <p:spPr>
          <a:xfrm>
            <a:off x="3879905" y="3159641"/>
            <a:ext cx="892534" cy="857272"/>
          </a:xfrm>
          <a:prstGeom prst="roundRect">
            <a:avLst/>
          </a:prstGeom>
          <a:ln w="25400"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22</a:t>
            </a:r>
            <a:endParaRPr lang="zh-CN" altLang="en-US" dirty="0"/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0DBCC4C7-6A1E-3066-61DF-10321D220B56}"/>
              </a:ext>
            </a:extLst>
          </p:cNvPr>
          <p:cNvSpPr/>
          <p:nvPr/>
        </p:nvSpPr>
        <p:spPr>
          <a:xfrm>
            <a:off x="4772439" y="3159641"/>
            <a:ext cx="892534" cy="857272"/>
          </a:xfrm>
          <a:prstGeom prst="roundRect">
            <a:avLst/>
          </a:prstGeom>
          <a:ln w="25400"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33</a:t>
            </a:r>
            <a:endParaRPr lang="zh-CN" altLang="en-US" dirty="0"/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03F25B05-5032-F8CE-28D3-C6D2887106F8}"/>
              </a:ext>
            </a:extLst>
          </p:cNvPr>
          <p:cNvSpPr/>
          <p:nvPr/>
        </p:nvSpPr>
        <p:spPr>
          <a:xfrm>
            <a:off x="5664973" y="3159641"/>
            <a:ext cx="892534" cy="857272"/>
          </a:xfrm>
          <a:prstGeom prst="roundRect">
            <a:avLst/>
          </a:prstGeom>
          <a:ln w="25400"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44</a:t>
            </a:r>
            <a:endParaRPr lang="zh-CN" altLang="en-US" dirty="0"/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3BA30A54-0E89-A25D-EDCF-8C6CF023144C}"/>
              </a:ext>
            </a:extLst>
          </p:cNvPr>
          <p:cNvSpPr/>
          <p:nvPr/>
        </p:nvSpPr>
        <p:spPr>
          <a:xfrm>
            <a:off x="6557507" y="3159641"/>
            <a:ext cx="892534" cy="857272"/>
          </a:xfrm>
          <a:prstGeom prst="roundRect">
            <a:avLst/>
          </a:prstGeom>
          <a:ln w="25400"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55</a:t>
            </a:r>
            <a:endParaRPr lang="zh-CN" altLang="en-US" dirty="0"/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5B3372C7-2789-1540-6324-C3DDE4CE8302}"/>
              </a:ext>
            </a:extLst>
          </p:cNvPr>
          <p:cNvSpPr/>
          <p:nvPr/>
        </p:nvSpPr>
        <p:spPr>
          <a:xfrm>
            <a:off x="7450041" y="3159641"/>
            <a:ext cx="892534" cy="857272"/>
          </a:xfrm>
          <a:prstGeom prst="roundRect">
            <a:avLst/>
          </a:prstGeom>
          <a:ln w="25400"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11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50158518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E71FBA-1B30-6C3C-82C3-E97E59C5C7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4">
            <a:extLst>
              <a:ext uri="{FF2B5EF4-FFF2-40B4-BE49-F238E27FC236}">
                <a16:creationId xmlns:a16="http://schemas.microsoft.com/office/drawing/2014/main" id="{2886B51D-2E17-52FF-6C6A-6D5DC4DC6A18}"/>
              </a:ext>
            </a:extLst>
          </p:cNvPr>
          <p:cNvSpPr txBox="1">
            <a:spLocks/>
          </p:cNvSpPr>
          <p:nvPr/>
        </p:nvSpPr>
        <p:spPr>
          <a:xfrm>
            <a:off x="1753098" y="1052513"/>
            <a:ext cx="9938241" cy="1428418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8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</a:rPr>
              <a:t>需求：</a:t>
            </a:r>
            <a:endParaRPr lang="en-US" altLang="zh-CN" sz="1800" dirty="0">
              <a:solidFill>
                <a:schemeClr val="tx1">
                  <a:lumMod val="50000"/>
                </a:schemeClr>
              </a:solidFill>
              <a:latin typeface="Consolas" panose="020B0609020204030204" pitchFamily="49" charset="0"/>
            </a:endParaRPr>
          </a:p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8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</a:rPr>
              <a:t>已知一个数组 </a:t>
            </a:r>
            <a:r>
              <a:rPr lang="en-US" altLang="zh-CN" sz="1800" dirty="0" err="1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</a:rPr>
              <a:t>arr</a:t>
            </a:r>
            <a:r>
              <a:rPr lang="en-US" altLang="zh-CN" sz="18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</a:rPr>
              <a:t> = {11, 22, 33, 44, 55}; </a:t>
            </a:r>
            <a:r>
              <a:rPr lang="zh-CN" altLang="en-US" sz="18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</a:rPr>
              <a:t>用程序实现把数组中的元素值交换，</a:t>
            </a:r>
            <a:r>
              <a:rPr lang="en-US" altLang="zh-CN" sz="18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</a:rPr>
              <a:t> </a:t>
            </a:r>
          </a:p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8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</a:rPr>
              <a:t>交换后的数组 </a:t>
            </a:r>
            <a:r>
              <a:rPr lang="en-US" altLang="zh-CN" sz="1800" dirty="0" err="1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</a:rPr>
              <a:t>arr</a:t>
            </a:r>
            <a:r>
              <a:rPr lang="en-US" altLang="zh-CN" sz="18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</a:rPr>
              <a:t> = {55, 44, 33, 22, 11}; </a:t>
            </a:r>
            <a:r>
              <a:rPr lang="zh-CN" altLang="en-US" sz="18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</a:rPr>
              <a:t>并在控制台输出交换后的数组元素。</a:t>
            </a:r>
            <a:endParaRPr lang="en-US" altLang="zh-CN" sz="1800" dirty="0">
              <a:solidFill>
                <a:schemeClr val="tx1">
                  <a:lumMod val="50000"/>
                </a:schemeClr>
              </a:solidFill>
              <a:latin typeface="Consolas" panose="020B0609020204030204" pitchFamily="49" charset="0"/>
            </a:endParaRPr>
          </a:p>
        </p:txBody>
      </p:sp>
      <p:sp>
        <p:nvSpPr>
          <p:cNvPr id="6" name="标题 5">
            <a:extLst>
              <a:ext uri="{FF2B5EF4-FFF2-40B4-BE49-F238E27FC236}">
                <a16:creationId xmlns:a16="http://schemas.microsoft.com/office/drawing/2014/main" id="{6B2DB854-B23C-9D82-0737-7F19BB09C3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数组元素反转</a:t>
            </a:r>
          </a:p>
        </p:txBody>
      </p:sp>
      <p:sp>
        <p:nvSpPr>
          <p:cNvPr id="7" name="文本占位符 6">
            <a:extLst>
              <a:ext uri="{FF2B5EF4-FFF2-40B4-BE49-F238E27FC236}">
                <a16:creationId xmlns:a16="http://schemas.microsoft.com/office/drawing/2014/main" id="{3B852ADB-31CF-FF26-10C7-6775B7A68BA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 </a:t>
            </a:r>
            <a:endParaRPr lang="zh-CN" altLang="en-US" dirty="0"/>
          </a:p>
        </p:txBody>
      </p:sp>
      <p:sp>
        <p:nvSpPr>
          <p:cNvPr id="3" name="矩形: 圆角 2">
            <a:extLst>
              <a:ext uri="{FF2B5EF4-FFF2-40B4-BE49-F238E27FC236}">
                <a16:creationId xmlns:a16="http://schemas.microsoft.com/office/drawing/2014/main" id="{3313684E-03CF-BF89-F6FB-4EB8EDC7B8C2}"/>
              </a:ext>
            </a:extLst>
          </p:cNvPr>
          <p:cNvSpPr/>
          <p:nvPr/>
        </p:nvSpPr>
        <p:spPr>
          <a:xfrm>
            <a:off x="2987371" y="3159641"/>
            <a:ext cx="892534" cy="857272"/>
          </a:xfrm>
          <a:prstGeom prst="roundRect">
            <a:avLst/>
          </a:prstGeom>
          <a:ln w="25400"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66</a:t>
            </a:r>
            <a:endParaRPr lang="zh-CN" altLang="en-US" dirty="0"/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2D3DF49F-8BCD-CE2A-2B00-5A49CAE58302}"/>
              </a:ext>
            </a:extLst>
          </p:cNvPr>
          <p:cNvSpPr/>
          <p:nvPr/>
        </p:nvSpPr>
        <p:spPr>
          <a:xfrm>
            <a:off x="3879905" y="3159641"/>
            <a:ext cx="892534" cy="857272"/>
          </a:xfrm>
          <a:prstGeom prst="roundRect">
            <a:avLst/>
          </a:prstGeom>
          <a:ln w="25400"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55</a:t>
            </a:r>
            <a:endParaRPr lang="zh-CN" altLang="en-US" dirty="0"/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59755535-E2B3-637B-3BEB-F85E74D53A6A}"/>
              </a:ext>
            </a:extLst>
          </p:cNvPr>
          <p:cNvSpPr/>
          <p:nvPr/>
        </p:nvSpPr>
        <p:spPr>
          <a:xfrm>
            <a:off x="4772439" y="3159641"/>
            <a:ext cx="892534" cy="857272"/>
          </a:xfrm>
          <a:prstGeom prst="roundRect">
            <a:avLst/>
          </a:prstGeom>
          <a:ln w="25400"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33</a:t>
            </a:r>
            <a:endParaRPr lang="zh-CN" altLang="en-US" dirty="0"/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05E12570-A993-A21A-5540-0299A0E5EE59}"/>
              </a:ext>
            </a:extLst>
          </p:cNvPr>
          <p:cNvSpPr/>
          <p:nvPr/>
        </p:nvSpPr>
        <p:spPr>
          <a:xfrm>
            <a:off x="5664973" y="3159641"/>
            <a:ext cx="892534" cy="857272"/>
          </a:xfrm>
          <a:prstGeom prst="roundRect">
            <a:avLst/>
          </a:prstGeom>
          <a:ln w="25400"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44</a:t>
            </a:r>
            <a:endParaRPr lang="zh-CN" altLang="en-US" dirty="0"/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0BCF83BA-4BC3-6B6C-C8A6-0E45490BCB0F}"/>
              </a:ext>
            </a:extLst>
          </p:cNvPr>
          <p:cNvSpPr/>
          <p:nvPr/>
        </p:nvSpPr>
        <p:spPr>
          <a:xfrm>
            <a:off x="6557507" y="3159641"/>
            <a:ext cx="892534" cy="857272"/>
          </a:xfrm>
          <a:prstGeom prst="roundRect">
            <a:avLst/>
          </a:prstGeom>
          <a:ln w="25400"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22</a:t>
            </a:r>
            <a:endParaRPr lang="zh-CN" altLang="en-US" dirty="0"/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70F967E2-3B59-E5DF-EE53-ED781E45CE5F}"/>
              </a:ext>
            </a:extLst>
          </p:cNvPr>
          <p:cNvSpPr/>
          <p:nvPr/>
        </p:nvSpPr>
        <p:spPr>
          <a:xfrm>
            <a:off x="7450041" y="3159641"/>
            <a:ext cx="892534" cy="857272"/>
          </a:xfrm>
          <a:prstGeom prst="roundRect">
            <a:avLst/>
          </a:prstGeom>
          <a:ln w="25400"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11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34051482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14198E-8D44-D3A3-98A0-3A53DAB855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4">
            <a:extLst>
              <a:ext uri="{FF2B5EF4-FFF2-40B4-BE49-F238E27FC236}">
                <a16:creationId xmlns:a16="http://schemas.microsoft.com/office/drawing/2014/main" id="{C0F3AA77-0CB4-C688-8EF7-DBE7DABD1D78}"/>
              </a:ext>
            </a:extLst>
          </p:cNvPr>
          <p:cNvSpPr txBox="1">
            <a:spLocks/>
          </p:cNvSpPr>
          <p:nvPr/>
        </p:nvSpPr>
        <p:spPr>
          <a:xfrm>
            <a:off x="1753098" y="1052513"/>
            <a:ext cx="9938241" cy="1428418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8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</a:rPr>
              <a:t>需求：</a:t>
            </a:r>
            <a:endParaRPr lang="en-US" altLang="zh-CN" sz="1800" dirty="0">
              <a:solidFill>
                <a:schemeClr val="tx1">
                  <a:lumMod val="50000"/>
                </a:schemeClr>
              </a:solidFill>
              <a:latin typeface="Consolas" panose="020B0609020204030204" pitchFamily="49" charset="0"/>
            </a:endParaRPr>
          </a:p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8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</a:rPr>
              <a:t>已知一个数组 </a:t>
            </a:r>
            <a:r>
              <a:rPr lang="en-US" altLang="zh-CN" sz="1800" dirty="0" err="1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</a:rPr>
              <a:t>arr</a:t>
            </a:r>
            <a:r>
              <a:rPr lang="en-US" altLang="zh-CN" sz="18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</a:rPr>
              <a:t> = {11, 22, 33, 44, 55}; </a:t>
            </a:r>
            <a:r>
              <a:rPr lang="zh-CN" altLang="en-US" sz="18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</a:rPr>
              <a:t>用程序实现把数组中的元素值交换，</a:t>
            </a:r>
            <a:r>
              <a:rPr lang="en-US" altLang="zh-CN" sz="18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</a:rPr>
              <a:t> </a:t>
            </a:r>
          </a:p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8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</a:rPr>
              <a:t>交换后的数组 </a:t>
            </a:r>
            <a:r>
              <a:rPr lang="en-US" altLang="zh-CN" sz="1800" dirty="0" err="1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</a:rPr>
              <a:t>arr</a:t>
            </a:r>
            <a:r>
              <a:rPr lang="en-US" altLang="zh-CN" sz="18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</a:rPr>
              <a:t> = {55, 44, 33, 22, 11}; </a:t>
            </a:r>
            <a:r>
              <a:rPr lang="zh-CN" altLang="en-US" sz="18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</a:rPr>
              <a:t>并在控制台输出交换后的数组元素。</a:t>
            </a:r>
            <a:endParaRPr lang="en-US" altLang="zh-CN" sz="1800" dirty="0">
              <a:solidFill>
                <a:schemeClr val="tx1">
                  <a:lumMod val="50000"/>
                </a:schemeClr>
              </a:solidFill>
              <a:latin typeface="Consolas" panose="020B0609020204030204" pitchFamily="49" charset="0"/>
            </a:endParaRPr>
          </a:p>
        </p:txBody>
      </p:sp>
      <p:sp>
        <p:nvSpPr>
          <p:cNvPr id="6" name="标题 5">
            <a:extLst>
              <a:ext uri="{FF2B5EF4-FFF2-40B4-BE49-F238E27FC236}">
                <a16:creationId xmlns:a16="http://schemas.microsoft.com/office/drawing/2014/main" id="{00523018-96F8-5146-6BE7-A5B970CB10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数组元素反转</a:t>
            </a:r>
          </a:p>
        </p:txBody>
      </p:sp>
      <p:sp>
        <p:nvSpPr>
          <p:cNvPr id="7" name="文本占位符 6">
            <a:extLst>
              <a:ext uri="{FF2B5EF4-FFF2-40B4-BE49-F238E27FC236}">
                <a16:creationId xmlns:a16="http://schemas.microsoft.com/office/drawing/2014/main" id="{94D5EDE0-38D1-0419-7B32-C90D14A14B8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 </a:t>
            </a:r>
            <a:endParaRPr lang="zh-CN" altLang="en-US" dirty="0"/>
          </a:p>
        </p:txBody>
      </p:sp>
      <p:sp>
        <p:nvSpPr>
          <p:cNvPr id="3" name="矩形: 圆角 2">
            <a:extLst>
              <a:ext uri="{FF2B5EF4-FFF2-40B4-BE49-F238E27FC236}">
                <a16:creationId xmlns:a16="http://schemas.microsoft.com/office/drawing/2014/main" id="{6AF5C1AB-96FC-E431-5E23-2B3E22A8516B}"/>
              </a:ext>
            </a:extLst>
          </p:cNvPr>
          <p:cNvSpPr/>
          <p:nvPr/>
        </p:nvSpPr>
        <p:spPr>
          <a:xfrm>
            <a:off x="2987371" y="3159641"/>
            <a:ext cx="892534" cy="857272"/>
          </a:xfrm>
          <a:prstGeom prst="roundRect">
            <a:avLst/>
          </a:prstGeom>
          <a:ln w="25400"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66</a:t>
            </a:r>
            <a:endParaRPr lang="zh-CN" altLang="en-US" dirty="0"/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6DDC2522-ED37-1BD2-2A61-0201A901AC14}"/>
              </a:ext>
            </a:extLst>
          </p:cNvPr>
          <p:cNvSpPr/>
          <p:nvPr/>
        </p:nvSpPr>
        <p:spPr>
          <a:xfrm>
            <a:off x="3879905" y="3159641"/>
            <a:ext cx="892534" cy="857272"/>
          </a:xfrm>
          <a:prstGeom prst="roundRect">
            <a:avLst/>
          </a:prstGeom>
          <a:ln w="25400"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55</a:t>
            </a:r>
            <a:endParaRPr lang="zh-CN" altLang="en-US" dirty="0"/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E55AB39A-B121-9B5E-8A8A-BC1099201A48}"/>
              </a:ext>
            </a:extLst>
          </p:cNvPr>
          <p:cNvSpPr/>
          <p:nvPr/>
        </p:nvSpPr>
        <p:spPr>
          <a:xfrm>
            <a:off x="4772439" y="3159641"/>
            <a:ext cx="892534" cy="857272"/>
          </a:xfrm>
          <a:prstGeom prst="roundRect">
            <a:avLst/>
          </a:prstGeom>
          <a:ln w="25400"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44</a:t>
            </a:r>
            <a:endParaRPr lang="zh-CN" altLang="en-US" dirty="0"/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4381463-F1C2-3CC7-3B64-94C63D15C67D}"/>
              </a:ext>
            </a:extLst>
          </p:cNvPr>
          <p:cNvSpPr/>
          <p:nvPr/>
        </p:nvSpPr>
        <p:spPr>
          <a:xfrm>
            <a:off x="5664973" y="3159641"/>
            <a:ext cx="892534" cy="857272"/>
          </a:xfrm>
          <a:prstGeom prst="roundRect">
            <a:avLst/>
          </a:prstGeom>
          <a:ln w="25400"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33</a:t>
            </a:r>
            <a:endParaRPr lang="zh-CN" altLang="en-US" dirty="0"/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2841D1DE-16F1-9656-E0A2-49F5D56BDFAE}"/>
              </a:ext>
            </a:extLst>
          </p:cNvPr>
          <p:cNvSpPr/>
          <p:nvPr/>
        </p:nvSpPr>
        <p:spPr>
          <a:xfrm>
            <a:off x="6557507" y="3159641"/>
            <a:ext cx="892534" cy="857272"/>
          </a:xfrm>
          <a:prstGeom prst="roundRect">
            <a:avLst/>
          </a:prstGeom>
          <a:ln w="25400"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22</a:t>
            </a:r>
            <a:endParaRPr lang="zh-CN" altLang="en-US" dirty="0"/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1272F763-54CB-912A-3408-7BB9374FA30A}"/>
              </a:ext>
            </a:extLst>
          </p:cNvPr>
          <p:cNvSpPr/>
          <p:nvPr/>
        </p:nvSpPr>
        <p:spPr>
          <a:xfrm>
            <a:off x="7450041" y="3159641"/>
            <a:ext cx="892534" cy="857272"/>
          </a:xfrm>
          <a:prstGeom prst="roundRect">
            <a:avLst/>
          </a:prstGeom>
          <a:ln w="25400"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11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29420484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7AD09E-6A74-0DA9-41D6-B2FF1CC3E3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4">
            <a:extLst>
              <a:ext uri="{FF2B5EF4-FFF2-40B4-BE49-F238E27FC236}">
                <a16:creationId xmlns:a16="http://schemas.microsoft.com/office/drawing/2014/main" id="{5D2A67B7-0D32-51E9-CECE-9548609BA9C4}"/>
              </a:ext>
            </a:extLst>
          </p:cNvPr>
          <p:cNvSpPr txBox="1">
            <a:spLocks/>
          </p:cNvSpPr>
          <p:nvPr/>
        </p:nvSpPr>
        <p:spPr>
          <a:xfrm>
            <a:off x="485176" y="1042928"/>
            <a:ext cx="9938241" cy="1428418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8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</a:rPr>
              <a:t>需求：</a:t>
            </a:r>
            <a:endParaRPr lang="en-US" altLang="zh-CN" sz="1800" dirty="0">
              <a:solidFill>
                <a:schemeClr val="tx1">
                  <a:lumMod val="50000"/>
                </a:schemeClr>
              </a:solidFill>
              <a:latin typeface="Consolas" panose="020B0609020204030204" pitchFamily="49" charset="0"/>
            </a:endParaRPr>
          </a:p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8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</a:rPr>
              <a:t>已知一个数组 </a:t>
            </a:r>
            <a:r>
              <a:rPr lang="en-US" altLang="zh-CN" sz="1800" dirty="0" err="1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</a:rPr>
              <a:t>arr</a:t>
            </a:r>
            <a:r>
              <a:rPr lang="en-US" altLang="zh-CN" sz="18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</a:rPr>
              <a:t> = {11, 22, 33, 44, 55}; </a:t>
            </a:r>
            <a:r>
              <a:rPr lang="zh-CN" altLang="en-US" sz="18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</a:rPr>
              <a:t>用程序实现把数组中的元素值交换，</a:t>
            </a:r>
            <a:r>
              <a:rPr lang="en-US" altLang="zh-CN" sz="18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</a:rPr>
              <a:t> </a:t>
            </a:r>
          </a:p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8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</a:rPr>
              <a:t>交换后的数组 </a:t>
            </a:r>
            <a:r>
              <a:rPr lang="en-US" altLang="zh-CN" sz="1800" dirty="0" err="1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</a:rPr>
              <a:t>arr</a:t>
            </a:r>
            <a:r>
              <a:rPr lang="en-US" altLang="zh-CN" sz="18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</a:rPr>
              <a:t> = {55, 44, 33, 22, 11}; </a:t>
            </a:r>
            <a:r>
              <a:rPr lang="zh-CN" altLang="en-US" sz="18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</a:rPr>
              <a:t>并在控制台输出交换后的数组元素。</a:t>
            </a:r>
            <a:endParaRPr lang="en-US" altLang="zh-CN" sz="1800" dirty="0">
              <a:solidFill>
                <a:schemeClr val="tx1">
                  <a:lumMod val="50000"/>
                </a:schemeClr>
              </a:solidFill>
              <a:latin typeface="Consolas" panose="020B0609020204030204" pitchFamily="49" charset="0"/>
            </a:endParaRPr>
          </a:p>
        </p:txBody>
      </p:sp>
      <p:sp>
        <p:nvSpPr>
          <p:cNvPr id="6" name="标题 5">
            <a:extLst>
              <a:ext uri="{FF2B5EF4-FFF2-40B4-BE49-F238E27FC236}">
                <a16:creationId xmlns:a16="http://schemas.microsoft.com/office/drawing/2014/main" id="{8074A841-54F5-9B6A-84F0-5412A9BCD1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数组元素反转</a:t>
            </a:r>
          </a:p>
        </p:txBody>
      </p:sp>
      <p:sp>
        <p:nvSpPr>
          <p:cNvPr id="3" name="矩形: 圆角 2">
            <a:extLst>
              <a:ext uri="{FF2B5EF4-FFF2-40B4-BE49-F238E27FC236}">
                <a16:creationId xmlns:a16="http://schemas.microsoft.com/office/drawing/2014/main" id="{BD021F74-3D27-54C2-5AC9-DB00597AE290}"/>
              </a:ext>
            </a:extLst>
          </p:cNvPr>
          <p:cNvSpPr/>
          <p:nvPr/>
        </p:nvSpPr>
        <p:spPr>
          <a:xfrm>
            <a:off x="485176" y="2714778"/>
            <a:ext cx="892534" cy="857272"/>
          </a:xfrm>
          <a:prstGeom prst="roundRect">
            <a:avLst/>
          </a:prstGeom>
          <a:ln w="25400"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66</a:t>
            </a:r>
            <a:endParaRPr lang="zh-CN" altLang="en-US" dirty="0"/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75C3D22A-599E-6DB1-E7F1-CC3CD3FBEC2E}"/>
              </a:ext>
            </a:extLst>
          </p:cNvPr>
          <p:cNvSpPr/>
          <p:nvPr/>
        </p:nvSpPr>
        <p:spPr>
          <a:xfrm>
            <a:off x="1377710" y="2714778"/>
            <a:ext cx="892534" cy="857272"/>
          </a:xfrm>
          <a:prstGeom prst="roundRect">
            <a:avLst/>
          </a:prstGeom>
          <a:ln w="25400"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55</a:t>
            </a:r>
            <a:endParaRPr lang="zh-CN" altLang="en-US" dirty="0"/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F7D05ABB-A203-7419-358A-49D7A5332B5D}"/>
              </a:ext>
            </a:extLst>
          </p:cNvPr>
          <p:cNvSpPr/>
          <p:nvPr/>
        </p:nvSpPr>
        <p:spPr>
          <a:xfrm>
            <a:off x="2270244" y="2714778"/>
            <a:ext cx="892534" cy="857272"/>
          </a:xfrm>
          <a:prstGeom prst="roundRect">
            <a:avLst/>
          </a:prstGeom>
          <a:ln w="25400"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44</a:t>
            </a:r>
            <a:endParaRPr lang="zh-CN" altLang="en-US" dirty="0"/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8ECBA782-DEE5-5D63-9D2D-768C668689B2}"/>
              </a:ext>
            </a:extLst>
          </p:cNvPr>
          <p:cNvSpPr/>
          <p:nvPr/>
        </p:nvSpPr>
        <p:spPr>
          <a:xfrm>
            <a:off x="3162778" y="2714778"/>
            <a:ext cx="892534" cy="857272"/>
          </a:xfrm>
          <a:prstGeom prst="roundRect">
            <a:avLst/>
          </a:prstGeom>
          <a:ln w="25400"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33</a:t>
            </a:r>
            <a:endParaRPr lang="zh-CN" altLang="en-US" dirty="0"/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38230557-A6A3-24E8-209F-B79D23D0B8EB}"/>
              </a:ext>
            </a:extLst>
          </p:cNvPr>
          <p:cNvSpPr/>
          <p:nvPr/>
        </p:nvSpPr>
        <p:spPr>
          <a:xfrm>
            <a:off x="4055312" y="2714778"/>
            <a:ext cx="892534" cy="857272"/>
          </a:xfrm>
          <a:prstGeom prst="roundRect">
            <a:avLst/>
          </a:prstGeom>
          <a:ln w="25400"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22</a:t>
            </a:r>
            <a:endParaRPr lang="zh-CN" altLang="en-US" dirty="0"/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26912362-D708-1355-104F-3CA899E46C7A}"/>
              </a:ext>
            </a:extLst>
          </p:cNvPr>
          <p:cNvSpPr/>
          <p:nvPr/>
        </p:nvSpPr>
        <p:spPr>
          <a:xfrm>
            <a:off x="4947846" y="2714778"/>
            <a:ext cx="892534" cy="857272"/>
          </a:xfrm>
          <a:prstGeom prst="roundRect">
            <a:avLst/>
          </a:prstGeom>
          <a:ln w="25400"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11</a:t>
            </a:r>
            <a:endParaRPr lang="zh-CN" altLang="en-US" dirty="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0FFD862D-D16E-7503-4AF6-90A37765A8D1}"/>
              </a:ext>
            </a:extLst>
          </p:cNvPr>
          <p:cNvSpPr txBox="1"/>
          <p:nvPr/>
        </p:nvSpPr>
        <p:spPr>
          <a:xfrm>
            <a:off x="6096000" y="2603961"/>
            <a:ext cx="5647700" cy="88447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/>
              <a:t>使用两个变量模拟出两个指针，指针指向的位置做交换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+mn-ea"/>
              </a:rPr>
              <a:t>int start = 0</a:t>
            </a:r>
            <a:r>
              <a:rPr lang="zh-CN" altLang="en-US" dirty="0">
                <a:latin typeface="+mn-ea"/>
              </a:rPr>
              <a:t>，</a:t>
            </a:r>
            <a:r>
              <a:rPr lang="en-US" altLang="zh-CN" dirty="0">
                <a:latin typeface="+mn-ea"/>
              </a:rPr>
              <a:t>end = </a:t>
            </a:r>
            <a:r>
              <a:rPr lang="en-US" altLang="zh-CN" dirty="0" err="1">
                <a:latin typeface="+mn-ea"/>
              </a:rPr>
              <a:t>arr.length</a:t>
            </a:r>
            <a:r>
              <a:rPr lang="en-US" altLang="zh-CN" dirty="0">
                <a:latin typeface="+mn-ea"/>
              </a:rPr>
              <a:t> – 1;</a:t>
            </a:r>
            <a:endParaRPr lang="zh-CN" altLang="en-US" dirty="0">
              <a:latin typeface="+mn-ea"/>
            </a:endParaRPr>
          </a:p>
        </p:txBody>
      </p:sp>
      <p:sp>
        <p:nvSpPr>
          <p:cNvPr id="15" name="箭头: 上 14">
            <a:extLst>
              <a:ext uri="{FF2B5EF4-FFF2-40B4-BE49-F238E27FC236}">
                <a16:creationId xmlns:a16="http://schemas.microsoft.com/office/drawing/2014/main" id="{9D342805-37E1-18F7-A877-A9CAB0683437}"/>
              </a:ext>
            </a:extLst>
          </p:cNvPr>
          <p:cNvSpPr/>
          <p:nvPr/>
        </p:nvSpPr>
        <p:spPr>
          <a:xfrm>
            <a:off x="800986" y="3815482"/>
            <a:ext cx="262270" cy="1304260"/>
          </a:xfrm>
          <a:prstGeom prst="up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6" name="箭头: 上 15">
            <a:extLst>
              <a:ext uri="{FF2B5EF4-FFF2-40B4-BE49-F238E27FC236}">
                <a16:creationId xmlns:a16="http://schemas.microsoft.com/office/drawing/2014/main" id="{83986DA5-FFB4-4DB0-AD8C-A1A46D1D3E34}"/>
              </a:ext>
            </a:extLst>
          </p:cNvPr>
          <p:cNvSpPr/>
          <p:nvPr/>
        </p:nvSpPr>
        <p:spPr>
          <a:xfrm>
            <a:off x="5262978" y="3815482"/>
            <a:ext cx="262270" cy="1304260"/>
          </a:xfrm>
          <a:prstGeom prst="upArrow">
            <a:avLst/>
          </a:prstGeom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0927923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5" grpId="0" animBg="1"/>
      <p:bldP spid="16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E9A54A-BC93-F943-197F-4BB93DC262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4">
            <a:extLst>
              <a:ext uri="{FF2B5EF4-FFF2-40B4-BE49-F238E27FC236}">
                <a16:creationId xmlns:a16="http://schemas.microsoft.com/office/drawing/2014/main" id="{6B495320-0E99-E811-971F-2A65BC585A40}"/>
              </a:ext>
            </a:extLst>
          </p:cNvPr>
          <p:cNvSpPr txBox="1">
            <a:spLocks/>
          </p:cNvSpPr>
          <p:nvPr/>
        </p:nvSpPr>
        <p:spPr>
          <a:xfrm>
            <a:off x="485176" y="1042928"/>
            <a:ext cx="9938241" cy="1428418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8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</a:rPr>
              <a:t>需求：</a:t>
            </a:r>
            <a:endParaRPr lang="en-US" altLang="zh-CN" sz="1800" dirty="0">
              <a:solidFill>
                <a:schemeClr val="tx1">
                  <a:lumMod val="50000"/>
                </a:schemeClr>
              </a:solidFill>
              <a:latin typeface="Consolas" panose="020B0609020204030204" pitchFamily="49" charset="0"/>
            </a:endParaRPr>
          </a:p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8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</a:rPr>
              <a:t>已知一个数组 </a:t>
            </a:r>
            <a:r>
              <a:rPr lang="en-US" altLang="zh-CN" sz="1800" dirty="0" err="1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</a:rPr>
              <a:t>arr</a:t>
            </a:r>
            <a:r>
              <a:rPr lang="en-US" altLang="zh-CN" sz="18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</a:rPr>
              <a:t> = {11, 22, 33, 44, 55}; </a:t>
            </a:r>
            <a:r>
              <a:rPr lang="zh-CN" altLang="en-US" sz="18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</a:rPr>
              <a:t>用程序实现把数组中的元素值交换，</a:t>
            </a:r>
            <a:r>
              <a:rPr lang="en-US" altLang="zh-CN" sz="18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</a:rPr>
              <a:t> </a:t>
            </a:r>
          </a:p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8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</a:rPr>
              <a:t>交换后的数组 </a:t>
            </a:r>
            <a:r>
              <a:rPr lang="en-US" altLang="zh-CN" sz="1800" dirty="0" err="1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</a:rPr>
              <a:t>arr</a:t>
            </a:r>
            <a:r>
              <a:rPr lang="en-US" altLang="zh-CN" sz="18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</a:rPr>
              <a:t> = {55, 44, 33, 22, 11}; </a:t>
            </a:r>
            <a:r>
              <a:rPr lang="zh-CN" altLang="en-US" sz="18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</a:rPr>
              <a:t>并在控制台输出交换后的数组元素。</a:t>
            </a:r>
            <a:endParaRPr lang="en-US" altLang="zh-CN" sz="1800" dirty="0">
              <a:solidFill>
                <a:schemeClr val="tx1">
                  <a:lumMod val="50000"/>
                </a:schemeClr>
              </a:solidFill>
              <a:latin typeface="Consolas" panose="020B0609020204030204" pitchFamily="49" charset="0"/>
            </a:endParaRPr>
          </a:p>
        </p:txBody>
      </p:sp>
      <p:sp>
        <p:nvSpPr>
          <p:cNvPr id="6" name="标题 5">
            <a:extLst>
              <a:ext uri="{FF2B5EF4-FFF2-40B4-BE49-F238E27FC236}">
                <a16:creationId xmlns:a16="http://schemas.microsoft.com/office/drawing/2014/main" id="{33E78B70-8334-B90E-229B-47340CAEBF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数组元素反转</a:t>
            </a:r>
          </a:p>
        </p:txBody>
      </p:sp>
      <p:sp>
        <p:nvSpPr>
          <p:cNvPr id="3" name="矩形: 圆角 2">
            <a:extLst>
              <a:ext uri="{FF2B5EF4-FFF2-40B4-BE49-F238E27FC236}">
                <a16:creationId xmlns:a16="http://schemas.microsoft.com/office/drawing/2014/main" id="{7305DB2C-A8E4-E7A8-0044-916691AFAA15}"/>
              </a:ext>
            </a:extLst>
          </p:cNvPr>
          <p:cNvSpPr/>
          <p:nvPr/>
        </p:nvSpPr>
        <p:spPr>
          <a:xfrm>
            <a:off x="485176" y="2714778"/>
            <a:ext cx="892534" cy="857272"/>
          </a:xfrm>
          <a:prstGeom prst="roundRect">
            <a:avLst/>
          </a:prstGeom>
          <a:ln w="25400"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66</a:t>
            </a:r>
            <a:endParaRPr lang="zh-CN" altLang="en-US" dirty="0"/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0714015-7604-04F6-F677-D7157BC3D887}"/>
              </a:ext>
            </a:extLst>
          </p:cNvPr>
          <p:cNvSpPr/>
          <p:nvPr/>
        </p:nvSpPr>
        <p:spPr>
          <a:xfrm>
            <a:off x="1377710" y="2714778"/>
            <a:ext cx="892534" cy="857272"/>
          </a:xfrm>
          <a:prstGeom prst="roundRect">
            <a:avLst/>
          </a:prstGeom>
          <a:ln w="25400"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55</a:t>
            </a:r>
            <a:endParaRPr lang="zh-CN" altLang="en-US" dirty="0"/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4B0915B2-AC90-09ED-FAD1-A617D9B5A6C2}"/>
              </a:ext>
            </a:extLst>
          </p:cNvPr>
          <p:cNvSpPr/>
          <p:nvPr/>
        </p:nvSpPr>
        <p:spPr>
          <a:xfrm>
            <a:off x="2270244" y="2714778"/>
            <a:ext cx="892534" cy="857272"/>
          </a:xfrm>
          <a:prstGeom prst="roundRect">
            <a:avLst/>
          </a:prstGeom>
          <a:ln w="25400"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44</a:t>
            </a:r>
            <a:endParaRPr lang="zh-CN" altLang="en-US" dirty="0"/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16F6D8D9-F967-D428-6714-DC94503B2A4D}"/>
              </a:ext>
            </a:extLst>
          </p:cNvPr>
          <p:cNvSpPr/>
          <p:nvPr/>
        </p:nvSpPr>
        <p:spPr>
          <a:xfrm>
            <a:off x="3162778" y="2714778"/>
            <a:ext cx="892534" cy="857272"/>
          </a:xfrm>
          <a:prstGeom prst="roundRect">
            <a:avLst/>
          </a:prstGeom>
          <a:ln w="25400"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33</a:t>
            </a:r>
            <a:endParaRPr lang="zh-CN" altLang="en-US" dirty="0"/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87AEE10F-C71D-F744-3432-92E8ED5E6893}"/>
              </a:ext>
            </a:extLst>
          </p:cNvPr>
          <p:cNvSpPr/>
          <p:nvPr/>
        </p:nvSpPr>
        <p:spPr>
          <a:xfrm>
            <a:off x="4055312" y="2714778"/>
            <a:ext cx="892534" cy="857272"/>
          </a:xfrm>
          <a:prstGeom prst="roundRect">
            <a:avLst/>
          </a:prstGeom>
          <a:ln w="25400"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22</a:t>
            </a:r>
            <a:endParaRPr lang="zh-CN" altLang="en-US" dirty="0"/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BB3C44B3-E609-C367-8C73-3DDE2CE59532}"/>
              </a:ext>
            </a:extLst>
          </p:cNvPr>
          <p:cNvSpPr/>
          <p:nvPr/>
        </p:nvSpPr>
        <p:spPr>
          <a:xfrm>
            <a:off x="4947846" y="2714778"/>
            <a:ext cx="892534" cy="857272"/>
          </a:xfrm>
          <a:prstGeom prst="roundRect">
            <a:avLst/>
          </a:prstGeom>
          <a:ln w="25400"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11</a:t>
            </a:r>
            <a:endParaRPr lang="zh-CN" altLang="en-US" dirty="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BE7360DA-ABCA-FB8F-8726-31493ECCA74D}"/>
              </a:ext>
            </a:extLst>
          </p:cNvPr>
          <p:cNvSpPr txBox="1"/>
          <p:nvPr/>
        </p:nvSpPr>
        <p:spPr>
          <a:xfrm>
            <a:off x="6096000" y="2603961"/>
            <a:ext cx="5647700" cy="88447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/>
              <a:t>使用两个变量模拟出两个指针，指针指向的位置做交换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+mn-ea"/>
              </a:rPr>
              <a:t>int start = 0</a:t>
            </a:r>
            <a:r>
              <a:rPr lang="zh-CN" altLang="en-US" dirty="0">
                <a:latin typeface="+mn-ea"/>
              </a:rPr>
              <a:t>，</a:t>
            </a:r>
            <a:r>
              <a:rPr lang="en-US" altLang="zh-CN" dirty="0">
                <a:latin typeface="+mn-ea"/>
              </a:rPr>
              <a:t>end = </a:t>
            </a:r>
            <a:r>
              <a:rPr lang="en-US" altLang="zh-CN" dirty="0" err="1">
                <a:latin typeface="+mn-ea"/>
              </a:rPr>
              <a:t>arr.length</a:t>
            </a:r>
            <a:r>
              <a:rPr lang="en-US" altLang="zh-CN" dirty="0">
                <a:latin typeface="+mn-ea"/>
              </a:rPr>
              <a:t> – 1;</a:t>
            </a:r>
            <a:endParaRPr lang="zh-CN" altLang="en-US" dirty="0">
              <a:latin typeface="+mn-ea"/>
            </a:endParaRP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66656AA3-8A1B-135D-56FA-103F902D7C44}"/>
              </a:ext>
            </a:extLst>
          </p:cNvPr>
          <p:cNvSpPr/>
          <p:nvPr/>
        </p:nvSpPr>
        <p:spPr>
          <a:xfrm>
            <a:off x="485176" y="3328924"/>
            <a:ext cx="892534" cy="857272"/>
          </a:xfrm>
          <a:prstGeom prst="roundRect">
            <a:avLst/>
          </a:prstGeom>
          <a:noFill/>
          <a:ln w="25400"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0</a:t>
            </a:r>
            <a:endParaRPr lang="zh-CN" altLang="en-US" dirty="0"/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85B0B7CC-7B31-A0B1-3121-43548EE843A0}"/>
              </a:ext>
            </a:extLst>
          </p:cNvPr>
          <p:cNvSpPr/>
          <p:nvPr/>
        </p:nvSpPr>
        <p:spPr>
          <a:xfrm>
            <a:off x="1377710" y="3328924"/>
            <a:ext cx="892534" cy="857272"/>
          </a:xfrm>
          <a:prstGeom prst="roundRect">
            <a:avLst/>
          </a:prstGeom>
          <a:noFill/>
          <a:ln w="25400"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1</a:t>
            </a:r>
            <a:endParaRPr lang="zh-CN" altLang="en-US" dirty="0"/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BD14EE9D-05C3-B1DD-7ECB-09C72ADD296E}"/>
              </a:ext>
            </a:extLst>
          </p:cNvPr>
          <p:cNvSpPr/>
          <p:nvPr/>
        </p:nvSpPr>
        <p:spPr>
          <a:xfrm>
            <a:off x="2270244" y="3328924"/>
            <a:ext cx="892534" cy="857272"/>
          </a:xfrm>
          <a:prstGeom prst="roundRect">
            <a:avLst/>
          </a:prstGeom>
          <a:noFill/>
          <a:ln w="25400"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38E44EE3-9A2C-4292-482E-23CD5CC62183}"/>
              </a:ext>
            </a:extLst>
          </p:cNvPr>
          <p:cNvSpPr/>
          <p:nvPr/>
        </p:nvSpPr>
        <p:spPr>
          <a:xfrm>
            <a:off x="3162778" y="3328924"/>
            <a:ext cx="892534" cy="857272"/>
          </a:xfrm>
          <a:prstGeom prst="roundRect">
            <a:avLst/>
          </a:prstGeom>
          <a:noFill/>
          <a:ln w="25400"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3</a:t>
            </a:r>
            <a:endParaRPr lang="zh-CN" altLang="en-US" dirty="0"/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69DE33EE-E446-F3EA-4253-A4837E2E1997}"/>
              </a:ext>
            </a:extLst>
          </p:cNvPr>
          <p:cNvSpPr/>
          <p:nvPr/>
        </p:nvSpPr>
        <p:spPr>
          <a:xfrm>
            <a:off x="4055312" y="3328924"/>
            <a:ext cx="892534" cy="857272"/>
          </a:xfrm>
          <a:prstGeom prst="roundRect">
            <a:avLst/>
          </a:prstGeom>
          <a:noFill/>
          <a:ln w="25400"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4</a:t>
            </a:r>
            <a:endParaRPr lang="zh-CN" altLang="en-US" dirty="0"/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42F35109-766E-96D0-102F-3384804E5066}"/>
              </a:ext>
            </a:extLst>
          </p:cNvPr>
          <p:cNvSpPr/>
          <p:nvPr/>
        </p:nvSpPr>
        <p:spPr>
          <a:xfrm>
            <a:off x="4947846" y="3328924"/>
            <a:ext cx="892534" cy="857272"/>
          </a:xfrm>
          <a:prstGeom prst="roundRect">
            <a:avLst/>
          </a:prstGeom>
          <a:noFill/>
          <a:ln w="25400"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5</a:t>
            </a:r>
            <a:endParaRPr lang="zh-CN" altLang="en-US" dirty="0"/>
          </a:p>
        </p:txBody>
      </p:sp>
      <p:sp>
        <p:nvSpPr>
          <p:cNvPr id="15" name="箭头: 上 14">
            <a:extLst>
              <a:ext uri="{FF2B5EF4-FFF2-40B4-BE49-F238E27FC236}">
                <a16:creationId xmlns:a16="http://schemas.microsoft.com/office/drawing/2014/main" id="{BE189E7F-74B3-3B3E-73BC-02CB7BBF8C1E}"/>
              </a:ext>
            </a:extLst>
          </p:cNvPr>
          <p:cNvSpPr/>
          <p:nvPr/>
        </p:nvSpPr>
        <p:spPr>
          <a:xfrm>
            <a:off x="800986" y="3971422"/>
            <a:ext cx="262270" cy="1304260"/>
          </a:xfrm>
          <a:prstGeom prst="up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6" name="箭头: 上 15">
            <a:extLst>
              <a:ext uri="{FF2B5EF4-FFF2-40B4-BE49-F238E27FC236}">
                <a16:creationId xmlns:a16="http://schemas.microsoft.com/office/drawing/2014/main" id="{5B7A33BC-1FB6-0CAB-C0AF-F349ADB3A1D5}"/>
              </a:ext>
            </a:extLst>
          </p:cNvPr>
          <p:cNvSpPr/>
          <p:nvPr/>
        </p:nvSpPr>
        <p:spPr>
          <a:xfrm>
            <a:off x="5262978" y="3971422"/>
            <a:ext cx="262270" cy="1304260"/>
          </a:xfrm>
          <a:prstGeom prst="upArrow">
            <a:avLst/>
          </a:prstGeom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9DEE2E74-58CE-3EFE-BE1F-3B2F0A6B1317}"/>
              </a:ext>
            </a:extLst>
          </p:cNvPr>
          <p:cNvSpPr txBox="1"/>
          <p:nvPr/>
        </p:nvSpPr>
        <p:spPr>
          <a:xfrm>
            <a:off x="6096000" y="3572050"/>
            <a:ext cx="3066865" cy="4689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>
                <a:latin typeface="+mn-ea"/>
              </a:rPr>
              <a:t>第一次交换：</a:t>
            </a:r>
            <a:r>
              <a:rPr lang="en-US" altLang="zh-CN" dirty="0" err="1">
                <a:latin typeface="+mn-ea"/>
              </a:rPr>
              <a:t>arr</a:t>
            </a:r>
            <a:r>
              <a:rPr lang="en-US" altLang="zh-CN" dirty="0">
                <a:latin typeface="+mn-ea"/>
              </a:rPr>
              <a:t>[0] </a:t>
            </a:r>
            <a:r>
              <a:rPr lang="zh-CN" altLang="en-US" dirty="0">
                <a:latin typeface="+mn-ea"/>
              </a:rPr>
              <a:t>和 </a:t>
            </a:r>
            <a:r>
              <a:rPr lang="en-US" altLang="zh-CN" dirty="0" err="1">
                <a:latin typeface="+mn-ea"/>
              </a:rPr>
              <a:t>arr</a:t>
            </a:r>
            <a:r>
              <a:rPr lang="en-US" altLang="zh-CN" dirty="0">
                <a:latin typeface="+mn-ea"/>
              </a:rPr>
              <a:t>[5]</a:t>
            </a:r>
            <a:endParaRPr lang="zh-CN" altLang="en-US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420290563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F37A33-5683-706A-7847-574FAAA93A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4">
            <a:extLst>
              <a:ext uri="{FF2B5EF4-FFF2-40B4-BE49-F238E27FC236}">
                <a16:creationId xmlns:a16="http://schemas.microsoft.com/office/drawing/2014/main" id="{07D14282-1D96-E811-3087-B93A0058DC0B}"/>
              </a:ext>
            </a:extLst>
          </p:cNvPr>
          <p:cNvSpPr txBox="1">
            <a:spLocks/>
          </p:cNvSpPr>
          <p:nvPr/>
        </p:nvSpPr>
        <p:spPr>
          <a:xfrm>
            <a:off x="485176" y="1042928"/>
            <a:ext cx="9938241" cy="1428418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8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</a:rPr>
              <a:t>需求：</a:t>
            </a:r>
            <a:endParaRPr lang="en-US" altLang="zh-CN" sz="1800" dirty="0">
              <a:solidFill>
                <a:schemeClr val="tx1">
                  <a:lumMod val="50000"/>
                </a:schemeClr>
              </a:solidFill>
              <a:latin typeface="Consolas" panose="020B0609020204030204" pitchFamily="49" charset="0"/>
            </a:endParaRPr>
          </a:p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8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</a:rPr>
              <a:t>已知一个数组 </a:t>
            </a:r>
            <a:r>
              <a:rPr lang="en-US" altLang="zh-CN" sz="1800" dirty="0" err="1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</a:rPr>
              <a:t>arr</a:t>
            </a:r>
            <a:r>
              <a:rPr lang="en-US" altLang="zh-CN" sz="18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</a:rPr>
              <a:t> = {11, 22, 33, 44, 55}; </a:t>
            </a:r>
            <a:r>
              <a:rPr lang="zh-CN" altLang="en-US" sz="18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</a:rPr>
              <a:t>用程序实现把数组中的元素值交换，</a:t>
            </a:r>
            <a:r>
              <a:rPr lang="en-US" altLang="zh-CN" sz="18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</a:rPr>
              <a:t> </a:t>
            </a:r>
          </a:p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8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</a:rPr>
              <a:t>交换后的数组 </a:t>
            </a:r>
            <a:r>
              <a:rPr lang="en-US" altLang="zh-CN" sz="1800" dirty="0" err="1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</a:rPr>
              <a:t>arr</a:t>
            </a:r>
            <a:r>
              <a:rPr lang="en-US" altLang="zh-CN" sz="18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</a:rPr>
              <a:t> = {55, 44, 33, 22, 11}; </a:t>
            </a:r>
            <a:r>
              <a:rPr lang="zh-CN" altLang="en-US" sz="18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</a:rPr>
              <a:t>并在控制台输出交换后的数组元素。</a:t>
            </a:r>
            <a:endParaRPr lang="en-US" altLang="zh-CN" sz="1800" dirty="0">
              <a:solidFill>
                <a:schemeClr val="tx1">
                  <a:lumMod val="50000"/>
                </a:schemeClr>
              </a:solidFill>
              <a:latin typeface="Consolas" panose="020B0609020204030204" pitchFamily="49" charset="0"/>
            </a:endParaRPr>
          </a:p>
        </p:txBody>
      </p:sp>
      <p:sp>
        <p:nvSpPr>
          <p:cNvPr id="6" name="标题 5">
            <a:extLst>
              <a:ext uri="{FF2B5EF4-FFF2-40B4-BE49-F238E27FC236}">
                <a16:creationId xmlns:a16="http://schemas.microsoft.com/office/drawing/2014/main" id="{F726B575-529B-DB6F-C6CE-CEC6784882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数组元素反转</a:t>
            </a:r>
          </a:p>
        </p:txBody>
      </p:sp>
      <p:sp>
        <p:nvSpPr>
          <p:cNvPr id="3" name="矩形: 圆角 2">
            <a:extLst>
              <a:ext uri="{FF2B5EF4-FFF2-40B4-BE49-F238E27FC236}">
                <a16:creationId xmlns:a16="http://schemas.microsoft.com/office/drawing/2014/main" id="{29EB26CA-5437-A143-8327-1D0FEC9970FE}"/>
              </a:ext>
            </a:extLst>
          </p:cNvPr>
          <p:cNvSpPr/>
          <p:nvPr/>
        </p:nvSpPr>
        <p:spPr>
          <a:xfrm>
            <a:off x="485176" y="2714778"/>
            <a:ext cx="892534" cy="857272"/>
          </a:xfrm>
          <a:prstGeom prst="roundRect">
            <a:avLst/>
          </a:prstGeom>
          <a:ln w="25400"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11</a:t>
            </a:r>
            <a:endParaRPr lang="zh-CN" altLang="en-US" dirty="0"/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80E258C4-B1E1-05FC-B3AD-7D6D32A027CC}"/>
              </a:ext>
            </a:extLst>
          </p:cNvPr>
          <p:cNvSpPr/>
          <p:nvPr/>
        </p:nvSpPr>
        <p:spPr>
          <a:xfrm>
            <a:off x="1377710" y="2714778"/>
            <a:ext cx="892534" cy="857272"/>
          </a:xfrm>
          <a:prstGeom prst="roundRect">
            <a:avLst/>
          </a:prstGeom>
          <a:ln w="25400"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55</a:t>
            </a:r>
            <a:endParaRPr lang="zh-CN" altLang="en-US" dirty="0"/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1A88843A-02D3-F9B5-4626-E128C919062F}"/>
              </a:ext>
            </a:extLst>
          </p:cNvPr>
          <p:cNvSpPr/>
          <p:nvPr/>
        </p:nvSpPr>
        <p:spPr>
          <a:xfrm>
            <a:off x="2270244" y="2714778"/>
            <a:ext cx="892534" cy="857272"/>
          </a:xfrm>
          <a:prstGeom prst="roundRect">
            <a:avLst/>
          </a:prstGeom>
          <a:ln w="25400"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44</a:t>
            </a:r>
            <a:endParaRPr lang="zh-CN" altLang="en-US" dirty="0"/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7376AAC2-2457-08A3-72C0-C21082D018DA}"/>
              </a:ext>
            </a:extLst>
          </p:cNvPr>
          <p:cNvSpPr/>
          <p:nvPr/>
        </p:nvSpPr>
        <p:spPr>
          <a:xfrm>
            <a:off x="3162778" y="2714778"/>
            <a:ext cx="892534" cy="857272"/>
          </a:xfrm>
          <a:prstGeom prst="roundRect">
            <a:avLst/>
          </a:prstGeom>
          <a:ln w="25400"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33</a:t>
            </a:r>
            <a:endParaRPr lang="zh-CN" altLang="en-US" dirty="0"/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2DC87DB0-C43F-B711-01D8-D425238E3A6F}"/>
              </a:ext>
            </a:extLst>
          </p:cNvPr>
          <p:cNvSpPr/>
          <p:nvPr/>
        </p:nvSpPr>
        <p:spPr>
          <a:xfrm>
            <a:off x="4055312" y="2714778"/>
            <a:ext cx="892534" cy="857272"/>
          </a:xfrm>
          <a:prstGeom prst="roundRect">
            <a:avLst/>
          </a:prstGeom>
          <a:ln w="25400"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22</a:t>
            </a:r>
            <a:endParaRPr lang="zh-CN" altLang="en-US" dirty="0"/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AEBC3A43-A263-B543-9372-DE8EE6B37259}"/>
              </a:ext>
            </a:extLst>
          </p:cNvPr>
          <p:cNvSpPr/>
          <p:nvPr/>
        </p:nvSpPr>
        <p:spPr>
          <a:xfrm>
            <a:off x="4947846" y="2714778"/>
            <a:ext cx="892534" cy="857272"/>
          </a:xfrm>
          <a:prstGeom prst="roundRect">
            <a:avLst/>
          </a:prstGeom>
          <a:ln w="25400"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66</a:t>
            </a:r>
            <a:endParaRPr lang="zh-CN" altLang="en-US" dirty="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9A8157B5-24FC-D4AD-58D1-275EE6D81F91}"/>
              </a:ext>
            </a:extLst>
          </p:cNvPr>
          <p:cNvSpPr txBox="1"/>
          <p:nvPr/>
        </p:nvSpPr>
        <p:spPr>
          <a:xfrm>
            <a:off x="6096000" y="2603961"/>
            <a:ext cx="5647700" cy="88447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/>
              <a:t>使用两个变量模拟出两个指针，指针指向的位置做交换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+mn-ea"/>
              </a:rPr>
              <a:t>int start = 0</a:t>
            </a:r>
            <a:r>
              <a:rPr lang="zh-CN" altLang="en-US" dirty="0">
                <a:latin typeface="+mn-ea"/>
              </a:rPr>
              <a:t>，</a:t>
            </a:r>
            <a:r>
              <a:rPr lang="en-US" altLang="zh-CN" dirty="0">
                <a:latin typeface="+mn-ea"/>
              </a:rPr>
              <a:t>end = </a:t>
            </a:r>
            <a:r>
              <a:rPr lang="en-US" altLang="zh-CN" dirty="0" err="1">
                <a:latin typeface="+mn-ea"/>
              </a:rPr>
              <a:t>arr.length</a:t>
            </a:r>
            <a:r>
              <a:rPr lang="en-US" altLang="zh-CN" dirty="0">
                <a:latin typeface="+mn-ea"/>
              </a:rPr>
              <a:t> – 1;</a:t>
            </a:r>
            <a:endParaRPr lang="zh-CN" altLang="en-US" dirty="0">
              <a:latin typeface="+mn-ea"/>
            </a:endParaRP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CBEDD56B-85F0-069A-BEF8-34D4B2A98A8A}"/>
              </a:ext>
            </a:extLst>
          </p:cNvPr>
          <p:cNvSpPr/>
          <p:nvPr/>
        </p:nvSpPr>
        <p:spPr>
          <a:xfrm>
            <a:off x="485176" y="3328924"/>
            <a:ext cx="892534" cy="857272"/>
          </a:xfrm>
          <a:prstGeom prst="roundRect">
            <a:avLst/>
          </a:prstGeom>
          <a:noFill/>
          <a:ln w="25400"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0</a:t>
            </a:r>
            <a:endParaRPr lang="zh-CN" altLang="en-US" dirty="0"/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DC3C2D01-DAFC-6646-EC15-A258F7A0B9D4}"/>
              </a:ext>
            </a:extLst>
          </p:cNvPr>
          <p:cNvSpPr/>
          <p:nvPr/>
        </p:nvSpPr>
        <p:spPr>
          <a:xfrm>
            <a:off x="1377710" y="3328924"/>
            <a:ext cx="892534" cy="857272"/>
          </a:xfrm>
          <a:prstGeom prst="roundRect">
            <a:avLst/>
          </a:prstGeom>
          <a:noFill/>
          <a:ln w="25400"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1</a:t>
            </a:r>
            <a:endParaRPr lang="zh-CN" altLang="en-US" dirty="0"/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E43B6B65-3DE6-576B-B642-4A04E0275DB6}"/>
              </a:ext>
            </a:extLst>
          </p:cNvPr>
          <p:cNvSpPr/>
          <p:nvPr/>
        </p:nvSpPr>
        <p:spPr>
          <a:xfrm>
            <a:off x="2270244" y="3328924"/>
            <a:ext cx="892534" cy="857272"/>
          </a:xfrm>
          <a:prstGeom prst="roundRect">
            <a:avLst/>
          </a:prstGeom>
          <a:noFill/>
          <a:ln w="25400"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4390B042-FD5F-4B45-5988-910D936431C6}"/>
              </a:ext>
            </a:extLst>
          </p:cNvPr>
          <p:cNvSpPr/>
          <p:nvPr/>
        </p:nvSpPr>
        <p:spPr>
          <a:xfrm>
            <a:off x="3162778" y="3328924"/>
            <a:ext cx="892534" cy="857272"/>
          </a:xfrm>
          <a:prstGeom prst="roundRect">
            <a:avLst/>
          </a:prstGeom>
          <a:noFill/>
          <a:ln w="25400"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3</a:t>
            </a:r>
            <a:endParaRPr lang="zh-CN" altLang="en-US" dirty="0"/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D852ADF9-B201-6B33-7CBB-47D8A62E962E}"/>
              </a:ext>
            </a:extLst>
          </p:cNvPr>
          <p:cNvSpPr/>
          <p:nvPr/>
        </p:nvSpPr>
        <p:spPr>
          <a:xfrm>
            <a:off x="4055312" y="3328924"/>
            <a:ext cx="892534" cy="857272"/>
          </a:xfrm>
          <a:prstGeom prst="roundRect">
            <a:avLst/>
          </a:prstGeom>
          <a:noFill/>
          <a:ln w="25400"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4</a:t>
            </a:r>
            <a:endParaRPr lang="zh-CN" altLang="en-US" dirty="0"/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C4D38DB1-E4B1-74E8-932D-3FFC33C00C6C}"/>
              </a:ext>
            </a:extLst>
          </p:cNvPr>
          <p:cNvSpPr/>
          <p:nvPr/>
        </p:nvSpPr>
        <p:spPr>
          <a:xfrm>
            <a:off x="4947846" y="3328924"/>
            <a:ext cx="892534" cy="857272"/>
          </a:xfrm>
          <a:prstGeom prst="roundRect">
            <a:avLst/>
          </a:prstGeom>
          <a:noFill/>
          <a:ln w="25400"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5</a:t>
            </a:r>
            <a:endParaRPr lang="zh-CN" altLang="en-US" dirty="0"/>
          </a:p>
        </p:txBody>
      </p:sp>
      <p:sp>
        <p:nvSpPr>
          <p:cNvPr id="15" name="箭头: 上 14">
            <a:extLst>
              <a:ext uri="{FF2B5EF4-FFF2-40B4-BE49-F238E27FC236}">
                <a16:creationId xmlns:a16="http://schemas.microsoft.com/office/drawing/2014/main" id="{5B751D29-0EE5-C4C3-04B5-53CF8B4B88AF}"/>
              </a:ext>
            </a:extLst>
          </p:cNvPr>
          <p:cNvSpPr/>
          <p:nvPr/>
        </p:nvSpPr>
        <p:spPr>
          <a:xfrm>
            <a:off x="800986" y="3971422"/>
            <a:ext cx="262270" cy="1304260"/>
          </a:xfrm>
          <a:prstGeom prst="up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6" name="箭头: 上 15">
            <a:extLst>
              <a:ext uri="{FF2B5EF4-FFF2-40B4-BE49-F238E27FC236}">
                <a16:creationId xmlns:a16="http://schemas.microsoft.com/office/drawing/2014/main" id="{DFF7FE5E-028F-E52B-8B6F-75043319899C}"/>
              </a:ext>
            </a:extLst>
          </p:cNvPr>
          <p:cNvSpPr/>
          <p:nvPr/>
        </p:nvSpPr>
        <p:spPr>
          <a:xfrm>
            <a:off x="5262978" y="3971422"/>
            <a:ext cx="262270" cy="1304260"/>
          </a:xfrm>
          <a:prstGeom prst="upArrow">
            <a:avLst/>
          </a:prstGeom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BD5FA5C8-3E7E-9946-387F-0ADF98237726}"/>
              </a:ext>
            </a:extLst>
          </p:cNvPr>
          <p:cNvSpPr txBox="1"/>
          <p:nvPr/>
        </p:nvSpPr>
        <p:spPr>
          <a:xfrm>
            <a:off x="6096000" y="3572050"/>
            <a:ext cx="3066865" cy="4689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>
                <a:latin typeface="+mn-ea"/>
              </a:rPr>
              <a:t>第一次交换：</a:t>
            </a:r>
            <a:r>
              <a:rPr lang="en-US" altLang="zh-CN" dirty="0" err="1">
                <a:latin typeface="+mn-ea"/>
              </a:rPr>
              <a:t>arr</a:t>
            </a:r>
            <a:r>
              <a:rPr lang="en-US" altLang="zh-CN" dirty="0">
                <a:latin typeface="+mn-ea"/>
              </a:rPr>
              <a:t>[0] </a:t>
            </a:r>
            <a:r>
              <a:rPr lang="zh-CN" altLang="en-US" dirty="0">
                <a:latin typeface="+mn-ea"/>
              </a:rPr>
              <a:t>和 </a:t>
            </a:r>
            <a:r>
              <a:rPr lang="en-US" altLang="zh-CN" dirty="0" err="1">
                <a:latin typeface="+mn-ea"/>
              </a:rPr>
              <a:t>arr</a:t>
            </a:r>
            <a:r>
              <a:rPr lang="en-US" altLang="zh-CN" dirty="0">
                <a:latin typeface="+mn-ea"/>
              </a:rPr>
              <a:t>[5]</a:t>
            </a:r>
            <a:endParaRPr lang="zh-CN" altLang="en-US" dirty="0">
              <a:latin typeface="+mn-ea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09AAC242-87E4-706F-12B0-FBE360617AA1}"/>
              </a:ext>
            </a:extLst>
          </p:cNvPr>
          <p:cNvSpPr txBox="1"/>
          <p:nvPr/>
        </p:nvSpPr>
        <p:spPr>
          <a:xfrm>
            <a:off x="2135778" y="5815072"/>
            <a:ext cx="1806905" cy="4689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dirty="0">
                <a:latin typeface="+mn-ea"/>
              </a:rPr>
              <a:t>start++</a:t>
            </a:r>
            <a:r>
              <a:rPr lang="zh-CN" altLang="en-US" dirty="0">
                <a:latin typeface="+mn-ea"/>
              </a:rPr>
              <a:t>，</a:t>
            </a:r>
            <a:r>
              <a:rPr lang="en-US" altLang="zh-CN" dirty="0">
                <a:latin typeface="+mn-ea"/>
              </a:rPr>
              <a:t>end--</a:t>
            </a:r>
            <a:endParaRPr lang="zh-CN" altLang="en-US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05926739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DBD312-23EE-1469-F479-2BAF1EA6ED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4">
            <a:extLst>
              <a:ext uri="{FF2B5EF4-FFF2-40B4-BE49-F238E27FC236}">
                <a16:creationId xmlns:a16="http://schemas.microsoft.com/office/drawing/2014/main" id="{76C3FBDC-EB5C-0B17-37B3-0F74503AD63A}"/>
              </a:ext>
            </a:extLst>
          </p:cNvPr>
          <p:cNvSpPr txBox="1">
            <a:spLocks/>
          </p:cNvSpPr>
          <p:nvPr/>
        </p:nvSpPr>
        <p:spPr>
          <a:xfrm>
            <a:off x="485176" y="1042928"/>
            <a:ext cx="9938241" cy="1428418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8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</a:rPr>
              <a:t>需求：</a:t>
            </a:r>
            <a:endParaRPr lang="en-US" altLang="zh-CN" sz="1800" dirty="0">
              <a:solidFill>
                <a:schemeClr val="tx1">
                  <a:lumMod val="50000"/>
                </a:schemeClr>
              </a:solidFill>
              <a:latin typeface="Consolas" panose="020B0609020204030204" pitchFamily="49" charset="0"/>
            </a:endParaRPr>
          </a:p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8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</a:rPr>
              <a:t>已知一个数组 </a:t>
            </a:r>
            <a:r>
              <a:rPr lang="en-US" altLang="zh-CN" sz="1800" dirty="0" err="1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</a:rPr>
              <a:t>arr</a:t>
            </a:r>
            <a:r>
              <a:rPr lang="en-US" altLang="zh-CN" sz="18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</a:rPr>
              <a:t> = {11, 22, 33, 44, 55}; </a:t>
            </a:r>
            <a:r>
              <a:rPr lang="zh-CN" altLang="en-US" sz="18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</a:rPr>
              <a:t>用程序实现把数组中的元素值交换，</a:t>
            </a:r>
            <a:r>
              <a:rPr lang="en-US" altLang="zh-CN" sz="18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</a:rPr>
              <a:t> </a:t>
            </a:r>
          </a:p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8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</a:rPr>
              <a:t>交换后的数组 </a:t>
            </a:r>
            <a:r>
              <a:rPr lang="en-US" altLang="zh-CN" sz="1800" dirty="0" err="1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</a:rPr>
              <a:t>arr</a:t>
            </a:r>
            <a:r>
              <a:rPr lang="en-US" altLang="zh-CN" sz="18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</a:rPr>
              <a:t> = {55, 44, 33, 22, 11}; </a:t>
            </a:r>
            <a:r>
              <a:rPr lang="zh-CN" altLang="en-US" sz="18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</a:rPr>
              <a:t>并在控制台输出交换后的数组元素。</a:t>
            </a:r>
            <a:endParaRPr lang="en-US" altLang="zh-CN" sz="1800" dirty="0">
              <a:solidFill>
                <a:schemeClr val="tx1">
                  <a:lumMod val="50000"/>
                </a:schemeClr>
              </a:solidFill>
              <a:latin typeface="Consolas" panose="020B0609020204030204" pitchFamily="49" charset="0"/>
            </a:endParaRPr>
          </a:p>
        </p:txBody>
      </p:sp>
      <p:sp>
        <p:nvSpPr>
          <p:cNvPr id="6" name="标题 5">
            <a:extLst>
              <a:ext uri="{FF2B5EF4-FFF2-40B4-BE49-F238E27FC236}">
                <a16:creationId xmlns:a16="http://schemas.microsoft.com/office/drawing/2014/main" id="{817E9871-2C07-175E-272E-0F40582BC7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数组元素反转</a:t>
            </a:r>
          </a:p>
        </p:txBody>
      </p:sp>
      <p:sp>
        <p:nvSpPr>
          <p:cNvPr id="3" name="矩形: 圆角 2">
            <a:extLst>
              <a:ext uri="{FF2B5EF4-FFF2-40B4-BE49-F238E27FC236}">
                <a16:creationId xmlns:a16="http://schemas.microsoft.com/office/drawing/2014/main" id="{3674B89F-BCA1-59DF-CD29-3BA09609D2A7}"/>
              </a:ext>
            </a:extLst>
          </p:cNvPr>
          <p:cNvSpPr/>
          <p:nvPr/>
        </p:nvSpPr>
        <p:spPr>
          <a:xfrm>
            <a:off x="485176" y="2714778"/>
            <a:ext cx="892534" cy="857272"/>
          </a:xfrm>
          <a:prstGeom prst="roundRect">
            <a:avLst/>
          </a:prstGeom>
          <a:ln w="25400"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11</a:t>
            </a:r>
            <a:endParaRPr lang="zh-CN" altLang="en-US" dirty="0"/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D198F08E-39A9-9F80-A182-731D960018B5}"/>
              </a:ext>
            </a:extLst>
          </p:cNvPr>
          <p:cNvSpPr/>
          <p:nvPr/>
        </p:nvSpPr>
        <p:spPr>
          <a:xfrm>
            <a:off x="1377710" y="2714778"/>
            <a:ext cx="892534" cy="857272"/>
          </a:xfrm>
          <a:prstGeom prst="roundRect">
            <a:avLst/>
          </a:prstGeom>
          <a:ln w="25400"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55</a:t>
            </a:r>
            <a:endParaRPr lang="zh-CN" altLang="en-US" dirty="0"/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F43D7DD0-C496-A3A1-B508-F7D6498FB2E8}"/>
              </a:ext>
            </a:extLst>
          </p:cNvPr>
          <p:cNvSpPr/>
          <p:nvPr/>
        </p:nvSpPr>
        <p:spPr>
          <a:xfrm>
            <a:off x="2270244" y="2714778"/>
            <a:ext cx="892534" cy="857272"/>
          </a:xfrm>
          <a:prstGeom prst="roundRect">
            <a:avLst/>
          </a:prstGeom>
          <a:ln w="25400"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44</a:t>
            </a:r>
            <a:endParaRPr lang="zh-CN" altLang="en-US" dirty="0"/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2AC732F0-FF80-2FCB-9F4A-EE94FA471DAD}"/>
              </a:ext>
            </a:extLst>
          </p:cNvPr>
          <p:cNvSpPr/>
          <p:nvPr/>
        </p:nvSpPr>
        <p:spPr>
          <a:xfrm>
            <a:off x="3162778" y="2714778"/>
            <a:ext cx="892534" cy="857272"/>
          </a:xfrm>
          <a:prstGeom prst="roundRect">
            <a:avLst/>
          </a:prstGeom>
          <a:ln w="25400"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33</a:t>
            </a:r>
            <a:endParaRPr lang="zh-CN" altLang="en-US" dirty="0"/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562B71A7-6042-A5DC-7DDF-AB62D46DE23F}"/>
              </a:ext>
            </a:extLst>
          </p:cNvPr>
          <p:cNvSpPr/>
          <p:nvPr/>
        </p:nvSpPr>
        <p:spPr>
          <a:xfrm>
            <a:off x="4055312" y="2714778"/>
            <a:ext cx="892534" cy="857272"/>
          </a:xfrm>
          <a:prstGeom prst="roundRect">
            <a:avLst/>
          </a:prstGeom>
          <a:ln w="25400"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22</a:t>
            </a:r>
            <a:endParaRPr lang="zh-CN" altLang="en-US" dirty="0"/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2D066956-D647-8AD9-E548-927E00F698C4}"/>
              </a:ext>
            </a:extLst>
          </p:cNvPr>
          <p:cNvSpPr/>
          <p:nvPr/>
        </p:nvSpPr>
        <p:spPr>
          <a:xfrm>
            <a:off x="4947846" y="2714778"/>
            <a:ext cx="892534" cy="857272"/>
          </a:xfrm>
          <a:prstGeom prst="roundRect">
            <a:avLst/>
          </a:prstGeom>
          <a:ln w="25400"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66</a:t>
            </a:r>
            <a:endParaRPr lang="zh-CN" altLang="en-US" dirty="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91C9B4E0-D5FA-7576-D466-DD899E437374}"/>
              </a:ext>
            </a:extLst>
          </p:cNvPr>
          <p:cNvSpPr txBox="1"/>
          <p:nvPr/>
        </p:nvSpPr>
        <p:spPr>
          <a:xfrm>
            <a:off x="6096000" y="2603961"/>
            <a:ext cx="5647700" cy="88447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/>
              <a:t>使用两个变量模拟出两个指针，指针指向的位置做交换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+mn-ea"/>
              </a:rPr>
              <a:t>int start = 0</a:t>
            </a:r>
            <a:r>
              <a:rPr lang="zh-CN" altLang="en-US" dirty="0">
                <a:latin typeface="+mn-ea"/>
              </a:rPr>
              <a:t>，</a:t>
            </a:r>
            <a:r>
              <a:rPr lang="en-US" altLang="zh-CN" dirty="0">
                <a:latin typeface="+mn-ea"/>
              </a:rPr>
              <a:t>end = </a:t>
            </a:r>
            <a:r>
              <a:rPr lang="en-US" altLang="zh-CN" dirty="0" err="1">
                <a:latin typeface="+mn-ea"/>
              </a:rPr>
              <a:t>arr.length</a:t>
            </a:r>
            <a:r>
              <a:rPr lang="en-US" altLang="zh-CN" dirty="0">
                <a:latin typeface="+mn-ea"/>
              </a:rPr>
              <a:t> – 1;</a:t>
            </a:r>
            <a:endParaRPr lang="zh-CN" altLang="en-US" dirty="0">
              <a:latin typeface="+mn-ea"/>
            </a:endParaRP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49195DD1-F42E-3E80-5E79-DC8E5F4999DC}"/>
              </a:ext>
            </a:extLst>
          </p:cNvPr>
          <p:cNvSpPr/>
          <p:nvPr/>
        </p:nvSpPr>
        <p:spPr>
          <a:xfrm>
            <a:off x="485176" y="3328924"/>
            <a:ext cx="892534" cy="857272"/>
          </a:xfrm>
          <a:prstGeom prst="roundRect">
            <a:avLst/>
          </a:prstGeom>
          <a:noFill/>
          <a:ln w="25400"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0</a:t>
            </a:r>
            <a:endParaRPr lang="zh-CN" altLang="en-US" dirty="0"/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2CBD8A64-D08E-1E6D-20B3-380C91E14DE1}"/>
              </a:ext>
            </a:extLst>
          </p:cNvPr>
          <p:cNvSpPr/>
          <p:nvPr/>
        </p:nvSpPr>
        <p:spPr>
          <a:xfrm>
            <a:off x="1377710" y="3328924"/>
            <a:ext cx="892534" cy="857272"/>
          </a:xfrm>
          <a:prstGeom prst="roundRect">
            <a:avLst/>
          </a:prstGeom>
          <a:noFill/>
          <a:ln w="25400"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1</a:t>
            </a:r>
            <a:endParaRPr lang="zh-CN" altLang="en-US" dirty="0"/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CAA90742-DD92-B7F6-5F4F-97DEE2E77B3F}"/>
              </a:ext>
            </a:extLst>
          </p:cNvPr>
          <p:cNvSpPr/>
          <p:nvPr/>
        </p:nvSpPr>
        <p:spPr>
          <a:xfrm>
            <a:off x="2270244" y="3328924"/>
            <a:ext cx="892534" cy="857272"/>
          </a:xfrm>
          <a:prstGeom prst="roundRect">
            <a:avLst/>
          </a:prstGeom>
          <a:noFill/>
          <a:ln w="25400"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2BAD0157-0762-EF5F-301C-7579B8EC2A78}"/>
              </a:ext>
            </a:extLst>
          </p:cNvPr>
          <p:cNvSpPr/>
          <p:nvPr/>
        </p:nvSpPr>
        <p:spPr>
          <a:xfrm>
            <a:off x="3162778" y="3328924"/>
            <a:ext cx="892534" cy="857272"/>
          </a:xfrm>
          <a:prstGeom prst="roundRect">
            <a:avLst/>
          </a:prstGeom>
          <a:noFill/>
          <a:ln w="25400"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3</a:t>
            </a:r>
            <a:endParaRPr lang="zh-CN" altLang="en-US" dirty="0"/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6FD06D90-A405-B587-FD15-759BBF59FF07}"/>
              </a:ext>
            </a:extLst>
          </p:cNvPr>
          <p:cNvSpPr/>
          <p:nvPr/>
        </p:nvSpPr>
        <p:spPr>
          <a:xfrm>
            <a:off x="4055312" y="3328924"/>
            <a:ext cx="892534" cy="857272"/>
          </a:xfrm>
          <a:prstGeom prst="roundRect">
            <a:avLst/>
          </a:prstGeom>
          <a:noFill/>
          <a:ln w="25400"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4</a:t>
            </a:r>
            <a:endParaRPr lang="zh-CN" altLang="en-US" dirty="0"/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FC8F7B5D-EF02-A749-7CE8-14FDBE0F94E7}"/>
              </a:ext>
            </a:extLst>
          </p:cNvPr>
          <p:cNvSpPr/>
          <p:nvPr/>
        </p:nvSpPr>
        <p:spPr>
          <a:xfrm>
            <a:off x="4947846" y="3328924"/>
            <a:ext cx="892534" cy="857272"/>
          </a:xfrm>
          <a:prstGeom prst="roundRect">
            <a:avLst/>
          </a:prstGeom>
          <a:noFill/>
          <a:ln w="25400"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5</a:t>
            </a:r>
            <a:endParaRPr lang="zh-CN" altLang="en-US" dirty="0"/>
          </a:p>
        </p:txBody>
      </p:sp>
      <p:sp>
        <p:nvSpPr>
          <p:cNvPr id="15" name="箭头: 上 14">
            <a:extLst>
              <a:ext uri="{FF2B5EF4-FFF2-40B4-BE49-F238E27FC236}">
                <a16:creationId xmlns:a16="http://schemas.microsoft.com/office/drawing/2014/main" id="{0EACCEC3-B0CF-6BE2-CF47-2B8E5024F00E}"/>
              </a:ext>
            </a:extLst>
          </p:cNvPr>
          <p:cNvSpPr/>
          <p:nvPr/>
        </p:nvSpPr>
        <p:spPr>
          <a:xfrm>
            <a:off x="1692842" y="4041025"/>
            <a:ext cx="262270" cy="1304260"/>
          </a:xfrm>
          <a:prstGeom prst="up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6" name="箭头: 上 15">
            <a:extLst>
              <a:ext uri="{FF2B5EF4-FFF2-40B4-BE49-F238E27FC236}">
                <a16:creationId xmlns:a16="http://schemas.microsoft.com/office/drawing/2014/main" id="{5E5794C1-C5A5-1F95-6196-2F678EE440CA}"/>
              </a:ext>
            </a:extLst>
          </p:cNvPr>
          <p:cNvSpPr/>
          <p:nvPr/>
        </p:nvSpPr>
        <p:spPr>
          <a:xfrm>
            <a:off x="4373782" y="4041025"/>
            <a:ext cx="262270" cy="1304260"/>
          </a:xfrm>
          <a:prstGeom prst="upArrow">
            <a:avLst/>
          </a:prstGeom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0F38D478-DAF8-3AE6-D9F8-2AD917086519}"/>
              </a:ext>
            </a:extLst>
          </p:cNvPr>
          <p:cNvSpPr txBox="1"/>
          <p:nvPr/>
        </p:nvSpPr>
        <p:spPr>
          <a:xfrm>
            <a:off x="6096000" y="3572050"/>
            <a:ext cx="3066865" cy="4689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>
                <a:latin typeface="+mn-ea"/>
              </a:rPr>
              <a:t>第一次交换：</a:t>
            </a:r>
            <a:r>
              <a:rPr lang="en-US" altLang="zh-CN" dirty="0" err="1">
                <a:latin typeface="+mn-ea"/>
              </a:rPr>
              <a:t>arr</a:t>
            </a:r>
            <a:r>
              <a:rPr lang="en-US" altLang="zh-CN" dirty="0">
                <a:latin typeface="+mn-ea"/>
              </a:rPr>
              <a:t>[0] </a:t>
            </a:r>
            <a:r>
              <a:rPr lang="zh-CN" altLang="en-US" dirty="0">
                <a:latin typeface="+mn-ea"/>
              </a:rPr>
              <a:t>和 </a:t>
            </a:r>
            <a:r>
              <a:rPr lang="en-US" altLang="zh-CN" dirty="0" err="1">
                <a:latin typeface="+mn-ea"/>
              </a:rPr>
              <a:t>arr</a:t>
            </a:r>
            <a:r>
              <a:rPr lang="en-US" altLang="zh-CN" dirty="0">
                <a:latin typeface="+mn-ea"/>
              </a:rPr>
              <a:t>[5]</a:t>
            </a:r>
            <a:endParaRPr lang="zh-CN" altLang="en-US" dirty="0">
              <a:latin typeface="+mn-ea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E9C24E50-8052-1143-7CF6-8B77995C1592}"/>
              </a:ext>
            </a:extLst>
          </p:cNvPr>
          <p:cNvSpPr txBox="1"/>
          <p:nvPr/>
        </p:nvSpPr>
        <p:spPr>
          <a:xfrm>
            <a:off x="2135778" y="5815072"/>
            <a:ext cx="1806905" cy="4689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dirty="0">
                <a:latin typeface="+mn-ea"/>
              </a:rPr>
              <a:t>start++</a:t>
            </a:r>
            <a:r>
              <a:rPr lang="zh-CN" altLang="en-US" dirty="0">
                <a:latin typeface="+mn-ea"/>
              </a:rPr>
              <a:t>，</a:t>
            </a:r>
            <a:r>
              <a:rPr lang="en-US" altLang="zh-CN" dirty="0">
                <a:latin typeface="+mn-ea"/>
              </a:rPr>
              <a:t>end--</a:t>
            </a:r>
            <a:endParaRPr lang="zh-CN" altLang="en-US" dirty="0">
              <a:latin typeface="+mn-ea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C527A411-4892-09B8-1CB9-979B3FDC01E8}"/>
              </a:ext>
            </a:extLst>
          </p:cNvPr>
          <p:cNvSpPr txBox="1"/>
          <p:nvPr/>
        </p:nvSpPr>
        <p:spPr>
          <a:xfrm>
            <a:off x="6095999" y="4124641"/>
            <a:ext cx="3060453" cy="4689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>
                <a:latin typeface="+mn-ea"/>
              </a:rPr>
              <a:t>第二次交换：</a:t>
            </a:r>
            <a:r>
              <a:rPr lang="en-US" altLang="zh-CN" dirty="0" err="1">
                <a:latin typeface="+mn-ea"/>
              </a:rPr>
              <a:t>arr</a:t>
            </a:r>
            <a:r>
              <a:rPr lang="en-US" altLang="zh-CN" dirty="0">
                <a:latin typeface="+mn-ea"/>
              </a:rPr>
              <a:t>[1] </a:t>
            </a:r>
            <a:r>
              <a:rPr lang="zh-CN" altLang="en-US" dirty="0">
                <a:latin typeface="+mn-ea"/>
              </a:rPr>
              <a:t>和 </a:t>
            </a:r>
            <a:r>
              <a:rPr lang="en-US" altLang="zh-CN" dirty="0" err="1">
                <a:latin typeface="+mn-ea"/>
              </a:rPr>
              <a:t>arr</a:t>
            </a:r>
            <a:r>
              <a:rPr lang="en-US" altLang="zh-CN" dirty="0">
                <a:latin typeface="+mn-ea"/>
              </a:rPr>
              <a:t>[4]</a:t>
            </a:r>
            <a:endParaRPr lang="zh-CN" altLang="en-US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97450603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EBBD48-BCE7-4473-E612-B320A02CD7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4">
            <a:extLst>
              <a:ext uri="{FF2B5EF4-FFF2-40B4-BE49-F238E27FC236}">
                <a16:creationId xmlns:a16="http://schemas.microsoft.com/office/drawing/2014/main" id="{1A155E50-B966-A488-C6D7-541B84C66B9C}"/>
              </a:ext>
            </a:extLst>
          </p:cNvPr>
          <p:cNvSpPr txBox="1">
            <a:spLocks/>
          </p:cNvSpPr>
          <p:nvPr/>
        </p:nvSpPr>
        <p:spPr>
          <a:xfrm>
            <a:off x="485176" y="1042928"/>
            <a:ext cx="9938241" cy="1428418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8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</a:rPr>
              <a:t>需求：</a:t>
            </a:r>
            <a:endParaRPr lang="en-US" altLang="zh-CN" sz="1800" dirty="0">
              <a:solidFill>
                <a:schemeClr val="tx1">
                  <a:lumMod val="50000"/>
                </a:schemeClr>
              </a:solidFill>
              <a:latin typeface="Consolas" panose="020B0609020204030204" pitchFamily="49" charset="0"/>
            </a:endParaRPr>
          </a:p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8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</a:rPr>
              <a:t>已知一个数组 </a:t>
            </a:r>
            <a:r>
              <a:rPr lang="en-US" altLang="zh-CN" sz="1800" dirty="0" err="1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</a:rPr>
              <a:t>arr</a:t>
            </a:r>
            <a:r>
              <a:rPr lang="en-US" altLang="zh-CN" sz="18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</a:rPr>
              <a:t> = {11, 22, 33, 44, 55}; </a:t>
            </a:r>
            <a:r>
              <a:rPr lang="zh-CN" altLang="en-US" sz="18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</a:rPr>
              <a:t>用程序实现把数组中的元素值交换，</a:t>
            </a:r>
            <a:r>
              <a:rPr lang="en-US" altLang="zh-CN" sz="18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</a:rPr>
              <a:t> </a:t>
            </a:r>
          </a:p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8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</a:rPr>
              <a:t>交换后的数组 </a:t>
            </a:r>
            <a:r>
              <a:rPr lang="en-US" altLang="zh-CN" sz="1800" dirty="0" err="1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</a:rPr>
              <a:t>arr</a:t>
            </a:r>
            <a:r>
              <a:rPr lang="en-US" altLang="zh-CN" sz="18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</a:rPr>
              <a:t> = {55, 44, 33, 22, 11}; </a:t>
            </a:r>
            <a:r>
              <a:rPr lang="zh-CN" altLang="en-US" sz="18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</a:rPr>
              <a:t>并在控制台输出交换后的数组元素。</a:t>
            </a:r>
            <a:endParaRPr lang="en-US" altLang="zh-CN" sz="1800" dirty="0">
              <a:solidFill>
                <a:schemeClr val="tx1">
                  <a:lumMod val="50000"/>
                </a:schemeClr>
              </a:solidFill>
              <a:latin typeface="Consolas" panose="020B0609020204030204" pitchFamily="49" charset="0"/>
            </a:endParaRPr>
          </a:p>
        </p:txBody>
      </p:sp>
      <p:sp>
        <p:nvSpPr>
          <p:cNvPr id="6" name="标题 5">
            <a:extLst>
              <a:ext uri="{FF2B5EF4-FFF2-40B4-BE49-F238E27FC236}">
                <a16:creationId xmlns:a16="http://schemas.microsoft.com/office/drawing/2014/main" id="{54ECD3DA-0034-7020-E141-580DB1B8D5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数组元素反转</a:t>
            </a:r>
          </a:p>
        </p:txBody>
      </p:sp>
      <p:sp>
        <p:nvSpPr>
          <p:cNvPr id="3" name="矩形: 圆角 2">
            <a:extLst>
              <a:ext uri="{FF2B5EF4-FFF2-40B4-BE49-F238E27FC236}">
                <a16:creationId xmlns:a16="http://schemas.microsoft.com/office/drawing/2014/main" id="{6560A45F-7B67-7E48-D66C-DB8B688501C1}"/>
              </a:ext>
            </a:extLst>
          </p:cNvPr>
          <p:cNvSpPr/>
          <p:nvPr/>
        </p:nvSpPr>
        <p:spPr>
          <a:xfrm>
            <a:off x="485176" y="2714778"/>
            <a:ext cx="892534" cy="857272"/>
          </a:xfrm>
          <a:prstGeom prst="roundRect">
            <a:avLst/>
          </a:prstGeom>
          <a:ln w="25400"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11</a:t>
            </a:r>
            <a:endParaRPr lang="zh-CN" altLang="en-US" dirty="0"/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B1EC4549-3FE9-DF2F-CDE1-0F3DB3E78720}"/>
              </a:ext>
            </a:extLst>
          </p:cNvPr>
          <p:cNvSpPr/>
          <p:nvPr/>
        </p:nvSpPr>
        <p:spPr>
          <a:xfrm>
            <a:off x="1377710" y="2714778"/>
            <a:ext cx="892534" cy="857272"/>
          </a:xfrm>
          <a:prstGeom prst="roundRect">
            <a:avLst/>
          </a:prstGeom>
          <a:ln w="25400"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22</a:t>
            </a:r>
            <a:endParaRPr lang="zh-CN" altLang="en-US" dirty="0"/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74DDE8A1-3206-BEB3-7999-09994047A513}"/>
              </a:ext>
            </a:extLst>
          </p:cNvPr>
          <p:cNvSpPr/>
          <p:nvPr/>
        </p:nvSpPr>
        <p:spPr>
          <a:xfrm>
            <a:off x="2270244" y="2714778"/>
            <a:ext cx="892534" cy="857272"/>
          </a:xfrm>
          <a:prstGeom prst="roundRect">
            <a:avLst/>
          </a:prstGeom>
          <a:ln w="25400"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44</a:t>
            </a:r>
            <a:endParaRPr lang="zh-CN" altLang="en-US" dirty="0"/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E0AFDD35-C1FC-490B-F66C-5CA427C30F21}"/>
              </a:ext>
            </a:extLst>
          </p:cNvPr>
          <p:cNvSpPr/>
          <p:nvPr/>
        </p:nvSpPr>
        <p:spPr>
          <a:xfrm>
            <a:off x="3162778" y="2714778"/>
            <a:ext cx="892534" cy="857272"/>
          </a:xfrm>
          <a:prstGeom prst="roundRect">
            <a:avLst/>
          </a:prstGeom>
          <a:ln w="25400"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33</a:t>
            </a:r>
            <a:endParaRPr lang="zh-CN" altLang="en-US" dirty="0"/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4525C09F-F4ED-2417-03BA-6FA424E6B2EA}"/>
              </a:ext>
            </a:extLst>
          </p:cNvPr>
          <p:cNvSpPr/>
          <p:nvPr/>
        </p:nvSpPr>
        <p:spPr>
          <a:xfrm>
            <a:off x="4055312" y="2714778"/>
            <a:ext cx="892534" cy="857272"/>
          </a:xfrm>
          <a:prstGeom prst="roundRect">
            <a:avLst/>
          </a:prstGeom>
          <a:ln w="25400"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55</a:t>
            </a:r>
            <a:endParaRPr lang="zh-CN" altLang="en-US" dirty="0"/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7640CEDC-8E01-B033-97F4-051C4BCFF630}"/>
              </a:ext>
            </a:extLst>
          </p:cNvPr>
          <p:cNvSpPr/>
          <p:nvPr/>
        </p:nvSpPr>
        <p:spPr>
          <a:xfrm>
            <a:off x="4947846" y="2714778"/>
            <a:ext cx="892534" cy="857272"/>
          </a:xfrm>
          <a:prstGeom prst="roundRect">
            <a:avLst/>
          </a:prstGeom>
          <a:ln w="25400"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66</a:t>
            </a:r>
            <a:endParaRPr lang="zh-CN" altLang="en-US" dirty="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3E4276EA-956C-494E-9071-63B6C2BA8F62}"/>
              </a:ext>
            </a:extLst>
          </p:cNvPr>
          <p:cNvSpPr txBox="1"/>
          <p:nvPr/>
        </p:nvSpPr>
        <p:spPr>
          <a:xfrm>
            <a:off x="6096000" y="2603961"/>
            <a:ext cx="5647700" cy="88447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/>
              <a:t>使用两个变量模拟出两个指针，指针指向的位置做交换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+mn-ea"/>
              </a:rPr>
              <a:t>int start = 0</a:t>
            </a:r>
            <a:r>
              <a:rPr lang="zh-CN" altLang="en-US" dirty="0">
                <a:latin typeface="+mn-ea"/>
              </a:rPr>
              <a:t>，</a:t>
            </a:r>
            <a:r>
              <a:rPr lang="en-US" altLang="zh-CN" dirty="0">
                <a:latin typeface="+mn-ea"/>
              </a:rPr>
              <a:t>end = </a:t>
            </a:r>
            <a:r>
              <a:rPr lang="en-US" altLang="zh-CN" dirty="0" err="1">
                <a:latin typeface="+mn-ea"/>
              </a:rPr>
              <a:t>arr.length</a:t>
            </a:r>
            <a:r>
              <a:rPr lang="en-US" altLang="zh-CN" dirty="0">
                <a:latin typeface="+mn-ea"/>
              </a:rPr>
              <a:t> – 1;</a:t>
            </a:r>
            <a:endParaRPr lang="zh-CN" altLang="en-US" dirty="0">
              <a:latin typeface="+mn-ea"/>
            </a:endParaRP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630457A0-AE14-746C-FABE-10FDC01AC321}"/>
              </a:ext>
            </a:extLst>
          </p:cNvPr>
          <p:cNvSpPr/>
          <p:nvPr/>
        </p:nvSpPr>
        <p:spPr>
          <a:xfrm>
            <a:off x="485176" y="3328924"/>
            <a:ext cx="892534" cy="857272"/>
          </a:xfrm>
          <a:prstGeom prst="roundRect">
            <a:avLst/>
          </a:prstGeom>
          <a:noFill/>
          <a:ln w="25400"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0</a:t>
            </a:r>
            <a:endParaRPr lang="zh-CN" altLang="en-US" dirty="0"/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FBF66B89-AF62-5878-BCD1-F621D9D6BF22}"/>
              </a:ext>
            </a:extLst>
          </p:cNvPr>
          <p:cNvSpPr/>
          <p:nvPr/>
        </p:nvSpPr>
        <p:spPr>
          <a:xfrm>
            <a:off x="1377710" y="3328924"/>
            <a:ext cx="892534" cy="857272"/>
          </a:xfrm>
          <a:prstGeom prst="roundRect">
            <a:avLst/>
          </a:prstGeom>
          <a:noFill/>
          <a:ln w="25400"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1</a:t>
            </a:r>
            <a:endParaRPr lang="zh-CN" altLang="en-US" dirty="0"/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66C2098D-28D5-5427-AF83-76AFC99491BF}"/>
              </a:ext>
            </a:extLst>
          </p:cNvPr>
          <p:cNvSpPr/>
          <p:nvPr/>
        </p:nvSpPr>
        <p:spPr>
          <a:xfrm>
            <a:off x="2270244" y="3328924"/>
            <a:ext cx="892534" cy="857272"/>
          </a:xfrm>
          <a:prstGeom prst="roundRect">
            <a:avLst/>
          </a:prstGeom>
          <a:noFill/>
          <a:ln w="25400"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BDE41660-A27E-2D8A-CEE6-F425A000FCDD}"/>
              </a:ext>
            </a:extLst>
          </p:cNvPr>
          <p:cNvSpPr/>
          <p:nvPr/>
        </p:nvSpPr>
        <p:spPr>
          <a:xfrm>
            <a:off x="3162778" y="3328924"/>
            <a:ext cx="892534" cy="857272"/>
          </a:xfrm>
          <a:prstGeom prst="roundRect">
            <a:avLst/>
          </a:prstGeom>
          <a:noFill/>
          <a:ln w="25400"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3</a:t>
            </a:r>
            <a:endParaRPr lang="zh-CN" altLang="en-US" dirty="0"/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931370C9-97F2-0D52-5E65-4A6B3B7B8202}"/>
              </a:ext>
            </a:extLst>
          </p:cNvPr>
          <p:cNvSpPr/>
          <p:nvPr/>
        </p:nvSpPr>
        <p:spPr>
          <a:xfrm>
            <a:off x="4055312" y="3328924"/>
            <a:ext cx="892534" cy="857272"/>
          </a:xfrm>
          <a:prstGeom prst="roundRect">
            <a:avLst/>
          </a:prstGeom>
          <a:noFill/>
          <a:ln w="25400"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4</a:t>
            </a:r>
            <a:endParaRPr lang="zh-CN" altLang="en-US" dirty="0"/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90C6B3DE-4E37-B7D5-22FD-5BFDB11B0900}"/>
              </a:ext>
            </a:extLst>
          </p:cNvPr>
          <p:cNvSpPr/>
          <p:nvPr/>
        </p:nvSpPr>
        <p:spPr>
          <a:xfrm>
            <a:off x="4947846" y="3328924"/>
            <a:ext cx="892534" cy="857272"/>
          </a:xfrm>
          <a:prstGeom prst="roundRect">
            <a:avLst/>
          </a:prstGeom>
          <a:noFill/>
          <a:ln w="25400"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5</a:t>
            </a:r>
            <a:endParaRPr lang="zh-CN" altLang="en-US" dirty="0"/>
          </a:p>
        </p:txBody>
      </p:sp>
      <p:sp>
        <p:nvSpPr>
          <p:cNvPr id="15" name="箭头: 上 14">
            <a:extLst>
              <a:ext uri="{FF2B5EF4-FFF2-40B4-BE49-F238E27FC236}">
                <a16:creationId xmlns:a16="http://schemas.microsoft.com/office/drawing/2014/main" id="{D46C5BAC-AF4D-1574-E4B2-764AD4A24667}"/>
              </a:ext>
            </a:extLst>
          </p:cNvPr>
          <p:cNvSpPr/>
          <p:nvPr/>
        </p:nvSpPr>
        <p:spPr>
          <a:xfrm>
            <a:off x="1692842" y="4041025"/>
            <a:ext cx="262270" cy="1304260"/>
          </a:xfrm>
          <a:prstGeom prst="up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6" name="箭头: 上 15">
            <a:extLst>
              <a:ext uri="{FF2B5EF4-FFF2-40B4-BE49-F238E27FC236}">
                <a16:creationId xmlns:a16="http://schemas.microsoft.com/office/drawing/2014/main" id="{BF271469-0758-FA0F-2813-3393AC29E80A}"/>
              </a:ext>
            </a:extLst>
          </p:cNvPr>
          <p:cNvSpPr/>
          <p:nvPr/>
        </p:nvSpPr>
        <p:spPr>
          <a:xfrm>
            <a:off x="4373782" y="4041025"/>
            <a:ext cx="262270" cy="1304260"/>
          </a:xfrm>
          <a:prstGeom prst="upArrow">
            <a:avLst/>
          </a:prstGeom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242BD2A8-6982-36B9-98BB-000EA7F44692}"/>
              </a:ext>
            </a:extLst>
          </p:cNvPr>
          <p:cNvSpPr txBox="1"/>
          <p:nvPr/>
        </p:nvSpPr>
        <p:spPr>
          <a:xfrm>
            <a:off x="6096000" y="3572050"/>
            <a:ext cx="3066865" cy="4689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>
                <a:latin typeface="+mn-ea"/>
              </a:rPr>
              <a:t>第一次交换：</a:t>
            </a:r>
            <a:r>
              <a:rPr lang="en-US" altLang="zh-CN" dirty="0" err="1">
                <a:latin typeface="+mn-ea"/>
              </a:rPr>
              <a:t>arr</a:t>
            </a:r>
            <a:r>
              <a:rPr lang="en-US" altLang="zh-CN" dirty="0">
                <a:latin typeface="+mn-ea"/>
              </a:rPr>
              <a:t>[0] </a:t>
            </a:r>
            <a:r>
              <a:rPr lang="zh-CN" altLang="en-US" dirty="0">
                <a:latin typeface="+mn-ea"/>
              </a:rPr>
              <a:t>和 </a:t>
            </a:r>
            <a:r>
              <a:rPr lang="en-US" altLang="zh-CN" dirty="0" err="1">
                <a:latin typeface="+mn-ea"/>
              </a:rPr>
              <a:t>arr</a:t>
            </a:r>
            <a:r>
              <a:rPr lang="en-US" altLang="zh-CN" dirty="0">
                <a:latin typeface="+mn-ea"/>
              </a:rPr>
              <a:t>[5]</a:t>
            </a:r>
            <a:endParaRPr lang="zh-CN" altLang="en-US" dirty="0">
              <a:latin typeface="+mn-ea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42825B65-64D9-5FAC-41E9-D9D4C74F2933}"/>
              </a:ext>
            </a:extLst>
          </p:cNvPr>
          <p:cNvSpPr txBox="1"/>
          <p:nvPr/>
        </p:nvSpPr>
        <p:spPr>
          <a:xfrm>
            <a:off x="2135778" y="5815072"/>
            <a:ext cx="1806905" cy="4689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dirty="0">
                <a:latin typeface="+mn-ea"/>
              </a:rPr>
              <a:t>start++</a:t>
            </a:r>
            <a:r>
              <a:rPr lang="zh-CN" altLang="en-US" dirty="0">
                <a:latin typeface="+mn-ea"/>
              </a:rPr>
              <a:t>，</a:t>
            </a:r>
            <a:r>
              <a:rPr lang="en-US" altLang="zh-CN" dirty="0">
                <a:latin typeface="+mn-ea"/>
              </a:rPr>
              <a:t>end--</a:t>
            </a:r>
            <a:endParaRPr lang="zh-CN" altLang="en-US" dirty="0">
              <a:latin typeface="+mn-ea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DFBEE4EE-FA15-349F-7D5B-2E968AE7EAF0}"/>
              </a:ext>
            </a:extLst>
          </p:cNvPr>
          <p:cNvSpPr txBox="1"/>
          <p:nvPr/>
        </p:nvSpPr>
        <p:spPr>
          <a:xfrm>
            <a:off x="6095999" y="4124641"/>
            <a:ext cx="3060453" cy="4689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>
                <a:latin typeface="+mn-ea"/>
              </a:rPr>
              <a:t>第二次交换：</a:t>
            </a:r>
            <a:r>
              <a:rPr lang="en-US" altLang="zh-CN" dirty="0" err="1">
                <a:latin typeface="+mn-ea"/>
              </a:rPr>
              <a:t>arr</a:t>
            </a:r>
            <a:r>
              <a:rPr lang="en-US" altLang="zh-CN" dirty="0">
                <a:latin typeface="+mn-ea"/>
              </a:rPr>
              <a:t>[1] </a:t>
            </a:r>
            <a:r>
              <a:rPr lang="zh-CN" altLang="en-US" dirty="0">
                <a:latin typeface="+mn-ea"/>
              </a:rPr>
              <a:t>和 </a:t>
            </a:r>
            <a:r>
              <a:rPr lang="en-US" altLang="zh-CN" dirty="0" err="1">
                <a:latin typeface="+mn-ea"/>
              </a:rPr>
              <a:t>arr</a:t>
            </a:r>
            <a:r>
              <a:rPr lang="en-US" altLang="zh-CN" dirty="0">
                <a:latin typeface="+mn-ea"/>
              </a:rPr>
              <a:t>[4]</a:t>
            </a:r>
            <a:endParaRPr lang="zh-CN" altLang="en-US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44239461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A2DCC6-0EDE-A3A6-DE09-49164C8A25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4">
            <a:extLst>
              <a:ext uri="{FF2B5EF4-FFF2-40B4-BE49-F238E27FC236}">
                <a16:creationId xmlns:a16="http://schemas.microsoft.com/office/drawing/2014/main" id="{7F543CD4-19CA-958C-A80F-5C4A9989C60C}"/>
              </a:ext>
            </a:extLst>
          </p:cNvPr>
          <p:cNvSpPr txBox="1">
            <a:spLocks/>
          </p:cNvSpPr>
          <p:nvPr/>
        </p:nvSpPr>
        <p:spPr>
          <a:xfrm>
            <a:off x="485176" y="1042928"/>
            <a:ext cx="9938241" cy="1428418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8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</a:rPr>
              <a:t>需求：</a:t>
            </a:r>
            <a:endParaRPr lang="en-US" altLang="zh-CN" sz="1800" dirty="0">
              <a:solidFill>
                <a:schemeClr val="tx1">
                  <a:lumMod val="50000"/>
                </a:schemeClr>
              </a:solidFill>
              <a:latin typeface="Consolas" panose="020B0609020204030204" pitchFamily="49" charset="0"/>
            </a:endParaRPr>
          </a:p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8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</a:rPr>
              <a:t>已知一个数组 </a:t>
            </a:r>
            <a:r>
              <a:rPr lang="en-US" altLang="zh-CN" sz="1800" dirty="0" err="1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</a:rPr>
              <a:t>arr</a:t>
            </a:r>
            <a:r>
              <a:rPr lang="en-US" altLang="zh-CN" sz="18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</a:rPr>
              <a:t> = {11, 22, 33, 44, 55}; </a:t>
            </a:r>
            <a:r>
              <a:rPr lang="zh-CN" altLang="en-US" sz="18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</a:rPr>
              <a:t>用程序实现把数组中的元素值交换，</a:t>
            </a:r>
            <a:r>
              <a:rPr lang="en-US" altLang="zh-CN" sz="18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</a:rPr>
              <a:t> </a:t>
            </a:r>
          </a:p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8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</a:rPr>
              <a:t>交换后的数组 </a:t>
            </a:r>
            <a:r>
              <a:rPr lang="en-US" altLang="zh-CN" sz="1800" dirty="0" err="1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</a:rPr>
              <a:t>arr</a:t>
            </a:r>
            <a:r>
              <a:rPr lang="en-US" altLang="zh-CN" sz="18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</a:rPr>
              <a:t> = {55, 44, 33, 22, 11}; </a:t>
            </a:r>
            <a:r>
              <a:rPr lang="zh-CN" altLang="en-US" sz="18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</a:rPr>
              <a:t>并在控制台输出交换后的数组元素。</a:t>
            </a:r>
            <a:endParaRPr lang="en-US" altLang="zh-CN" sz="1800" dirty="0">
              <a:solidFill>
                <a:schemeClr val="tx1">
                  <a:lumMod val="50000"/>
                </a:schemeClr>
              </a:solidFill>
              <a:latin typeface="Consolas" panose="020B0609020204030204" pitchFamily="49" charset="0"/>
            </a:endParaRPr>
          </a:p>
        </p:txBody>
      </p:sp>
      <p:sp>
        <p:nvSpPr>
          <p:cNvPr id="6" name="标题 5">
            <a:extLst>
              <a:ext uri="{FF2B5EF4-FFF2-40B4-BE49-F238E27FC236}">
                <a16:creationId xmlns:a16="http://schemas.microsoft.com/office/drawing/2014/main" id="{9CA0A6F2-18EF-F473-2BD1-CD20AF111B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数组元素反转</a:t>
            </a:r>
          </a:p>
        </p:txBody>
      </p:sp>
      <p:sp>
        <p:nvSpPr>
          <p:cNvPr id="3" name="矩形: 圆角 2">
            <a:extLst>
              <a:ext uri="{FF2B5EF4-FFF2-40B4-BE49-F238E27FC236}">
                <a16:creationId xmlns:a16="http://schemas.microsoft.com/office/drawing/2014/main" id="{E0334D6B-5C84-E2C6-F11E-AC23B7D59DF7}"/>
              </a:ext>
            </a:extLst>
          </p:cNvPr>
          <p:cNvSpPr/>
          <p:nvPr/>
        </p:nvSpPr>
        <p:spPr>
          <a:xfrm>
            <a:off x="485176" y="2714778"/>
            <a:ext cx="892534" cy="857272"/>
          </a:xfrm>
          <a:prstGeom prst="roundRect">
            <a:avLst/>
          </a:prstGeom>
          <a:ln w="25400"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11</a:t>
            </a:r>
            <a:endParaRPr lang="zh-CN" altLang="en-US" dirty="0"/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50E1C68C-E00E-53CE-DC3D-941D14AA66AE}"/>
              </a:ext>
            </a:extLst>
          </p:cNvPr>
          <p:cNvSpPr/>
          <p:nvPr/>
        </p:nvSpPr>
        <p:spPr>
          <a:xfrm>
            <a:off x="1377710" y="2714778"/>
            <a:ext cx="892534" cy="857272"/>
          </a:xfrm>
          <a:prstGeom prst="roundRect">
            <a:avLst/>
          </a:prstGeom>
          <a:ln w="25400"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22</a:t>
            </a:r>
            <a:endParaRPr lang="zh-CN" altLang="en-US" dirty="0"/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90560C3F-5488-F5CC-1676-1ED22393CBB8}"/>
              </a:ext>
            </a:extLst>
          </p:cNvPr>
          <p:cNvSpPr/>
          <p:nvPr/>
        </p:nvSpPr>
        <p:spPr>
          <a:xfrm>
            <a:off x="2270244" y="2714778"/>
            <a:ext cx="892534" cy="857272"/>
          </a:xfrm>
          <a:prstGeom prst="roundRect">
            <a:avLst/>
          </a:prstGeom>
          <a:ln w="25400"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44</a:t>
            </a:r>
            <a:endParaRPr lang="zh-CN" altLang="en-US" dirty="0"/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58B56003-C164-8813-831A-5A599977374C}"/>
              </a:ext>
            </a:extLst>
          </p:cNvPr>
          <p:cNvSpPr/>
          <p:nvPr/>
        </p:nvSpPr>
        <p:spPr>
          <a:xfrm>
            <a:off x="3162778" y="2714778"/>
            <a:ext cx="892534" cy="857272"/>
          </a:xfrm>
          <a:prstGeom prst="roundRect">
            <a:avLst/>
          </a:prstGeom>
          <a:ln w="25400"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33</a:t>
            </a:r>
            <a:endParaRPr lang="zh-CN" altLang="en-US" dirty="0"/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4E3DCB02-6E9A-B23E-21C1-38801CDE679B}"/>
              </a:ext>
            </a:extLst>
          </p:cNvPr>
          <p:cNvSpPr/>
          <p:nvPr/>
        </p:nvSpPr>
        <p:spPr>
          <a:xfrm>
            <a:off x="4055312" y="2714778"/>
            <a:ext cx="892534" cy="857272"/>
          </a:xfrm>
          <a:prstGeom prst="roundRect">
            <a:avLst/>
          </a:prstGeom>
          <a:ln w="25400"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55</a:t>
            </a:r>
            <a:endParaRPr lang="zh-CN" altLang="en-US" dirty="0"/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153D9363-90CB-DF93-FEC9-281F3336FB37}"/>
              </a:ext>
            </a:extLst>
          </p:cNvPr>
          <p:cNvSpPr/>
          <p:nvPr/>
        </p:nvSpPr>
        <p:spPr>
          <a:xfrm>
            <a:off x="4947846" y="2714778"/>
            <a:ext cx="892534" cy="857272"/>
          </a:xfrm>
          <a:prstGeom prst="roundRect">
            <a:avLst/>
          </a:prstGeom>
          <a:ln w="25400"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66</a:t>
            </a:r>
            <a:endParaRPr lang="zh-CN" altLang="en-US" dirty="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43667519-4819-733A-5286-FF065A860B4C}"/>
              </a:ext>
            </a:extLst>
          </p:cNvPr>
          <p:cNvSpPr txBox="1"/>
          <p:nvPr/>
        </p:nvSpPr>
        <p:spPr>
          <a:xfrm>
            <a:off x="6096000" y="2603961"/>
            <a:ext cx="5647700" cy="88447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/>
              <a:t>使用两个变量模拟出两个指针，指针指向的位置做交换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+mn-ea"/>
              </a:rPr>
              <a:t>int start = 0</a:t>
            </a:r>
            <a:r>
              <a:rPr lang="zh-CN" altLang="en-US" dirty="0">
                <a:latin typeface="+mn-ea"/>
              </a:rPr>
              <a:t>，</a:t>
            </a:r>
            <a:r>
              <a:rPr lang="en-US" altLang="zh-CN" dirty="0">
                <a:latin typeface="+mn-ea"/>
              </a:rPr>
              <a:t>end = </a:t>
            </a:r>
            <a:r>
              <a:rPr lang="en-US" altLang="zh-CN" dirty="0" err="1">
                <a:latin typeface="+mn-ea"/>
              </a:rPr>
              <a:t>arr.length</a:t>
            </a:r>
            <a:r>
              <a:rPr lang="en-US" altLang="zh-CN" dirty="0">
                <a:latin typeface="+mn-ea"/>
              </a:rPr>
              <a:t> – 1;</a:t>
            </a:r>
            <a:endParaRPr lang="zh-CN" altLang="en-US" dirty="0">
              <a:latin typeface="+mn-ea"/>
            </a:endParaRP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6D467885-DC95-3F1D-14B1-5F24E33F1A34}"/>
              </a:ext>
            </a:extLst>
          </p:cNvPr>
          <p:cNvSpPr/>
          <p:nvPr/>
        </p:nvSpPr>
        <p:spPr>
          <a:xfrm>
            <a:off x="485176" y="3328924"/>
            <a:ext cx="892534" cy="857272"/>
          </a:xfrm>
          <a:prstGeom prst="roundRect">
            <a:avLst/>
          </a:prstGeom>
          <a:noFill/>
          <a:ln w="25400"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0</a:t>
            </a:r>
            <a:endParaRPr lang="zh-CN" altLang="en-US" dirty="0"/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BD10DE98-6C22-4C30-EA81-48BEBE829AC7}"/>
              </a:ext>
            </a:extLst>
          </p:cNvPr>
          <p:cNvSpPr/>
          <p:nvPr/>
        </p:nvSpPr>
        <p:spPr>
          <a:xfrm>
            <a:off x="1377710" y="3328924"/>
            <a:ext cx="892534" cy="857272"/>
          </a:xfrm>
          <a:prstGeom prst="roundRect">
            <a:avLst/>
          </a:prstGeom>
          <a:noFill/>
          <a:ln w="25400"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1</a:t>
            </a:r>
            <a:endParaRPr lang="zh-CN" altLang="en-US" dirty="0"/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9711E24C-3FD4-2D3A-1875-93D909195D39}"/>
              </a:ext>
            </a:extLst>
          </p:cNvPr>
          <p:cNvSpPr/>
          <p:nvPr/>
        </p:nvSpPr>
        <p:spPr>
          <a:xfrm>
            <a:off x="2270244" y="3328924"/>
            <a:ext cx="892534" cy="857272"/>
          </a:xfrm>
          <a:prstGeom prst="roundRect">
            <a:avLst/>
          </a:prstGeom>
          <a:noFill/>
          <a:ln w="25400"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C4F23C21-F880-CC49-6BDA-C352CA473DD6}"/>
              </a:ext>
            </a:extLst>
          </p:cNvPr>
          <p:cNvSpPr/>
          <p:nvPr/>
        </p:nvSpPr>
        <p:spPr>
          <a:xfrm>
            <a:off x="3162778" y="3328924"/>
            <a:ext cx="892534" cy="857272"/>
          </a:xfrm>
          <a:prstGeom prst="roundRect">
            <a:avLst/>
          </a:prstGeom>
          <a:noFill/>
          <a:ln w="25400"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3</a:t>
            </a:r>
            <a:endParaRPr lang="zh-CN" altLang="en-US" dirty="0"/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98E46A65-D85F-0500-2F67-28BF64E8EF7F}"/>
              </a:ext>
            </a:extLst>
          </p:cNvPr>
          <p:cNvSpPr/>
          <p:nvPr/>
        </p:nvSpPr>
        <p:spPr>
          <a:xfrm>
            <a:off x="4055312" y="3328924"/>
            <a:ext cx="892534" cy="857272"/>
          </a:xfrm>
          <a:prstGeom prst="roundRect">
            <a:avLst/>
          </a:prstGeom>
          <a:noFill/>
          <a:ln w="25400"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4</a:t>
            </a:r>
            <a:endParaRPr lang="zh-CN" altLang="en-US" dirty="0"/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754D69A9-0E15-3C78-A5B6-498139C74A26}"/>
              </a:ext>
            </a:extLst>
          </p:cNvPr>
          <p:cNvSpPr/>
          <p:nvPr/>
        </p:nvSpPr>
        <p:spPr>
          <a:xfrm>
            <a:off x="4947846" y="3328924"/>
            <a:ext cx="892534" cy="857272"/>
          </a:xfrm>
          <a:prstGeom prst="roundRect">
            <a:avLst/>
          </a:prstGeom>
          <a:noFill/>
          <a:ln w="25400"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5</a:t>
            </a:r>
            <a:endParaRPr lang="zh-CN" altLang="en-US" dirty="0"/>
          </a:p>
        </p:txBody>
      </p:sp>
      <p:sp>
        <p:nvSpPr>
          <p:cNvPr id="15" name="箭头: 上 14">
            <a:extLst>
              <a:ext uri="{FF2B5EF4-FFF2-40B4-BE49-F238E27FC236}">
                <a16:creationId xmlns:a16="http://schemas.microsoft.com/office/drawing/2014/main" id="{9A099689-C093-F94A-5BB7-C316211FD5C8}"/>
              </a:ext>
            </a:extLst>
          </p:cNvPr>
          <p:cNvSpPr/>
          <p:nvPr/>
        </p:nvSpPr>
        <p:spPr>
          <a:xfrm>
            <a:off x="2585376" y="4041025"/>
            <a:ext cx="262270" cy="1304260"/>
          </a:xfrm>
          <a:prstGeom prst="up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6" name="箭头: 上 15">
            <a:extLst>
              <a:ext uri="{FF2B5EF4-FFF2-40B4-BE49-F238E27FC236}">
                <a16:creationId xmlns:a16="http://schemas.microsoft.com/office/drawing/2014/main" id="{769531E9-4BC2-7FFA-9F13-8DB07E55FCBE}"/>
              </a:ext>
            </a:extLst>
          </p:cNvPr>
          <p:cNvSpPr/>
          <p:nvPr/>
        </p:nvSpPr>
        <p:spPr>
          <a:xfrm>
            <a:off x="3477910" y="4041025"/>
            <a:ext cx="262270" cy="1304260"/>
          </a:xfrm>
          <a:prstGeom prst="upArrow">
            <a:avLst/>
          </a:prstGeom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2BABC23E-528F-A7ED-F0C1-39CF0B73A8AC}"/>
              </a:ext>
            </a:extLst>
          </p:cNvPr>
          <p:cNvSpPr txBox="1"/>
          <p:nvPr/>
        </p:nvSpPr>
        <p:spPr>
          <a:xfrm>
            <a:off x="6096000" y="3572050"/>
            <a:ext cx="3066865" cy="4689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>
                <a:latin typeface="+mn-ea"/>
              </a:rPr>
              <a:t>第一次交换：</a:t>
            </a:r>
            <a:r>
              <a:rPr lang="en-US" altLang="zh-CN" dirty="0" err="1">
                <a:latin typeface="+mn-ea"/>
              </a:rPr>
              <a:t>arr</a:t>
            </a:r>
            <a:r>
              <a:rPr lang="en-US" altLang="zh-CN" dirty="0">
                <a:latin typeface="+mn-ea"/>
              </a:rPr>
              <a:t>[0] </a:t>
            </a:r>
            <a:r>
              <a:rPr lang="zh-CN" altLang="en-US" dirty="0">
                <a:latin typeface="+mn-ea"/>
              </a:rPr>
              <a:t>和 </a:t>
            </a:r>
            <a:r>
              <a:rPr lang="en-US" altLang="zh-CN" dirty="0" err="1">
                <a:latin typeface="+mn-ea"/>
              </a:rPr>
              <a:t>arr</a:t>
            </a:r>
            <a:r>
              <a:rPr lang="en-US" altLang="zh-CN" dirty="0">
                <a:latin typeface="+mn-ea"/>
              </a:rPr>
              <a:t>[5]</a:t>
            </a:r>
            <a:endParaRPr lang="zh-CN" altLang="en-US" dirty="0">
              <a:latin typeface="+mn-ea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473367F3-E351-B47F-CE3A-EBED8DA2256B}"/>
              </a:ext>
            </a:extLst>
          </p:cNvPr>
          <p:cNvSpPr txBox="1"/>
          <p:nvPr/>
        </p:nvSpPr>
        <p:spPr>
          <a:xfrm>
            <a:off x="2135778" y="5815072"/>
            <a:ext cx="1806905" cy="4689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dirty="0">
                <a:latin typeface="+mn-ea"/>
              </a:rPr>
              <a:t>start++</a:t>
            </a:r>
            <a:r>
              <a:rPr lang="zh-CN" altLang="en-US" dirty="0">
                <a:latin typeface="+mn-ea"/>
              </a:rPr>
              <a:t>，</a:t>
            </a:r>
            <a:r>
              <a:rPr lang="en-US" altLang="zh-CN" dirty="0">
                <a:latin typeface="+mn-ea"/>
              </a:rPr>
              <a:t>end--</a:t>
            </a:r>
            <a:endParaRPr lang="zh-CN" altLang="en-US" dirty="0">
              <a:latin typeface="+mn-ea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CD9AAC27-7E84-5DED-7B58-4A9BA0524D1B}"/>
              </a:ext>
            </a:extLst>
          </p:cNvPr>
          <p:cNvSpPr txBox="1"/>
          <p:nvPr/>
        </p:nvSpPr>
        <p:spPr>
          <a:xfrm>
            <a:off x="6095999" y="4124641"/>
            <a:ext cx="3060453" cy="4689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>
                <a:latin typeface="+mn-ea"/>
              </a:rPr>
              <a:t>第二次交换：</a:t>
            </a:r>
            <a:r>
              <a:rPr lang="en-US" altLang="zh-CN" dirty="0" err="1">
                <a:latin typeface="+mn-ea"/>
              </a:rPr>
              <a:t>arr</a:t>
            </a:r>
            <a:r>
              <a:rPr lang="en-US" altLang="zh-CN" dirty="0">
                <a:latin typeface="+mn-ea"/>
              </a:rPr>
              <a:t>[1] </a:t>
            </a:r>
            <a:r>
              <a:rPr lang="zh-CN" altLang="en-US" dirty="0">
                <a:latin typeface="+mn-ea"/>
              </a:rPr>
              <a:t>和 </a:t>
            </a:r>
            <a:r>
              <a:rPr lang="en-US" altLang="zh-CN" dirty="0" err="1">
                <a:latin typeface="+mn-ea"/>
              </a:rPr>
              <a:t>arr</a:t>
            </a:r>
            <a:r>
              <a:rPr lang="en-US" altLang="zh-CN" dirty="0">
                <a:latin typeface="+mn-ea"/>
              </a:rPr>
              <a:t>[4]</a:t>
            </a:r>
            <a:endParaRPr lang="zh-CN" altLang="en-US" dirty="0">
              <a:latin typeface="+mn-ea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D76BB9D0-FC0C-59CD-09FD-5338431193D5}"/>
              </a:ext>
            </a:extLst>
          </p:cNvPr>
          <p:cNvSpPr txBox="1"/>
          <p:nvPr/>
        </p:nvSpPr>
        <p:spPr>
          <a:xfrm>
            <a:off x="6102412" y="4672754"/>
            <a:ext cx="3066865" cy="4689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>
                <a:latin typeface="+mn-ea"/>
              </a:rPr>
              <a:t>第三次交换：</a:t>
            </a:r>
            <a:r>
              <a:rPr lang="en-US" altLang="zh-CN" dirty="0" err="1">
                <a:latin typeface="+mn-ea"/>
              </a:rPr>
              <a:t>arr</a:t>
            </a:r>
            <a:r>
              <a:rPr lang="en-US" altLang="zh-CN" dirty="0">
                <a:latin typeface="+mn-ea"/>
              </a:rPr>
              <a:t>[2] </a:t>
            </a:r>
            <a:r>
              <a:rPr lang="zh-CN" altLang="en-US" dirty="0">
                <a:latin typeface="+mn-ea"/>
              </a:rPr>
              <a:t>和 </a:t>
            </a:r>
            <a:r>
              <a:rPr lang="en-US" altLang="zh-CN" dirty="0" err="1">
                <a:latin typeface="+mn-ea"/>
              </a:rPr>
              <a:t>arr</a:t>
            </a:r>
            <a:r>
              <a:rPr lang="en-US" altLang="zh-CN" dirty="0">
                <a:latin typeface="+mn-ea"/>
              </a:rPr>
              <a:t>[3]</a:t>
            </a:r>
            <a:endParaRPr lang="zh-CN" altLang="en-US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00101494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D4B573-83C3-0D9E-9621-ACBB3FB6F9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4">
            <a:extLst>
              <a:ext uri="{FF2B5EF4-FFF2-40B4-BE49-F238E27FC236}">
                <a16:creationId xmlns:a16="http://schemas.microsoft.com/office/drawing/2014/main" id="{84D8D7FD-E6F2-FFA2-9A68-15EBE7D26C02}"/>
              </a:ext>
            </a:extLst>
          </p:cNvPr>
          <p:cNvSpPr txBox="1">
            <a:spLocks/>
          </p:cNvSpPr>
          <p:nvPr/>
        </p:nvSpPr>
        <p:spPr>
          <a:xfrm>
            <a:off x="485176" y="1042928"/>
            <a:ext cx="9938241" cy="1428418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8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</a:rPr>
              <a:t>需求：</a:t>
            </a:r>
            <a:endParaRPr lang="en-US" altLang="zh-CN" sz="1800" dirty="0">
              <a:solidFill>
                <a:schemeClr val="tx1">
                  <a:lumMod val="50000"/>
                </a:schemeClr>
              </a:solidFill>
              <a:latin typeface="Consolas" panose="020B0609020204030204" pitchFamily="49" charset="0"/>
            </a:endParaRPr>
          </a:p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8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</a:rPr>
              <a:t>已知一个数组 </a:t>
            </a:r>
            <a:r>
              <a:rPr lang="en-US" altLang="zh-CN" sz="1800" dirty="0" err="1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</a:rPr>
              <a:t>arr</a:t>
            </a:r>
            <a:r>
              <a:rPr lang="en-US" altLang="zh-CN" sz="18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</a:rPr>
              <a:t> = {11, 22, 33, 44, 55}; </a:t>
            </a:r>
            <a:r>
              <a:rPr lang="zh-CN" altLang="en-US" sz="18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</a:rPr>
              <a:t>用程序实现把数组中的元素值交换，</a:t>
            </a:r>
            <a:r>
              <a:rPr lang="en-US" altLang="zh-CN" sz="18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</a:rPr>
              <a:t> </a:t>
            </a:r>
          </a:p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8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</a:rPr>
              <a:t>交换后的数组 </a:t>
            </a:r>
            <a:r>
              <a:rPr lang="en-US" altLang="zh-CN" sz="1800" dirty="0" err="1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</a:rPr>
              <a:t>arr</a:t>
            </a:r>
            <a:r>
              <a:rPr lang="en-US" altLang="zh-CN" sz="18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</a:rPr>
              <a:t> = {55, 44, 33, 22, 11}; </a:t>
            </a:r>
            <a:r>
              <a:rPr lang="zh-CN" altLang="en-US" sz="18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</a:rPr>
              <a:t>并在控制台输出交换后的数组元素。</a:t>
            </a:r>
            <a:endParaRPr lang="en-US" altLang="zh-CN" sz="1800" dirty="0">
              <a:solidFill>
                <a:schemeClr val="tx1">
                  <a:lumMod val="50000"/>
                </a:schemeClr>
              </a:solidFill>
              <a:latin typeface="Consolas" panose="020B0609020204030204" pitchFamily="49" charset="0"/>
            </a:endParaRPr>
          </a:p>
        </p:txBody>
      </p:sp>
      <p:sp>
        <p:nvSpPr>
          <p:cNvPr id="6" name="标题 5">
            <a:extLst>
              <a:ext uri="{FF2B5EF4-FFF2-40B4-BE49-F238E27FC236}">
                <a16:creationId xmlns:a16="http://schemas.microsoft.com/office/drawing/2014/main" id="{434B1D55-E41D-14E0-54F2-32D16EFEC3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数组元素反转</a:t>
            </a:r>
          </a:p>
        </p:txBody>
      </p:sp>
      <p:sp>
        <p:nvSpPr>
          <p:cNvPr id="3" name="矩形: 圆角 2">
            <a:extLst>
              <a:ext uri="{FF2B5EF4-FFF2-40B4-BE49-F238E27FC236}">
                <a16:creationId xmlns:a16="http://schemas.microsoft.com/office/drawing/2014/main" id="{0B25AAD9-665C-5F2C-AE26-1F9FE0A2D4F2}"/>
              </a:ext>
            </a:extLst>
          </p:cNvPr>
          <p:cNvSpPr/>
          <p:nvPr/>
        </p:nvSpPr>
        <p:spPr>
          <a:xfrm>
            <a:off x="485176" y="2714778"/>
            <a:ext cx="892534" cy="857272"/>
          </a:xfrm>
          <a:prstGeom prst="roundRect">
            <a:avLst/>
          </a:prstGeom>
          <a:ln w="25400"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11</a:t>
            </a:r>
            <a:endParaRPr lang="zh-CN" altLang="en-US" dirty="0"/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F0947BB5-B8C1-DBEC-065C-F31B0A1C1650}"/>
              </a:ext>
            </a:extLst>
          </p:cNvPr>
          <p:cNvSpPr/>
          <p:nvPr/>
        </p:nvSpPr>
        <p:spPr>
          <a:xfrm>
            <a:off x="1377710" y="2714778"/>
            <a:ext cx="892534" cy="857272"/>
          </a:xfrm>
          <a:prstGeom prst="roundRect">
            <a:avLst/>
          </a:prstGeom>
          <a:ln w="25400"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22</a:t>
            </a:r>
            <a:endParaRPr lang="zh-CN" altLang="en-US" dirty="0"/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521CC32A-0DD9-9C32-64EE-BE4D85E3B06F}"/>
              </a:ext>
            </a:extLst>
          </p:cNvPr>
          <p:cNvSpPr/>
          <p:nvPr/>
        </p:nvSpPr>
        <p:spPr>
          <a:xfrm>
            <a:off x="2270244" y="2714778"/>
            <a:ext cx="892534" cy="857272"/>
          </a:xfrm>
          <a:prstGeom prst="roundRect">
            <a:avLst/>
          </a:prstGeom>
          <a:ln w="25400"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33</a:t>
            </a:r>
            <a:endParaRPr lang="zh-CN" altLang="en-US" dirty="0"/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83CB9433-E834-997C-2F29-C8B416DE9C4E}"/>
              </a:ext>
            </a:extLst>
          </p:cNvPr>
          <p:cNvSpPr/>
          <p:nvPr/>
        </p:nvSpPr>
        <p:spPr>
          <a:xfrm>
            <a:off x="3162778" y="2714778"/>
            <a:ext cx="892534" cy="857272"/>
          </a:xfrm>
          <a:prstGeom prst="roundRect">
            <a:avLst/>
          </a:prstGeom>
          <a:ln w="25400"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44</a:t>
            </a:r>
            <a:endParaRPr lang="zh-CN" altLang="en-US" dirty="0"/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3D07427A-E1FE-CCC2-E205-FF511E0D7E66}"/>
              </a:ext>
            </a:extLst>
          </p:cNvPr>
          <p:cNvSpPr/>
          <p:nvPr/>
        </p:nvSpPr>
        <p:spPr>
          <a:xfrm>
            <a:off x="4055312" y="2714778"/>
            <a:ext cx="892534" cy="857272"/>
          </a:xfrm>
          <a:prstGeom prst="roundRect">
            <a:avLst/>
          </a:prstGeom>
          <a:ln w="25400"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55</a:t>
            </a:r>
            <a:endParaRPr lang="zh-CN" altLang="en-US" dirty="0"/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74D078CB-FAB4-B921-4BCA-EB4D6604FC5D}"/>
              </a:ext>
            </a:extLst>
          </p:cNvPr>
          <p:cNvSpPr/>
          <p:nvPr/>
        </p:nvSpPr>
        <p:spPr>
          <a:xfrm>
            <a:off x="4947846" y="2714778"/>
            <a:ext cx="892534" cy="857272"/>
          </a:xfrm>
          <a:prstGeom prst="roundRect">
            <a:avLst/>
          </a:prstGeom>
          <a:ln w="25400"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66</a:t>
            </a:r>
            <a:endParaRPr lang="zh-CN" altLang="en-US" dirty="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0FD1E72F-BB2E-319C-CAC1-21CE953080E3}"/>
              </a:ext>
            </a:extLst>
          </p:cNvPr>
          <p:cNvSpPr txBox="1"/>
          <p:nvPr/>
        </p:nvSpPr>
        <p:spPr>
          <a:xfrm>
            <a:off x="6096000" y="2603961"/>
            <a:ext cx="5647700" cy="88447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/>
              <a:t>使用两个变量模拟出两个指针，指针指向的位置做交换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+mn-ea"/>
              </a:rPr>
              <a:t>int start = 0</a:t>
            </a:r>
            <a:r>
              <a:rPr lang="zh-CN" altLang="en-US" dirty="0">
                <a:latin typeface="+mn-ea"/>
              </a:rPr>
              <a:t>，</a:t>
            </a:r>
            <a:r>
              <a:rPr lang="en-US" altLang="zh-CN" dirty="0">
                <a:latin typeface="+mn-ea"/>
              </a:rPr>
              <a:t>end = </a:t>
            </a:r>
            <a:r>
              <a:rPr lang="en-US" altLang="zh-CN" dirty="0" err="1">
                <a:latin typeface="+mn-ea"/>
              </a:rPr>
              <a:t>arr.length</a:t>
            </a:r>
            <a:r>
              <a:rPr lang="en-US" altLang="zh-CN" dirty="0">
                <a:latin typeface="+mn-ea"/>
              </a:rPr>
              <a:t> – 1;</a:t>
            </a:r>
            <a:endParaRPr lang="zh-CN" altLang="en-US" dirty="0">
              <a:latin typeface="+mn-ea"/>
            </a:endParaRP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92B06402-CED5-2CDC-8E4D-ED8A92642B4A}"/>
              </a:ext>
            </a:extLst>
          </p:cNvPr>
          <p:cNvSpPr/>
          <p:nvPr/>
        </p:nvSpPr>
        <p:spPr>
          <a:xfrm>
            <a:off x="485176" y="3328924"/>
            <a:ext cx="892534" cy="857272"/>
          </a:xfrm>
          <a:prstGeom prst="roundRect">
            <a:avLst/>
          </a:prstGeom>
          <a:noFill/>
          <a:ln w="25400"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0</a:t>
            </a:r>
            <a:endParaRPr lang="zh-CN" altLang="en-US" dirty="0"/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4DC972DA-0999-BFDC-D108-4806CF3692D0}"/>
              </a:ext>
            </a:extLst>
          </p:cNvPr>
          <p:cNvSpPr/>
          <p:nvPr/>
        </p:nvSpPr>
        <p:spPr>
          <a:xfrm>
            <a:off x="1377710" y="3328924"/>
            <a:ext cx="892534" cy="857272"/>
          </a:xfrm>
          <a:prstGeom prst="roundRect">
            <a:avLst/>
          </a:prstGeom>
          <a:noFill/>
          <a:ln w="25400"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1</a:t>
            </a:r>
            <a:endParaRPr lang="zh-CN" altLang="en-US" dirty="0"/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7956C0F0-5ECA-BF5B-3B2E-D44D2AE5A0AC}"/>
              </a:ext>
            </a:extLst>
          </p:cNvPr>
          <p:cNvSpPr/>
          <p:nvPr/>
        </p:nvSpPr>
        <p:spPr>
          <a:xfrm>
            <a:off x="2270244" y="3328924"/>
            <a:ext cx="892534" cy="857272"/>
          </a:xfrm>
          <a:prstGeom prst="roundRect">
            <a:avLst/>
          </a:prstGeom>
          <a:noFill/>
          <a:ln w="25400"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7EF8B63D-7DEE-6DBB-1CC9-07B788342387}"/>
              </a:ext>
            </a:extLst>
          </p:cNvPr>
          <p:cNvSpPr/>
          <p:nvPr/>
        </p:nvSpPr>
        <p:spPr>
          <a:xfrm>
            <a:off x="3162778" y="3328924"/>
            <a:ext cx="892534" cy="857272"/>
          </a:xfrm>
          <a:prstGeom prst="roundRect">
            <a:avLst/>
          </a:prstGeom>
          <a:noFill/>
          <a:ln w="25400"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3</a:t>
            </a:r>
            <a:endParaRPr lang="zh-CN" altLang="en-US" dirty="0"/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D81C7F37-7A59-1832-02BD-47F45C5DC2CF}"/>
              </a:ext>
            </a:extLst>
          </p:cNvPr>
          <p:cNvSpPr/>
          <p:nvPr/>
        </p:nvSpPr>
        <p:spPr>
          <a:xfrm>
            <a:off x="4055312" y="3328924"/>
            <a:ext cx="892534" cy="857272"/>
          </a:xfrm>
          <a:prstGeom prst="roundRect">
            <a:avLst/>
          </a:prstGeom>
          <a:noFill/>
          <a:ln w="25400"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4</a:t>
            </a:r>
            <a:endParaRPr lang="zh-CN" altLang="en-US" dirty="0"/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0CA8C979-5B90-F331-8F26-B2DB28C81F71}"/>
              </a:ext>
            </a:extLst>
          </p:cNvPr>
          <p:cNvSpPr/>
          <p:nvPr/>
        </p:nvSpPr>
        <p:spPr>
          <a:xfrm>
            <a:off x="4947846" y="3328924"/>
            <a:ext cx="892534" cy="857272"/>
          </a:xfrm>
          <a:prstGeom prst="roundRect">
            <a:avLst/>
          </a:prstGeom>
          <a:noFill/>
          <a:ln w="25400"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5</a:t>
            </a:r>
            <a:endParaRPr lang="zh-CN" altLang="en-US" dirty="0"/>
          </a:p>
        </p:txBody>
      </p:sp>
      <p:sp>
        <p:nvSpPr>
          <p:cNvPr id="15" name="箭头: 上 14">
            <a:extLst>
              <a:ext uri="{FF2B5EF4-FFF2-40B4-BE49-F238E27FC236}">
                <a16:creationId xmlns:a16="http://schemas.microsoft.com/office/drawing/2014/main" id="{F666D359-6EFD-3745-A9C7-1EE9AC0C409F}"/>
              </a:ext>
            </a:extLst>
          </p:cNvPr>
          <p:cNvSpPr/>
          <p:nvPr/>
        </p:nvSpPr>
        <p:spPr>
          <a:xfrm>
            <a:off x="2585376" y="4041025"/>
            <a:ext cx="262270" cy="1304260"/>
          </a:xfrm>
          <a:prstGeom prst="up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6" name="箭头: 上 15">
            <a:extLst>
              <a:ext uri="{FF2B5EF4-FFF2-40B4-BE49-F238E27FC236}">
                <a16:creationId xmlns:a16="http://schemas.microsoft.com/office/drawing/2014/main" id="{93ED8683-744A-0828-7830-B3B765D979CD}"/>
              </a:ext>
            </a:extLst>
          </p:cNvPr>
          <p:cNvSpPr/>
          <p:nvPr/>
        </p:nvSpPr>
        <p:spPr>
          <a:xfrm>
            <a:off x="3477910" y="4041025"/>
            <a:ext cx="262270" cy="1304260"/>
          </a:xfrm>
          <a:prstGeom prst="upArrow">
            <a:avLst/>
          </a:prstGeom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09B3306A-DD88-16D8-F69E-EE0046EE4BC7}"/>
              </a:ext>
            </a:extLst>
          </p:cNvPr>
          <p:cNvSpPr txBox="1"/>
          <p:nvPr/>
        </p:nvSpPr>
        <p:spPr>
          <a:xfrm>
            <a:off x="6096000" y="3572050"/>
            <a:ext cx="3066865" cy="4689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>
                <a:latin typeface="+mn-ea"/>
              </a:rPr>
              <a:t>第一次交换：</a:t>
            </a:r>
            <a:r>
              <a:rPr lang="en-US" altLang="zh-CN" dirty="0" err="1">
                <a:latin typeface="+mn-ea"/>
              </a:rPr>
              <a:t>arr</a:t>
            </a:r>
            <a:r>
              <a:rPr lang="en-US" altLang="zh-CN" dirty="0">
                <a:latin typeface="+mn-ea"/>
              </a:rPr>
              <a:t>[0] </a:t>
            </a:r>
            <a:r>
              <a:rPr lang="zh-CN" altLang="en-US" dirty="0">
                <a:latin typeface="+mn-ea"/>
              </a:rPr>
              <a:t>和 </a:t>
            </a:r>
            <a:r>
              <a:rPr lang="en-US" altLang="zh-CN" dirty="0" err="1">
                <a:latin typeface="+mn-ea"/>
              </a:rPr>
              <a:t>arr</a:t>
            </a:r>
            <a:r>
              <a:rPr lang="en-US" altLang="zh-CN" dirty="0">
                <a:latin typeface="+mn-ea"/>
              </a:rPr>
              <a:t>[5]</a:t>
            </a:r>
            <a:endParaRPr lang="zh-CN" altLang="en-US" dirty="0">
              <a:latin typeface="+mn-ea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F1338671-5ED2-4E16-BBD2-F0C3B78A37B7}"/>
              </a:ext>
            </a:extLst>
          </p:cNvPr>
          <p:cNvSpPr txBox="1"/>
          <p:nvPr/>
        </p:nvSpPr>
        <p:spPr>
          <a:xfrm>
            <a:off x="2135778" y="5815072"/>
            <a:ext cx="1806905" cy="4689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dirty="0">
                <a:latin typeface="+mn-ea"/>
              </a:rPr>
              <a:t>start++</a:t>
            </a:r>
            <a:r>
              <a:rPr lang="zh-CN" altLang="en-US" dirty="0">
                <a:latin typeface="+mn-ea"/>
              </a:rPr>
              <a:t>，</a:t>
            </a:r>
            <a:r>
              <a:rPr lang="en-US" altLang="zh-CN" dirty="0">
                <a:latin typeface="+mn-ea"/>
              </a:rPr>
              <a:t>end--</a:t>
            </a:r>
            <a:endParaRPr lang="zh-CN" altLang="en-US" dirty="0">
              <a:latin typeface="+mn-ea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227053FC-FD0F-51AA-219D-5DF52B65A564}"/>
              </a:ext>
            </a:extLst>
          </p:cNvPr>
          <p:cNvSpPr txBox="1"/>
          <p:nvPr/>
        </p:nvSpPr>
        <p:spPr>
          <a:xfrm>
            <a:off x="6095999" y="4124641"/>
            <a:ext cx="3060453" cy="4689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>
                <a:latin typeface="+mn-ea"/>
              </a:rPr>
              <a:t>第二次交换：</a:t>
            </a:r>
            <a:r>
              <a:rPr lang="en-US" altLang="zh-CN" dirty="0" err="1">
                <a:latin typeface="+mn-ea"/>
              </a:rPr>
              <a:t>arr</a:t>
            </a:r>
            <a:r>
              <a:rPr lang="en-US" altLang="zh-CN" dirty="0">
                <a:latin typeface="+mn-ea"/>
              </a:rPr>
              <a:t>[1] </a:t>
            </a:r>
            <a:r>
              <a:rPr lang="zh-CN" altLang="en-US" dirty="0">
                <a:latin typeface="+mn-ea"/>
              </a:rPr>
              <a:t>和 </a:t>
            </a:r>
            <a:r>
              <a:rPr lang="en-US" altLang="zh-CN" dirty="0" err="1">
                <a:latin typeface="+mn-ea"/>
              </a:rPr>
              <a:t>arr</a:t>
            </a:r>
            <a:r>
              <a:rPr lang="en-US" altLang="zh-CN" dirty="0">
                <a:latin typeface="+mn-ea"/>
              </a:rPr>
              <a:t>[4]</a:t>
            </a:r>
            <a:endParaRPr lang="zh-CN" altLang="en-US" dirty="0">
              <a:latin typeface="+mn-ea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39E2302B-E7BE-F905-DE42-880B3B1FED55}"/>
              </a:ext>
            </a:extLst>
          </p:cNvPr>
          <p:cNvSpPr txBox="1"/>
          <p:nvPr/>
        </p:nvSpPr>
        <p:spPr>
          <a:xfrm>
            <a:off x="6102412" y="4672754"/>
            <a:ext cx="3066865" cy="4689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>
                <a:latin typeface="+mn-ea"/>
              </a:rPr>
              <a:t>第三次交换：</a:t>
            </a:r>
            <a:r>
              <a:rPr lang="en-US" altLang="zh-CN" dirty="0" err="1">
                <a:latin typeface="+mn-ea"/>
              </a:rPr>
              <a:t>arr</a:t>
            </a:r>
            <a:r>
              <a:rPr lang="en-US" altLang="zh-CN" dirty="0">
                <a:latin typeface="+mn-ea"/>
              </a:rPr>
              <a:t>[2] </a:t>
            </a:r>
            <a:r>
              <a:rPr lang="zh-CN" altLang="en-US" dirty="0">
                <a:latin typeface="+mn-ea"/>
              </a:rPr>
              <a:t>和 </a:t>
            </a:r>
            <a:r>
              <a:rPr lang="en-US" altLang="zh-CN" dirty="0" err="1">
                <a:latin typeface="+mn-ea"/>
              </a:rPr>
              <a:t>arr</a:t>
            </a:r>
            <a:r>
              <a:rPr lang="en-US" altLang="zh-CN" dirty="0">
                <a:latin typeface="+mn-ea"/>
              </a:rPr>
              <a:t>[3]</a:t>
            </a:r>
            <a:endParaRPr lang="zh-CN" altLang="en-US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22082312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88CC9F-9BE9-6A63-133A-01359AFC07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4">
            <a:extLst>
              <a:ext uri="{FF2B5EF4-FFF2-40B4-BE49-F238E27FC236}">
                <a16:creationId xmlns:a16="http://schemas.microsoft.com/office/drawing/2014/main" id="{98E0C196-AC15-3715-F602-BE16CC2AF055}"/>
              </a:ext>
            </a:extLst>
          </p:cNvPr>
          <p:cNvSpPr txBox="1">
            <a:spLocks/>
          </p:cNvSpPr>
          <p:nvPr/>
        </p:nvSpPr>
        <p:spPr>
          <a:xfrm>
            <a:off x="485176" y="1042928"/>
            <a:ext cx="9938241" cy="1428418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8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</a:rPr>
              <a:t>需求：</a:t>
            </a:r>
            <a:endParaRPr lang="en-US" altLang="zh-CN" sz="1800" dirty="0">
              <a:solidFill>
                <a:schemeClr val="tx1">
                  <a:lumMod val="50000"/>
                </a:schemeClr>
              </a:solidFill>
              <a:latin typeface="Consolas" panose="020B0609020204030204" pitchFamily="49" charset="0"/>
            </a:endParaRPr>
          </a:p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8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</a:rPr>
              <a:t>已知一个数组 </a:t>
            </a:r>
            <a:r>
              <a:rPr lang="en-US" altLang="zh-CN" sz="1800" dirty="0" err="1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</a:rPr>
              <a:t>arr</a:t>
            </a:r>
            <a:r>
              <a:rPr lang="en-US" altLang="zh-CN" sz="18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</a:rPr>
              <a:t> = {11, 22, 33, 44, 55}; </a:t>
            </a:r>
            <a:r>
              <a:rPr lang="zh-CN" altLang="en-US" sz="18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</a:rPr>
              <a:t>用程序实现把数组中的元素值交换，</a:t>
            </a:r>
            <a:r>
              <a:rPr lang="en-US" altLang="zh-CN" sz="18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</a:rPr>
              <a:t> </a:t>
            </a:r>
          </a:p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8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</a:rPr>
              <a:t>交换后的数组 </a:t>
            </a:r>
            <a:r>
              <a:rPr lang="en-US" altLang="zh-CN" sz="1800" dirty="0" err="1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</a:rPr>
              <a:t>arr</a:t>
            </a:r>
            <a:r>
              <a:rPr lang="en-US" altLang="zh-CN" sz="18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</a:rPr>
              <a:t> = {55, 44, 33, 22, 11}; </a:t>
            </a:r>
            <a:r>
              <a:rPr lang="zh-CN" altLang="en-US" sz="18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</a:rPr>
              <a:t>并在控制台输出交换后的数组元素。</a:t>
            </a:r>
            <a:endParaRPr lang="en-US" altLang="zh-CN" sz="1800" dirty="0">
              <a:solidFill>
                <a:schemeClr val="tx1">
                  <a:lumMod val="50000"/>
                </a:schemeClr>
              </a:solidFill>
              <a:latin typeface="Consolas" panose="020B0609020204030204" pitchFamily="49" charset="0"/>
            </a:endParaRPr>
          </a:p>
        </p:txBody>
      </p:sp>
      <p:sp>
        <p:nvSpPr>
          <p:cNvPr id="6" name="标题 5">
            <a:extLst>
              <a:ext uri="{FF2B5EF4-FFF2-40B4-BE49-F238E27FC236}">
                <a16:creationId xmlns:a16="http://schemas.microsoft.com/office/drawing/2014/main" id="{A942CD8F-A62B-1692-DB7A-5F3BBA488C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数组元素反转</a:t>
            </a:r>
          </a:p>
        </p:txBody>
      </p:sp>
      <p:sp>
        <p:nvSpPr>
          <p:cNvPr id="3" name="矩形: 圆角 2">
            <a:extLst>
              <a:ext uri="{FF2B5EF4-FFF2-40B4-BE49-F238E27FC236}">
                <a16:creationId xmlns:a16="http://schemas.microsoft.com/office/drawing/2014/main" id="{1FA9E771-71FE-39CC-56BB-3BDD20EFDFA7}"/>
              </a:ext>
            </a:extLst>
          </p:cNvPr>
          <p:cNvSpPr/>
          <p:nvPr/>
        </p:nvSpPr>
        <p:spPr>
          <a:xfrm>
            <a:off x="485176" y="2714778"/>
            <a:ext cx="892534" cy="857272"/>
          </a:xfrm>
          <a:prstGeom prst="roundRect">
            <a:avLst/>
          </a:prstGeom>
          <a:ln w="25400"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11</a:t>
            </a:r>
            <a:endParaRPr lang="zh-CN" altLang="en-US" dirty="0"/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2118BFCE-96DE-915B-C5F7-F63826195ABA}"/>
              </a:ext>
            </a:extLst>
          </p:cNvPr>
          <p:cNvSpPr/>
          <p:nvPr/>
        </p:nvSpPr>
        <p:spPr>
          <a:xfrm>
            <a:off x="1377710" y="2714778"/>
            <a:ext cx="892534" cy="857272"/>
          </a:xfrm>
          <a:prstGeom prst="roundRect">
            <a:avLst/>
          </a:prstGeom>
          <a:ln w="25400"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22</a:t>
            </a:r>
            <a:endParaRPr lang="zh-CN" altLang="en-US" dirty="0"/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1B982906-23C2-936F-6586-088FE6521C27}"/>
              </a:ext>
            </a:extLst>
          </p:cNvPr>
          <p:cNvSpPr/>
          <p:nvPr/>
        </p:nvSpPr>
        <p:spPr>
          <a:xfrm>
            <a:off x="2270244" y="2714778"/>
            <a:ext cx="892534" cy="857272"/>
          </a:xfrm>
          <a:prstGeom prst="roundRect">
            <a:avLst/>
          </a:prstGeom>
          <a:ln w="25400"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33</a:t>
            </a:r>
            <a:endParaRPr lang="zh-CN" altLang="en-US" dirty="0"/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B9150390-B30A-A5A8-4BDC-8B7A04206EE5}"/>
              </a:ext>
            </a:extLst>
          </p:cNvPr>
          <p:cNvSpPr/>
          <p:nvPr/>
        </p:nvSpPr>
        <p:spPr>
          <a:xfrm>
            <a:off x="3162778" y="2714778"/>
            <a:ext cx="892534" cy="857272"/>
          </a:xfrm>
          <a:prstGeom prst="roundRect">
            <a:avLst/>
          </a:prstGeom>
          <a:ln w="25400"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44</a:t>
            </a:r>
            <a:endParaRPr lang="zh-CN" altLang="en-US" dirty="0"/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16514025-EC9F-D748-ADC0-04909C3193CD}"/>
              </a:ext>
            </a:extLst>
          </p:cNvPr>
          <p:cNvSpPr/>
          <p:nvPr/>
        </p:nvSpPr>
        <p:spPr>
          <a:xfrm>
            <a:off x="4055312" y="2714778"/>
            <a:ext cx="892534" cy="857272"/>
          </a:xfrm>
          <a:prstGeom prst="roundRect">
            <a:avLst/>
          </a:prstGeom>
          <a:ln w="25400"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55</a:t>
            </a:r>
            <a:endParaRPr lang="zh-CN" altLang="en-US" dirty="0"/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60243BA-645F-3255-63CB-1D99539D82BE}"/>
              </a:ext>
            </a:extLst>
          </p:cNvPr>
          <p:cNvSpPr/>
          <p:nvPr/>
        </p:nvSpPr>
        <p:spPr>
          <a:xfrm>
            <a:off x="4947846" y="2714778"/>
            <a:ext cx="892534" cy="857272"/>
          </a:xfrm>
          <a:prstGeom prst="roundRect">
            <a:avLst/>
          </a:prstGeom>
          <a:ln w="25400"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66</a:t>
            </a:r>
            <a:endParaRPr lang="zh-CN" altLang="en-US" dirty="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38724B83-DE22-456A-A42A-15C01259F8C9}"/>
              </a:ext>
            </a:extLst>
          </p:cNvPr>
          <p:cNvSpPr txBox="1"/>
          <p:nvPr/>
        </p:nvSpPr>
        <p:spPr>
          <a:xfrm>
            <a:off x="6096000" y="2603961"/>
            <a:ext cx="5647700" cy="88447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/>
              <a:t>使用两个变量模拟出两个指针，指针指向的位置做交换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+mn-ea"/>
              </a:rPr>
              <a:t>int start = 0</a:t>
            </a:r>
            <a:r>
              <a:rPr lang="zh-CN" altLang="en-US" dirty="0">
                <a:latin typeface="+mn-ea"/>
              </a:rPr>
              <a:t>，</a:t>
            </a:r>
            <a:r>
              <a:rPr lang="en-US" altLang="zh-CN" dirty="0">
                <a:latin typeface="+mn-ea"/>
              </a:rPr>
              <a:t>end = </a:t>
            </a:r>
            <a:r>
              <a:rPr lang="en-US" altLang="zh-CN" dirty="0" err="1">
                <a:latin typeface="+mn-ea"/>
              </a:rPr>
              <a:t>arr.length</a:t>
            </a:r>
            <a:r>
              <a:rPr lang="en-US" altLang="zh-CN" dirty="0">
                <a:latin typeface="+mn-ea"/>
              </a:rPr>
              <a:t> – 1;</a:t>
            </a:r>
            <a:endParaRPr lang="zh-CN" altLang="en-US" dirty="0">
              <a:latin typeface="+mn-ea"/>
            </a:endParaRP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E3623B2F-7E19-EBDA-2AF9-FD6C4A46F32A}"/>
              </a:ext>
            </a:extLst>
          </p:cNvPr>
          <p:cNvSpPr/>
          <p:nvPr/>
        </p:nvSpPr>
        <p:spPr>
          <a:xfrm>
            <a:off x="485176" y="3328924"/>
            <a:ext cx="892534" cy="857272"/>
          </a:xfrm>
          <a:prstGeom prst="roundRect">
            <a:avLst/>
          </a:prstGeom>
          <a:noFill/>
          <a:ln w="25400"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0</a:t>
            </a:r>
            <a:endParaRPr lang="zh-CN" altLang="en-US" dirty="0"/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ADC8D650-F170-35C8-CB67-E502BCA74A44}"/>
              </a:ext>
            </a:extLst>
          </p:cNvPr>
          <p:cNvSpPr/>
          <p:nvPr/>
        </p:nvSpPr>
        <p:spPr>
          <a:xfrm>
            <a:off x="1377710" y="3328924"/>
            <a:ext cx="892534" cy="857272"/>
          </a:xfrm>
          <a:prstGeom prst="roundRect">
            <a:avLst/>
          </a:prstGeom>
          <a:noFill/>
          <a:ln w="25400"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1</a:t>
            </a:r>
            <a:endParaRPr lang="zh-CN" altLang="en-US" dirty="0"/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6D1C533D-61D2-C061-DB1F-3AB18E48EF8B}"/>
              </a:ext>
            </a:extLst>
          </p:cNvPr>
          <p:cNvSpPr/>
          <p:nvPr/>
        </p:nvSpPr>
        <p:spPr>
          <a:xfrm>
            <a:off x="2270244" y="3328924"/>
            <a:ext cx="892534" cy="857272"/>
          </a:xfrm>
          <a:prstGeom prst="roundRect">
            <a:avLst/>
          </a:prstGeom>
          <a:noFill/>
          <a:ln w="25400"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55D3E5E9-3E75-0E92-3AFB-8B20CAA2DC9E}"/>
              </a:ext>
            </a:extLst>
          </p:cNvPr>
          <p:cNvSpPr/>
          <p:nvPr/>
        </p:nvSpPr>
        <p:spPr>
          <a:xfrm>
            <a:off x="3162778" y="3328924"/>
            <a:ext cx="892534" cy="857272"/>
          </a:xfrm>
          <a:prstGeom prst="roundRect">
            <a:avLst/>
          </a:prstGeom>
          <a:noFill/>
          <a:ln w="25400"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3</a:t>
            </a:r>
            <a:endParaRPr lang="zh-CN" altLang="en-US" dirty="0"/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DFA0F1E7-3DFE-BAA8-B7CC-978FF2053F1B}"/>
              </a:ext>
            </a:extLst>
          </p:cNvPr>
          <p:cNvSpPr/>
          <p:nvPr/>
        </p:nvSpPr>
        <p:spPr>
          <a:xfrm>
            <a:off x="4055312" y="3328924"/>
            <a:ext cx="892534" cy="857272"/>
          </a:xfrm>
          <a:prstGeom prst="roundRect">
            <a:avLst/>
          </a:prstGeom>
          <a:noFill/>
          <a:ln w="25400"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4</a:t>
            </a:r>
            <a:endParaRPr lang="zh-CN" altLang="en-US" dirty="0"/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5BA6F4E3-C814-6028-8735-268C29F995E4}"/>
              </a:ext>
            </a:extLst>
          </p:cNvPr>
          <p:cNvSpPr/>
          <p:nvPr/>
        </p:nvSpPr>
        <p:spPr>
          <a:xfrm>
            <a:off x="4947846" y="3328924"/>
            <a:ext cx="892534" cy="857272"/>
          </a:xfrm>
          <a:prstGeom prst="roundRect">
            <a:avLst/>
          </a:prstGeom>
          <a:noFill/>
          <a:ln w="25400"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5</a:t>
            </a:r>
            <a:endParaRPr lang="zh-CN" altLang="en-US" dirty="0"/>
          </a:p>
        </p:txBody>
      </p:sp>
      <p:sp>
        <p:nvSpPr>
          <p:cNvPr id="15" name="箭头: 上 14">
            <a:extLst>
              <a:ext uri="{FF2B5EF4-FFF2-40B4-BE49-F238E27FC236}">
                <a16:creationId xmlns:a16="http://schemas.microsoft.com/office/drawing/2014/main" id="{456A275A-A1EF-564D-DEFE-A6E7FE97AB60}"/>
              </a:ext>
            </a:extLst>
          </p:cNvPr>
          <p:cNvSpPr/>
          <p:nvPr/>
        </p:nvSpPr>
        <p:spPr>
          <a:xfrm>
            <a:off x="3477910" y="4041025"/>
            <a:ext cx="262270" cy="1304260"/>
          </a:xfrm>
          <a:prstGeom prst="up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6" name="箭头: 上 15">
            <a:extLst>
              <a:ext uri="{FF2B5EF4-FFF2-40B4-BE49-F238E27FC236}">
                <a16:creationId xmlns:a16="http://schemas.microsoft.com/office/drawing/2014/main" id="{BA0BCA32-BEDE-F2F2-7A42-9170D317357C}"/>
              </a:ext>
            </a:extLst>
          </p:cNvPr>
          <p:cNvSpPr/>
          <p:nvPr/>
        </p:nvSpPr>
        <p:spPr>
          <a:xfrm>
            <a:off x="2585376" y="4041025"/>
            <a:ext cx="262270" cy="1304260"/>
          </a:xfrm>
          <a:prstGeom prst="upArrow">
            <a:avLst/>
          </a:prstGeom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9321FD5A-2382-D0D4-DC2D-ECB1F582CC15}"/>
              </a:ext>
            </a:extLst>
          </p:cNvPr>
          <p:cNvSpPr txBox="1"/>
          <p:nvPr/>
        </p:nvSpPr>
        <p:spPr>
          <a:xfrm>
            <a:off x="6096000" y="3572050"/>
            <a:ext cx="3066865" cy="4689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>
                <a:latin typeface="+mn-ea"/>
              </a:rPr>
              <a:t>第一次交换：</a:t>
            </a:r>
            <a:r>
              <a:rPr lang="en-US" altLang="zh-CN" dirty="0" err="1">
                <a:latin typeface="+mn-ea"/>
              </a:rPr>
              <a:t>arr</a:t>
            </a:r>
            <a:r>
              <a:rPr lang="en-US" altLang="zh-CN" dirty="0">
                <a:latin typeface="+mn-ea"/>
              </a:rPr>
              <a:t>[0] </a:t>
            </a:r>
            <a:r>
              <a:rPr lang="zh-CN" altLang="en-US" dirty="0">
                <a:latin typeface="+mn-ea"/>
              </a:rPr>
              <a:t>和 </a:t>
            </a:r>
            <a:r>
              <a:rPr lang="en-US" altLang="zh-CN" dirty="0" err="1">
                <a:latin typeface="+mn-ea"/>
              </a:rPr>
              <a:t>arr</a:t>
            </a:r>
            <a:r>
              <a:rPr lang="en-US" altLang="zh-CN" dirty="0">
                <a:latin typeface="+mn-ea"/>
              </a:rPr>
              <a:t>[5]</a:t>
            </a:r>
            <a:endParaRPr lang="zh-CN" altLang="en-US" dirty="0">
              <a:latin typeface="+mn-ea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3AC31948-51D6-6B6B-BF6C-5D26EF4CF270}"/>
              </a:ext>
            </a:extLst>
          </p:cNvPr>
          <p:cNvSpPr txBox="1"/>
          <p:nvPr/>
        </p:nvSpPr>
        <p:spPr>
          <a:xfrm>
            <a:off x="2135778" y="5815072"/>
            <a:ext cx="1806905" cy="4689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dirty="0">
                <a:latin typeface="+mn-ea"/>
              </a:rPr>
              <a:t>start++</a:t>
            </a:r>
            <a:r>
              <a:rPr lang="zh-CN" altLang="en-US" dirty="0">
                <a:latin typeface="+mn-ea"/>
              </a:rPr>
              <a:t>，</a:t>
            </a:r>
            <a:r>
              <a:rPr lang="en-US" altLang="zh-CN" dirty="0">
                <a:latin typeface="+mn-ea"/>
              </a:rPr>
              <a:t>end--</a:t>
            </a:r>
            <a:endParaRPr lang="zh-CN" altLang="en-US" dirty="0">
              <a:latin typeface="+mn-ea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0C7A814E-B2B1-A0BB-713F-4D55ABD8DE0F}"/>
              </a:ext>
            </a:extLst>
          </p:cNvPr>
          <p:cNvSpPr txBox="1"/>
          <p:nvPr/>
        </p:nvSpPr>
        <p:spPr>
          <a:xfrm>
            <a:off x="6095999" y="4124641"/>
            <a:ext cx="3060453" cy="4689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>
                <a:latin typeface="+mn-ea"/>
              </a:rPr>
              <a:t>第二次交换：</a:t>
            </a:r>
            <a:r>
              <a:rPr lang="en-US" altLang="zh-CN" dirty="0" err="1">
                <a:latin typeface="+mn-ea"/>
              </a:rPr>
              <a:t>arr</a:t>
            </a:r>
            <a:r>
              <a:rPr lang="en-US" altLang="zh-CN" dirty="0">
                <a:latin typeface="+mn-ea"/>
              </a:rPr>
              <a:t>[1] </a:t>
            </a:r>
            <a:r>
              <a:rPr lang="zh-CN" altLang="en-US" dirty="0">
                <a:latin typeface="+mn-ea"/>
              </a:rPr>
              <a:t>和 </a:t>
            </a:r>
            <a:r>
              <a:rPr lang="en-US" altLang="zh-CN" dirty="0" err="1">
                <a:latin typeface="+mn-ea"/>
              </a:rPr>
              <a:t>arr</a:t>
            </a:r>
            <a:r>
              <a:rPr lang="en-US" altLang="zh-CN" dirty="0">
                <a:latin typeface="+mn-ea"/>
              </a:rPr>
              <a:t>[4]</a:t>
            </a:r>
            <a:endParaRPr lang="zh-CN" altLang="en-US" dirty="0">
              <a:latin typeface="+mn-ea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BBDBECFF-6D65-3BD8-182C-85D36B5A812B}"/>
              </a:ext>
            </a:extLst>
          </p:cNvPr>
          <p:cNvSpPr txBox="1"/>
          <p:nvPr/>
        </p:nvSpPr>
        <p:spPr>
          <a:xfrm>
            <a:off x="6102412" y="4672754"/>
            <a:ext cx="3066865" cy="4689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>
                <a:latin typeface="+mn-ea"/>
              </a:rPr>
              <a:t>第三次交换：</a:t>
            </a:r>
            <a:r>
              <a:rPr lang="en-US" altLang="zh-CN" dirty="0" err="1">
                <a:latin typeface="+mn-ea"/>
              </a:rPr>
              <a:t>arr</a:t>
            </a:r>
            <a:r>
              <a:rPr lang="en-US" altLang="zh-CN" dirty="0">
                <a:latin typeface="+mn-ea"/>
              </a:rPr>
              <a:t>[2] </a:t>
            </a:r>
            <a:r>
              <a:rPr lang="zh-CN" altLang="en-US" dirty="0">
                <a:latin typeface="+mn-ea"/>
              </a:rPr>
              <a:t>和 </a:t>
            </a:r>
            <a:r>
              <a:rPr lang="en-US" altLang="zh-CN" dirty="0" err="1">
                <a:latin typeface="+mn-ea"/>
              </a:rPr>
              <a:t>arr</a:t>
            </a:r>
            <a:r>
              <a:rPr lang="en-US" altLang="zh-CN" dirty="0">
                <a:latin typeface="+mn-ea"/>
              </a:rPr>
              <a:t>[3]</a:t>
            </a:r>
            <a:endParaRPr lang="zh-CN" altLang="en-US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5337229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mph" presetSubtype="0" repeatCount="3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set>
                                      <p:cBhvr>
                                        <p:cTn id="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24" presetClass="emph" presetSubtype="0" repeatCount="3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1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1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set>
                                      <p:cBhvr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8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0B12C8-673D-8E1D-6B93-540BFA6A5A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4">
            <a:extLst>
              <a:ext uri="{FF2B5EF4-FFF2-40B4-BE49-F238E27FC236}">
                <a16:creationId xmlns:a16="http://schemas.microsoft.com/office/drawing/2014/main" id="{AFA7EB86-EF94-6FAB-E3C8-D48392306E3B}"/>
              </a:ext>
            </a:extLst>
          </p:cNvPr>
          <p:cNvSpPr txBox="1">
            <a:spLocks/>
          </p:cNvSpPr>
          <p:nvPr/>
        </p:nvSpPr>
        <p:spPr>
          <a:xfrm>
            <a:off x="485176" y="1042928"/>
            <a:ext cx="9938241" cy="1428418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8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</a:rPr>
              <a:t>需求：</a:t>
            </a:r>
            <a:endParaRPr lang="en-US" altLang="zh-CN" sz="1800" dirty="0">
              <a:solidFill>
                <a:schemeClr val="tx1">
                  <a:lumMod val="50000"/>
                </a:schemeClr>
              </a:solidFill>
              <a:latin typeface="Consolas" panose="020B0609020204030204" pitchFamily="49" charset="0"/>
            </a:endParaRPr>
          </a:p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8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</a:rPr>
              <a:t>已知一个数组 </a:t>
            </a:r>
            <a:r>
              <a:rPr lang="en-US" altLang="zh-CN" sz="1800" dirty="0" err="1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</a:rPr>
              <a:t>arr</a:t>
            </a:r>
            <a:r>
              <a:rPr lang="en-US" altLang="zh-CN" sz="18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</a:rPr>
              <a:t> = {11, 22, 33, 44, 55}; </a:t>
            </a:r>
            <a:r>
              <a:rPr lang="zh-CN" altLang="en-US" sz="18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</a:rPr>
              <a:t>用程序实现把数组中的元素值交换，</a:t>
            </a:r>
            <a:r>
              <a:rPr lang="en-US" altLang="zh-CN" sz="18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</a:rPr>
              <a:t> </a:t>
            </a:r>
          </a:p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8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</a:rPr>
              <a:t>交换后的数组 </a:t>
            </a:r>
            <a:r>
              <a:rPr lang="en-US" altLang="zh-CN" sz="1800" dirty="0" err="1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</a:rPr>
              <a:t>arr</a:t>
            </a:r>
            <a:r>
              <a:rPr lang="en-US" altLang="zh-CN" sz="18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</a:rPr>
              <a:t> = {55, 44, 33, 22, 11}; </a:t>
            </a:r>
            <a:r>
              <a:rPr lang="zh-CN" altLang="en-US" sz="18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</a:rPr>
              <a:t>并在控制台输出交换后的数组元素。</a:t>
            </a:r>
            <a:endParaRPr lang="en-US" altLang="zh-CN" sz="1800" dirty="0">
              <a:solidFill>
                <a:schemeClr val="tx1">
                  <a:lumMod val="50000"/>
                </a:schemeClr>
              </a:solidFill>
              <a:latin typeface="Consolas" panose="020B0609020204030204" pitchFamily="49" charset="0"/>
            </a:endParaRPr>
          </a:p>
        </p:txBody>
      </p:sp>
      <p:sp>
        <p:nvSpPr>
          <p:cNvPr id="6" name="标题 5">
            <a:extLst>
              <a:ext uri="{FF2B5EF4-FFF2-40B4-BE49-F238E27FC236}">
                <a16:creationId xmlns:a16="http://schemas.microsoft.com/office/drawing/2014/main" id="{F68ADF10-7C0C-0E3F-E204-674469D0CE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数组元素反转</a:t>
            </a:r>
          </a:p>
        </p:txBody>
      </p:sp>
      <p:sp>
        <p:nvSpPr>
          <p:cNvPr id="3" name="矩形: 圆角 2">
            <a:extLst>
              <a:ext uri="{FF2B5EF4-FFF2-40B4-BE49-F238E27FC236}">
                <a16:creationId xmlns:a16="http://schemas.microsoft.com/office/drawing/2014/main" id="{07668493-91B9-5991-CC36-CED43AD68628}"/>
              </a:ext>
            </a:extLst>
          </p:cNvPr>
          <p:cNvSpPr/>
          <p:nvPr/>
        </p:nvSpPr>
        <p:spPr>
          <a:xfrm>
            <a:off x="485176" y="2714778"/>
            <a:ext cx="892534" cy="857272"/>
          </a:xfrm>
          <a:prstGeom prst="roundRect">
            <a:avLst/>
          </a:prstGeom>
          <a:ln w="25400"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11</a:t>
            </a:r>
            <a:endParaRPr lang="zh-CN" altLang="en-US" dirty="0"/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8A3B0A22-8C43-DAC6-23AC-FA7D5BEE05A0}"/>
              </a:ext>
            </a:extLst>
          </p:cNvPr>
          <p:cNvSpPr/>
          <p:nvPr/>
        </p:nvSpPr>
        <p:spPr>
          <a:xfrm>
            <a:off x="1377710" y="2714778"/>
            <a:ext cx="892534" cy="857272"/>
          </a:xfrm>
          <a:prstGeom prst="roundRect">
            <a:avLst/>
          </a:prstGeom>
          <a:ln w="25400"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22</a:t>
            </a:r>
            <a:endParaRPr lang="zh-CN" altLang="en-US" dirty="0"/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4EFBC9E2-12DB-CB1A-256E-2D6BDF2C4DC0}"/>
              </a:ext>
            </a:extLst>
          </p:cNvPr>
          <p:cNvSpPr/>
          <p:nvPr/>
        </p:nvSpPr>
        <p:spPr>
          <a:xfrm>
            <a:off x="2270244" y="2714778"/>
            <a:ext cx="892534" cy="857272"/>
          </a:xfrm>
          <a:prstGeom prst="roundRect">
            <a:avLst/>
          </a:prstGeom>
          <a:ln w="25400"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33</a:t>
            </a:r>
            <a:endParaRPr lang="zh-CN" altLang="en-US" dirty="0"/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22B53E9B-13A4-D1BE-A828-B62A1C796AB9}"/>
              </a:ext>
            </a:extLst>
          </p:cNvPr>
          <p:cNvSpPr/>
          <p:nvPr/>
        </p:nvSpPr>
        <p:spPr>
          <a:xfrm>
            <a:off x="3162778" y="2714778"/>
            <a:ext cx="892534" cy="857272"/>
          </a:xfrm>
          <a:prstGeom prst="roundRect">
            <a:avLst/>
          </a:prstGeom>
          <a:ln w="25400"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44</a:t>
            </a:r>
            <a:endParaRPr lang="zh-CN" altLang="en-US" dirty="0"/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5D45FA19-B8F9-C62E-9E8E-20974B2F64B0}"/>
              </a:ext>
            </a:extLst>
          </p:cNvPr>
          <p:cNvSpPr/>
          <p:nvPr/>
        </p:nvSpPr>
        <p:spPr>
          <a:xfrm>
            <a:off x="4055312" y="2714778"/>
            <a:ext cx="892534" cy="857272"/>
          </a:xfrm>
          <a:prstGeom prst="roundRect">
            <a:avLst/>
          </a:prstGeom>
          <a:ln w="25400"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55</a:t>
            </a:r>
            <a:endParaRPr lang="zh-CN" altLang="en-US" dirty="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97A69D31-50C2-E306-AFC6-D18EB8AB74E5}"/>
              </a:ext>
            </a:extLst>
          </p:cNvPr>
          <p:cNvSpPr txBox="1"/>
          <p:nvPr/>
        </p:nvSpPr>
        <p:spPr>
          <a:xfrm>
            <a:off x="6096000" y="2603961"/>
            <a:ext cx="5647700" cy="88447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/>
              <a:t>使用两个变量模拟出两个指针，指针指向的位置做交换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+mn-ea"/>
              </a:rPr>
              <a:t>int start = 0</a:t>
            </a:r>
            <a:r>
              <a:rPr lang="zh-CN" altLang="en-US" dirty="0">
                <a:latin typeface="+mn-ea"/>
              </a:rPr>
              <a:t>，</a:t>
            </a:r>
            <a:r>
              <a:rPr lang="en-US" altLang="zh-CN" dirty="0">
                <a:latin typeface="+mn-ea"/>
              </a:rPr>
              <a:t>end = </a:t>
            </a:r>
            <a:r>
              <a:rPr lang="en-US" altLang="zh-CN" dirty="0" err="1">
                <a:latin typeface="+mn-ea"/>
              </a:rPr>
              <a:t>arr.length</a:t>
            </a:r>
            <a:r>
              <a:rPr lang="en-US" altLang="zh-CN" dirty="0">
                <a:latin typeface="+mn-ea"/>
              </a:rPr>
              <a:t> – 1;</a:t>
            </a:r>
            <a:endParaRPr lang="zh-CN" altLang="en-US" dirty="0">
              <a:latin typeface="+mn-ea"/>
            </a:endParaRP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67D6248A-0147-5D29-34A9-E9EA9160C1B8}"/>
              </a:ext>
            </a:extLst>
          </p:cNvPr>
          <p:cNvSpPr/>
          <p:nvPr/>
        </p:nvSpPr>
        <p:spPr>
          <a:xfrm>
            <a:off x="485176" y="3328924"/>
            <a:ext cx="892534" cy="857272"/>
          </a:xfrm>
          <a:prstGeom prst="roundRect">
            <a:avLst/>
          </a:prstGeom>
          <a:noFill/>
          <a:ln w="25400"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0</a:t>
            </a:r>
            <a:endParaRPr lang="zh-CN" altLang="en-US" dirty="0"/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0758D631-C03C-596D-50D0-0EEAA43A955F}"/>
              </a:ext>
            </a:extLst>
          </p:cNvPr>
          <p:cNvSpPr/>
          <p:nvPr/>
        </p:nvSpPr>
        <p:spPr>
          <a:xfrm>
            <a:off x="1377710" y="3328924"/>
            <a:ext cx="892534" cy="857272"/>
          </a:xfrm>
          <a:prstGeom prst="roundRect">
            <a:avLst/>
          </a:prstGeom>
          <a:noFill/>
          <a:ln w="25400"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1</a:t>
            </a:r>
            <a:endParaRPr lang="zh-CN" altLang="en-US" dirty="0"/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976F0799-6E9A-3C37-0F32-B1EE07D71D85}"/>
              </a:ext>
            </a:extLst>
          </p:cNvPr>
          <p:cNvSpPr/>
          <p:nvPr/>
        </p:nvSpPr>
        <p:spPr>
          <a:xfrm>
            <a:off x="2270244" y="3328924"/>
            <a:ext cx="892534" cy="857272"/>
          </a:xfrm>
          <a:prstGeom prst="roundRect">
            <a:avLst/>
          </a:prstGeom>
          <a:noFill/>
          <a:ln w="25400"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E22CA570-A027-E2CA-7139-D838346FBDF8}"/>
              </a:ext>
            </a:extLst>
          </p:cNvPr>
          <p:cNvSpPr/>
          <p:nvPr/>
        </p:nvSpPr>
        <p:spPr>
          <a:xfrm>
            <a:off x="3162778" y="3328924"/>
            <a:ext cx="892534" cy="857272"/>
          </a:xfrm>
          <a:prstGeom prst="roundRect">
            <a:avLst/>
          </a:prstGeom>
          <a:noFill/>
          <a:ln w="25400"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3</a:t>
            </a:r>
            <a:endParaRPr lang="zh-CN" altLang="en-US" dirty="0"/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3134DA80-1EFE-6601-37CD-89CF0658391C}"/>
              </a:ext>
            </a:extLst>
          </p:cNvPr>
          <p:cNvSpPr/>
          <p:nvPr/>
        </p:nvSpPr>
        <p:spPr>
          <a:xfrm>
            <a:off x="4055312" y="3328924"/>
            <a:ext cx="892534" cy="857272"/>
          </a:xfrm>
          <a:prstGeom prst="roundRect">
            <a:avLst/>
          </a:prstGeom>
          <a:noFill/>
          <a:ln w="25400"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4</a:t>
            </a:r>
            <a:endParaRPr lang="zh-CN" altLang="en-US" dirty="0"/>
          </a:p>
        </p:txBody>
      </p:sp>
      <p:sp>
        <p:nvSpPr>
          <p:cNvPr id="15" name="箭头: 上 14">
            <a:extLst>
              <a:ext uri="{FF2B5EF4-FFF2-40B4-BE49-F238E27FC236}">
                <a16:creationId xmlns:a16="http://schemas.microsoft.com/office/drawing/2014/main" id="{46E2114C-D1C3-C8AE-6906-96F22B98D6F9}"/>
              </a:ext>
            </a:extLst>
          </p:cNvPr>
          <p:cNvSpPr/>
          <p:nvPr/>
        </p:nvSpPr>
        <p:spPr>
          <a:xfrm>
            <a:off x="2759493" y="4041025"/>
            <a:ext cx="262270" cy="1304260"/>
          </a:xfrm>
          <a:prstGeom prst="up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6" name="箭头: 上 15">
            <a:extLst>
              <a:ext uri="{FF2B5EF4-FFF2-40B4-BE49-F238E27FC236}">
                <a16:creationId xmlns:a16="http://schemas.microsoft.com/office/drawing/2014/main" id="{E3174E70-5A78-9D33-B3DE-50E5759637AF}"/>
              </a:ext>
            </a:extLst>
          </p:cNvPr>
          <p:cNvSpPr/>
          <p:nvPr/>
        </p:nvSpPr>
        <p:spPr>
          <a:xfrm>
            <a:off x="2474118" y="4041025"/>
            <a:ext cx="262270" cy="1304260"/>
          </a:xfrm>
          <a:prstGeom prst="upArrow">
            <a:avLst/>
          </a:prstGeom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E3861905-C01F-622C-3A46-BF67D89B806A}"/>
              </a:ext>
            </a:extLst>
          </p:cNvPr>
          <p:cNvSpPr txBox="1"/>
          <p:nvPr/>
        </p:nvSpPr>
        <p:spPr>
          <a:xfrm>
            <a:off x="6096000" y="3572050"/>
            <a:ext cx="3066865" cy="4689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>
                <a:latin typeface="+mn-ea"/>
              </a:rPr>
              <a:t>第一次交换：</a:t>
            </a:r>
            <a:r>
              <a:rPr lang="en-US" altLang="zh-CN" dirty="0" err="1">
                <a:latin typeface="+mn-ea"/>
              </a:rPr>
              <a:t>arr</a:t>
            </a:r>
            <a:r>
              <a:rPr lang="en-US" altLang="zh-CN" dirty="0">
                <a:latin typeface="+mn-ea"/>
              </a:rPr>
              <a:t>[0] </a:t>
            </a:r>
            <a:r>
              <a:rPr lang="zh-CN" altLang="en-US" dirty="0">
                <a:latin typeface="+mn-ea"/>
              </a:rPr>
              <a:t>和 </a:t>
            </a:r>
            <a:r>
              <a:rPr lang="en-US" altLang="zh-CN" dirty="0" err="1">
                <a:latin typeface="+mn-ea"/>
              </a:rPr>
              <a:t>arr</a:t>
            </a:r>
            <a:r>
              <a:rPr lang="en-US" altLang="zh-CN" dirty="0">
                <a:latin typeface="+mn-ea"/>
              </a:rPr>
              <a:t>[5]</a:t>
            </a:r>
            <a:endParaRPr lang="zh-CN" altLang="en-US" dirty="0">
              <a:latin typeface="+mn-ea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91937F11-D991-76DB-7E0A-910EFE1D515E}"/>
              </a:ext>
            </a:extLst>
          </p:cNvPr>
          <p:cNvSpPr txBox="1"/>
          <p:nvPr/>
        </p:nvSpPr>
        <p:spPr>
          <a:xfrm>
            <a:off x="2135778" y="5815072"/>
            <a:ext cx="1806905" cy="4689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dirty="0">
                <a:latin typeface="+mn-ea"/>
              </a:rPr>
              <a:t>start++</a:t>
            </a:r>
            <a:r>
              <a:rPr lang="zh-CN" altLang="en-US" dirty="0">
                <a:latin typeface="+mn-ea"/>
              </a:rPr>
              <a:t>，</a:t>
            </a:r>
            <a:r>
              <a:rPr lang="en-US" altLang="zh-CN" dirty="0">
                <a:latin typeface="+mn-ea"/>
              </a:rPr>
              <a:t>end--</a:t>
            </a:r>
            <a:endParaRPr lang="zh-CN" altLang="en-US" dirty="0">
              <a:latin typeface="+mn-ea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346DF5AD-895A-A8B0-C92C-B4248B6920B0}"/>
              </a:ext>
            </a:extLst>
          </p:cNvPr>
          <p:cNvSpPr txBox="1"/>
          <p:nvPr/>
        </p:nvSpPr>
        <p:spPr>
          <a:xfrm>
            <a:off x="6095999" y="4124641"/>
            <a:ext cx="3060453" cy="4689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>
                <a:latin typeface="+mn-ea"/>
              </a:rPr>
              <a:t>第二次交换：</a:t>
            </a:r>
            <a:r>
              <a:rPr lang="en-US" altLang="zh-CN" dirty="0" err="1">
                <a:latin typeface="+mn-ea"/>
              </a:rPr>
              <a:t>arr</a:t>
            </a:r>
            <a:r>
              <a:rPr lang="en-US" altLang="zh-CN" dirty="0">
                <a:latin typeface="+mn-ea"/>
              </a:rPr>
              <a:t>[1] </a:t>
            </a:r>
            <a:r>
              <a:rPr lang="zh-CN" altLang="en-US" dirty="0">
                <a:latin typeface="+mn-ea"/>
              </a:rPr>
              <a:t>和 </a:t>
            </a:r>
            <a:r>
              <a:rPr lang="en-US" altLang="zh-CN" dirty="0" err="1">
                <a:latin typeface="+mn-ea"/>
              </a:rPr>
              <a:t>arr</a:t>
            </a:r>
            <a:r>
              <a:rPr lang="en-US" altLang="zh-CN" dirty="0">
                <a:latin typeface="+mn-ea"/>
              </a:rPr>
              <a:t>[4]</a:t>
            </a:r>
            <a:endParaRPr lang="zh-CN" altLang="en-US" dirty="0">
              <a:latin typeface="+mn-ea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20500625-553E-1495-C79B-2425B2938D32}"/>
              </a:ext>
            </a:extLst>
          </p:cNvPr>
          <p:cNvSpPr txBox="1"/>
          <p:nvPr/>
        </p:nvSpPr>
        <p:spPr>
          <a:xfrm>
            <a:off x="6102412" y="4672754"/>
            <a:ext cx="3066865" cy="4689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>
                <a:latin typeface="+mn-ea"/>
              </a:rPr>
              <a:t>第三次交换：</a:t>
            </a:r>
            <a:r>
              <a:rPr lang="en-US" altLang="zh-CN" dirty="0" err="1">
                <a:latin typeface="+mn-ea"/>
              </a:rPr>
              <a:t>arr</a:t>
            </a:r>
            <a:r>
              <a:rPr lang="en-US" altLang="zh-CN" dirty="0">
                <a:latin typeface="+mn-ea"/>
              </a:rPr>
              <a:t>[2] </a:t>
            </a:r>
            <a:r>
              <a:rPr lang="zh-CN" altLang="en-US" dirty="0">
                <a:latin typeface="+mn-ea"/>
              </a:rPr>
              <a:t>和 </a:t>
            </a:r>
            <a:r>
              <a:rPr lang="en-US" altLang="zh-CN" dirty="0" err="1">
                <a:latin typeface="+mn-ea"/>
              </a:rPr>
              <a:t>arr</a:t>
            </a:r>
            <a:r>
              <a:rPr lang="en-US" altLang="zh-CN" dirty="0">
                <a:latin typeface="+mn-ea"/>
              </a:rPr>
              <a:t>[3]</a:t>
            </a:r>
            <a:endParaRPr lang="zh-CN" altLang="en-US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41461705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6AD550-C54A-03E6-1601-7B19D103F1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4">
            <a:extLst>
              <a:ext uri="{FF2B5EF4-FFF2-40B4-BE49-F238E27FC236}">
                <a16:creationId xmlns:a16="http://schemas.microsoft.com/office/drawing/2014/main" id="{DD691301-DB86-F519-4DA5-95919E92A620}"/>
              </a:ext>
            </a:extLst>
          </p:cNvPr>
          <p:cNvSpPr txBox="1">
            <a:spLocks/>
          </p:cNvSpPr>
          <p:nvPr/>
        </p:nvSpPr>
        <p:spPr>
          <a:xfrm>
            <a:off x="485176" y="1042928"/>
            <a:ext cx="9938241" cy="1428418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8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</a:rPr>
              <a:t>需求：</a:t>
            </a:r>
            <a:endParaRPr lang="en-US" altLang="zh-CN" sz="1800" dirty="0">
              <a:solidFill>
                <a:schemeClr val="tx1">
                  <a:lumMod val="50000"/>
                </a:schemeClr>
              </a:solidFill>
              <a:latin typeface="Consolas" panose="020B0609020204030204" pitchFamily="49" charset="0"/>
            </a:endParaRPr>
          </a:p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8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</a:rPr>
              <a:t>已知一个数组 </a:t>
            </a:r>
            <a:r>
              <a:rPr lang="en-US" altLang="zh-CN" sz="1800" dirty="0" err="1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</a:rPr>
              <a:t>arr</a:t>
            </a:r>
            <a:r>
              <a:rPr lang="en-US" altLang="zh-CN" sz="18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</a:rPr>
              <a:t> = {11, 22, 33, 44, 55}; </a:t>
            </a:r>
            <a:r>
              <a:rPr lang="zh-CN" altLang="en-US" sz="18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</a:rPr>
              <a:t>用程序实现把数组中的元素值交换，</a:t>
            </a:r>
            <a:r>
              <a:rPr lang="en-US" altLang="zh-CN" sz="18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</a:rPr>
              <a:t> </a:t>
            </a:r>
          </a:p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8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</a:rPr>
              <a:t>交换后的数组 </a:t>
            </a:r>
            <a:r>
              <a:rPr lang="en-US" altLang="zh-CN" sz="1800" dirty="0" err="1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</a:rPr>
              <a:t>arr</a:t>
            </a:r>
            <a:r>
              <a:rPr lang="en-US" altLang="zh-CN" sz="18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</a:rPr>
              <a:t> = {55, 44, 33, 22, 11}; </a:t>
            </a:r>
            <a:r>
              <a:rPr lang="zh-CN" altLang="en-US" sz="18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</a:rPr>
              <a:t>并在控制台输出交换后的数组元素。</a:t>
            </a:r>
            <a:endParaRPr lang="en-US" altLang="zh-CN" sz="1800" dirty="0">
              <a:solidFill>
                <a:schemeClr val="tx1">
                  <a:lumMod val="50000"/>
                </a:schemeClr>
              </a:solidFill>
              <a:latin typeface="Consolas" panose="020B0609020204030204" pitchFamily="49" charset="0"/>
            </a:endParaRPr>
          </a:p>
        </p:txBody>
      </p:sp>
      <p:sp>
        <p:nvSpPr>
          <p:cNvPr id="6" name="标题 5">
            <a:extLst>
              <a:ext uri="{FF2B5EF4-FFF2-40B4-BE49-F238E27FC236}">
                <a16:creationId xmlns:a16="http://schemas.microsoft.com/office/drawing/2014/main" id="{B64A58BC-FEE3-DCD1-429D-A52D3D8FB0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数组元素反转</a:t>
            </a:r>
          </a:p>
        </p:txBody>
      </p:sp>
      <p:sp>
        <p:nvSpPr>
          <p:cNvPr id="3" name="矩形: 圆角 2">
            <a:extLst>
              <a:ext uri="{FF2B5EF4-FFF2-40B4-BE49-F238E27FC236}">
                <a16:creationId xmlns:a16="http://schemas.microsoft.com/office/drawing/2014/main" id="{63974DE2-1E4B-F78B-B590-26443D08304C}"/>
              </a:ext>
            </a:extLst>
          </p:cNvPr>
          <p:cNvSpPr/>
          <p:nvPr/>
        </p:nvSpPr>
        <p:spPr>
          <a:xfrm>
            <a:off x="485176" y="2714778"/>
            <a:ext cx="892534" cy="857272"/>
          </a:xfrm>
          <a:prstGeom prst="roundRect">
            <a:avLst/>
          </a:prstGeom>
          <a:ln w="25400"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11</a:t>
            </a:r>
            <a:endParaRPr lang="zh-CN" altLang="en-US" dirty="0"/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8BC50B97-9A1A-B4E9-8C9E-D6753DA5FE12}"/>
              </a:ext>
            </a:extLst>
          </p:cNvPr>
          <p:cNvSpPr/>
          <p:nvPr/>
        </p:nvSpPr>
        <p:spPr>
          <a:xfrm>
            <a:off x="1377710" y="2714778"/>
            <a:ext cx="892534" cy="857272"/>
          </a:xfrm>
          <a:prstGeom prst="roundRect">
            <a:avLst/>
          </a:prstGeom>
          <a:ln w="25400"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22</a:t>
            </a:r>
            <a:endParaRPr lang="zh-CN" altLang="en-US" dirty="0"/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76C3C392-3B3E-1141-F1B9-CAA4BE5F2132}"/>
              </a:ext>
            </a:extLst>
          </p:cNvPr>
          <p:cNvSpPr/>
          <p:nvPr/>
        </p:nvSpPr>
        <p:spPr>
          <a:xfrm>
            <a:off x="2270244" y="2714778"/>
            <a:ext cx="892534" cy="857272"/>
          </a:xfrm>
          <a:prstGeom prst="roundRect">
            <a:avLst/>
          </a:prstGeom>
          <a:ln w="25400"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33</a:t>
            </a:r>
            <a:endParaRPr lang="zh-CN" altLang="en-US" dirty="0"/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AC0FA965-E98F-E3C8-FC83-ABF0D96D395F}"/>
              </a:ext>
            </a:extLst>
          </p:cNvPr>
          <p:cNvSpPr/>
          <p:nvPr/>
        </p:nvSpPr>
        <p:spPr>
          <a:xfrm>
            <a:off x="3162778" y="2714778"/>
            <a:ext cx="892534" cy="857272"/>
          </a:xfrm>
          <a:prstGeom prst="roundRect">
            <a:avLst/>
          </a:prstGeom>
          <a:ln w="25400"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44</a:t>
            </a:r>
            <a:endParaRPr lang="zh-CN" altLang="en-US" dirty="0"/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5D59FBD0-A4D6-E7F9-E14D-6D95ED1E0AFB}"/>
              </a:ext>
            </a:extLst>
          </p:cNvPr>
          <p:cNvSpPr/>
          <p:nvPr/>
        </p:nvSpPr>
        <p:spPr>
          <a:xfrm>
            <a:off x="4055312" y="2714778"/>
            <a:ext cx="892534" cy="857272"/>
          </a:xfrm>
          <a:prstGeom prst="roundRect">
            <a:avLst/>
          </a:prstGeom>
          <a:ln w="25400"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55</a:t>
            </a:r>
            <a:endParaRPr lang="zh-CN" altLang="en-US" dirty="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722BFA91-97C8-A8BD-D166-A7607DDF3FA1}"/>
              </a:ext>
            </a:extLst>
          </p:cNvPr>
          <p:cNvSpPr txBox="1"/>
          <p:nvPr/>
        </p:nvSpPr>
        <p:spPr>
          <a:xfrm>
            <a:off x="6096000" y="2603961"/>
            <a:ext cx="5647700" cy="88447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/>
              <a:t>使用两个变量模拟出两个指针，指针指向的位置做交换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+mn-ea"/>
              </a:rPr>
              <a:t>int start = 0</a:t>
            </a:r>
            <a:r>
              <a:rPr lang="zh-CN" altLang="en-US" dirty="0">
                <a:latin typeface="+mn-ea"/>
              </a:rPr>
              <a:t>，</a:t>
            </a:r>
            <a:r>
              <a:rPr lang="en-US" altLang="zh-CN" dirty="0">
                <a:latin typeface="+mn-ea"/>
              </a:rPr>
              <a:t>end = </a:t>
            </a:r>
            <a:r>
              <a:rPr lang="en-US" altLang="zh-CN" dirty="0" err="1">
                <a:latin typeface="+mn-ea"/>
              </a:rPr>
              <a:t>arr.length</a:t>
            </a:r>
            <a:r>
              <a:rPr lang="en-US" altLang="zh-CN" dirty="0">
                <a:latin typeface="+mn-ea"/>
              </a:rPr>
              <a:t> – 1;</a:t>
            </a:r>
            <a:endParaRPr lang="zh-CN" altLang="en-US" dirty="0">
              <a:latin typeface="+mn-ea"/>
            </a:endParaRP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F89610F3-60CC-26E0-5A2F-6174EB2327AD}"/>
              </a:ext>
            </a:extLst>
          </p:cNvPr>
          <p:cNvSpPr/>
          <p:nvPr/>
        </p:nvSpPr>
        <p:spPr>
          <a:xfrm>
            <a:off x="485176" y="3328924"/>
            <a:ext cx="892534" cy="857272"/>
          </a:xfrm>
          <a:prstGeom prst="roundRect">
            <a:avLst/>
          </a:prstGeom>
          <a:noFill/>
          <a:ln w="25400"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0</a:t>
            </a:r>
            <a:endParaRPr lang="zh-CN" altLang="en-US" dirty="0"/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C934E740-8D34-8AFE-3A66-4C8A16F5B3A2}"/>
              </a:ext>
            </a:extLst>
          </p:cNvPr>
          <p:cNvSpPr/>
          <p:nvPr/>
        </p:nvSpPr>
        <p:spPr>
          <a:xfrm>
            <a:off x="1377710" y="3328924"/>
            <a:ext cx="892534" cy="857272"/>
          </a:xfrm>
          <a:prstGeom prst="roundRect">
            <a:avLst/>
          </a:prstGeom>
          <a:noFill/>
          <a:ln w="25400"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1</a:t>
            </a:r>
            <a:endParaRPr lang="zh-CN" altLang="en-US" dirty="0"/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2AE85B05-2C4F-B926-EB56-6EB5A2D4CBA1}"/>
              </a:ext>
            </a:extLst>
          </p:cNvPr>
          <p:cNvSpPr/>
          <p:nvPr/>
        </p:nvSpPr>
        <p:spPr>
          <a:xfrm>
            <a:off x="2270244" y="3328924"/>
            <a:ext cx="892534" cy="857272"/>
          </a:xfrm>
          <a:prstGeom prst="roundRect">
            <a:avLst/>
          </a:prstGeom>
          <a:noFill/>
          <a:ln w="25400"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C9D42251-9D84-22A8-1224-6D34ECCA9935}"/>
              </a:ext>
            </a:extLst>
          </p:cNvPr>
          <p:cNvSpPr/>
          <p:nvPr/>
        </p:nvSpPr>
        <p:spPr>
          <a:xfrm>
            <a:off x="3162778" y="3328924"/>
            <a:ext cx="892534" cy="857272"/>
          </a:xfrm>
          <a:prstGeom prst="roundRect">
            <a:avLst/>
          </a:prstGeom>
          <a:noFill/>
          <a:ln w="25400"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3</a:t>
            </a:r>
            <a:endParaRPr lang="zh-CN" altLang="en-US" dirty="0"/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C67942F6-3415-1309-808C-34CFC4A3612A}"/>
              </a:ext>
            </a:extLst>
          </p:cNvPr>
          <p:cNvSpPr/>
          <p:nvPr/>
        </p:nvSpPr>
        <p:spPr>
          <a:xfrm>
            <a:off x="4055312" y="3328924"/>
            <a:ext cx="892534" cy="857272"/>
          </a:xfrm>
          <a:prstGeom prst="roundRect">
            <a:avLst/>
          </a:prstGeom>
          <a:noFill/>
          <a:ln w="25400"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4</a:t>
            </a:r>
            <a:endParaRPr lang="zh-CN" altLang="en-US" dirty="0"/>
          </a:p>
        </p:txBody>
      </p:sp>
      <p:sp>
        <p:nvSpPr>
          <p:cNvPr id="15" name="箭头: 上 14">
            <a:extLst>
              <a:ext uri="{FF2B5EF4-FFF2-40B4-BE49-F238E27FC236}">
                <a16:creationId xmlns:a16="http://schemas.microsoft.com/office/drawing/2014/main" id="{B62C520C-6C78-AF2A-A03D-FB5CA556001E}"/>
              </a:ext>
            </a:extLst>
          </p:cNvPr>
          <p:cNvSpPr/>
          <p:nvPr/>
        </p:nvSpPr>
        <p:spPr>
          <a:xfrm>
            <a:off x="800308" y="4005934"/>
            <a:ext cx="262270" cy="1304260"/>
          </a:xfrm>
          <a:prstGeom prst="up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6" name="箭头: 上 15">
            <a:extLst>
              <a:ext uri="{FF2B5EF4-FFF2-40B4-BE49-F238E27FC236}">
                <a16:creationId xmlns:a16="http://schemas.microsoft.com/office/drawing/2014/main" id="{A80EE286-CF76-A84F-9B74-B76E28820D3B}"/>
              </a:ext>
            </a:extLst>
          </p:cNvPr>
          <p:cNvSpPr/>
          <p:nvPr/>
        </p:nvSpPr>
        <p:spPr>
          <a:xfrm>
            <a:off x="5262978" y="4005934"/>
            <a:ext cx="262270" cy="1304260"/>
          </a:xfrm>
          <a:prstGeom prst="upArrow">
            <a:avLst/>
          </a:prstGeom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DD66E2AD-A089-59D7-B369-BA090DB57B1B}"/>
              </a:ext>
            </a:extLst>
          </p:cNvPr>
          <p:cNvSpPr txBox="1"/>
          <p:nvPr/>
        </p:nvSpPr>
        <p:spPr>
          <a:xfrm>
            <a:off x="6096000" y="3572050"/>
            <a:ext cx="3066865" cy="4689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>
                <a:latin typeface="+mn-ea"/>
              </a:rPr>
              <a:t>第一次交换：</a:t>
            </a:r>
            <a:r>
              <a:rPr lang="en-US" altLang="zh-CN" dirty="0" err="1">
                <a:latin typeface="+mn-ea"/>
              </a:rPr>
              <a:t>arr</a:t>
            </a:r>
            <a:r>
              <a:rPr lang="en-US" altLang="zh-CN" dirty="0">
                <a:latin typeface="+mn-ea"/>
              </a:rPr>
              <a:t>[0] </a:t>
            </a:r>
            <a:r>
              <a:rPr lang="zh-CN" altLang="en-US" dirty="0">
                <a:latin typeface="+mn-ea"/>
              </a:rPr>
              <a:t>和 </a:t>
            </a:r>
            <a:r>
              <a:rPr lang="en-US" altLang="zh-CN" dirty="0" err="1">
                <a:latin typeface="+mn-ea"/>
              </a:rPr>
              <a:t>arr</a:t>
            </a:r>
            <a:r>
              <a:rPr lang="en-US" altLang="zh-CN" dirty="0">
                <a:latin typeface="+mn-ea"/>
              </a:rPr>
              <a:t>[5]</a:t>
            </a:r>
            <a:endParaRPr lang="zh-CN" altLang="en-US" dirty="0">
              <a:latin typeface="+mn-ea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0D850708-1FF6-5CBF-524E-E66A770E8A8B}"/>
              </a:ext>
            </a:extLst>
          </p:cNvPr>
          <p:cNvSpPr txBox="1"/>
          <p:nvPr/>
        </p:nvSpPr>
        <p:spPr>
          <a:xfrm>
            <a:off x="2135778" y="5815072"/>
            <a:ext cx="1806905" cy="4689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dirty="0">
                <a:latin typeface="+mn-ea"/>
              </a:rPr>
              <a:t>start++</a:t>
            </a:r>
            <a:r>
              <a:rPr lang="zh-CN" altLang="en-US" dirty="0">
                <a:latin typeface="+mn-ea"/>
              </a:rPr>
              <a:t>，</a:t>
            </a:r>
            <a:r>
              <a:rPr lang="en-US" altLang="zh-CN" dirty="0">
                <a:latin typeface="+mn-ea"/>
              </a:rPr>
              <a:t>end--</a:t>
            </a:r>
            <a:endParaRPr lang="zh-CN" altLang="en-US" dirty="0">
              <a:latin typeface="+mn-ea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A072F806-4248-39EB-2CAF-072F39A00050}"/>
              </a:ext>
            </a:extLst>
          </p:cNvPr>
          <p:cNvSpPr txBox="1"/>
          <p:nvPr/>
        </p:nvSpPr>
        <p:spPr>
          <a:xfrm>
            <a:off x="6095999" y="4124641"/>
            <a:ext cx="3060453" cy="4689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>
                <a:latin typeface="+mn-ea"/>
              </a:rPr>
              <a:t>第二次交换：</a:t>
            </a:r>
            <a:r>
              <a:rPr lang="en-US" altLang="zh-CN" dirty="0" err="1">
                <a:latin typeface="+mn-ea"/>
              </a:rPr>
              <a:t>arr</a:t>
            </a:r>
            <a:r>
              <a:rPr lang="en-US" altLang="zh-CN" dirty="0">
                <a:latin typeface="+mn-ea"/>
              </a:rPr>
              <a:t>[1] </a:t>
            </a:r>
            <a:r>
              <a:rPr lang="zh-CN" altLang="en-US" dirty="0">
                <a:latin typeface="+mn-ea"/>
              </a:rPr>
              <a:t>和 </a:t>
            </a:r>
            <a:r>
              <a:rPr lang="en-US" altLang="zh-CN" dirty="0" err="1">
                <a:latin typeface="+mn-ea"/>
              </a:rPr>
              <a:t>arr</a:t>
            </a:r>
            <a:r>
              <a:rPr lang="en-US" altLang="zh-CN" dirty="0">
                <a:latin typeface="+mn-ea"/>
              </a:rPr>
              <a:t>[4]</a:t>
            </a:r>
            <a:endParaRPr lang="zh-CN" altLang="en-US" dirty="0">
              <a:latin typeface="+mn-ea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76F50CD7-779B-D7A6-CFA5-7C280CD6D76F}"/>
              </a:ext>
            </a:extLst>
          </p:cNvPr>
          <p:cNvSpPr txBox="1"/>
          <p:nvPr/>
        </p:nvSpPr>
        <p:spPr>
          <a:xfrm>
            <a:off x="6102412" y="4672754"/>
            <a:ext cx="3066865" cy="4689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>
                <a:latin typeface="+mn-ea"/>
              </a:rPr>
              <a:t>第三次交换：</a:t>
            </a:r>
            <a:r>
              <a:rPr lang="en-US" altLang="zh-CN" dirty="0" err="1">
                <a:latin typeface="+mn-ea"/>
              </a:rPr>
              <a:t>arr</a:t>
            </a:r>
            <a:r>
              <a:rPr lang="en-US" altLang="zh-CN" dirty="0">
                <a:latin typeface="+mn-ea"/>
              </a:rPr>
              <a:t>[2] </a:t>
            </a:r>
            <a:r>
              <a:rPr lang="zh-CN" altLang="en-US" dirty="0">
                <a:latin typeface="+mn-ea"/>
              </a:rPr>
              <a:t>和 </a:t>
            </a:r>
            <a:r>
              <a:rPr lang="en-US" altLang="zh-CN" dirty="0" err="1">
                <a:latin typeface="+mn-ea"/>
              </a:rPr>
              <a:t>arr</a:t>
            </a:r>
            <a:r>
              <a:rPr lang="en-US" altLang="zh-CN" dirty="0">
                <a:latin typeface="+mn-ea"/>
              </a:rPr>
              <a:t>[3]</a:t>
            </a:r>
            <a:endParaRPr lang="zh-CN" altLang="en-US" dirty="0">
              <a:latin typeface="+mn-ea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1C8E452F-E16C-81F7-1E37-674245D1B4FF}"/>
              </a:ext>
            </a:extLst>
          </p:cNvPr>
          <p:cNvSpPr/>
          <p:nvPr/>
        </p:nvSpPr>
        <p:spPr>
          <a:xfrm>
            <a:off x="4947846" y="2714778"/>
            <a:ext cx="892534" cy="857272"/>
          </a:xfrm>
          <a:prstGeom prst="roundRect">
            <a:avLst/>
          </a:prstGeom>
          <a:ln w="25400"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66</a:t>
            </a:r>
            <a:endParaRPr lang="zh-CN" altLang="en-US" dirty="0"/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996C63FC-53A1-B50B-C5B5-FF3C884EDBCC}"/>
              </a:ext>
            </a:extLst>
          </p:cNvPr>
          <p:cNvSpPr/>
          <p:nvPr/>
        </p:nvSpPr>
        <p:spPr>
          <a:xfrm>
            <a:off x="4947846" y="3328924"/>
            <a:ext cx="892534" cy="857272"/>
          </a:xfrm>
          <a:prstGeom prst="roundRect">
            <a:avLst/>
          </a:prstGeom>
          <a:noFill/>
          <a:ln w="25400"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5</a:t>
            </a:r>
            <a:endParaRPr lang="zh-CN" altLang="en-US" dirty="0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BD686A3C-77F2-1366-EFFF-2C8E125CD7F3}"/>
              </a:ext>
            </a:extLst>
          </p:cNvPr>
          <p:cNvSpPr txBox="1"/>
          <p:nvPr/>
        </p:nvSpPr>
        <p:spPr>
          <a:xfrm>
            <a:off x="6095999" y="5459832"/>
            <a:ext cx="2486578" cy="4689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>
                <a:latin typeface="+mn-ea"/>
              </a:rPr>
              <a:t>交换条件：</a:t>
            </a:r>
            <a:r>
              <a:rPr lang="en-US" altLang="zh-CN" dirty="0">
                <a:latin typeface="+mn-ea"/>
              </a:rPr>
              <a:t>start &lt; end</a:t>
            </a:r>
            <a:endParaRPr lang="zh-CN" altLang="en-US" dirty="0">
              <a:latin typeface="+mn-ea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83EDA93C-0601-87AA-6795-779D2CA048E4}"/>
              </a:ext>
            </a:extLst>
          </p:cNvPr>
          <p:cNvSpPr txBox="1"/>
          <p:nvPr/>
        </p:nvSpPr>
        <p:spPr>
          <a:xfrm>
            <a:off x="9585108" y="3916891"/>
            <a:ext cx="2353529" cy="88447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>
                <a:latin typeface="+mn-ea"/>
              </a:rPr>
              <a:t>交换：</a:t>
            </a:r>
            <a:endParaRPr lang="en-US" altLang="zh-CN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zh-CN" dirty="0" err="1">
                <a:latin typeface="+mn-ea"/>
              </a:rPr>
              <a:t>arr</a:t>
            </a:r>
            <a:r>
              <a:rPr lang="en-US" altLang="zh-CN" dirty="0">
                <a:latin typeface="+mn-ea"/>
              </a:rPr>
              <a:t>[start] </a:t>
            </a:r>
            <a:r>
              <a:rPr lang="zh-CN" altLang="en-US" dirty="0">
                <a:latin typeface="+mn-ea"/>
              </a:rPr>
              <a:t>和 </a:t>
            </a:r>
            <a:r>
              <a:rPr lang="en-US" altLang="zh-CN" dirty="0" err="1">
                <a:latin typeface="+mn-ea"/>
              </a:rPr>
              <a:t>arr</a:t>
            </a:r>
            <a:r>
              <a:rPr lang="en-US" altLang="zh-CN" dirty="0">
                <a:latin typeface="+mn-ea"/>
              </a:rPr>
              <a:t>[end]</a:t>
            </a:r>
            <a:endParaRPr lang="zh-CN" altLang="en-US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26180261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  <p:bldP spid="24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BE1DFD-72E2-108F-215F-B74CD1D93D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4">
            <a:extLst>
              <a:ext uri="{FF2B5EF4-FFF2-40B4-BE49-F238E27FC236}">
                <a16:creationId xmlns:a16="http://schemas.microsoft.com/office/drawing/2014/main" id="{7E42B972-1647-F8C2-0BF7-4E5585976B2B}"/>
              </a:ext>
            </a:extLst>
          </p:cNvPr>
          <p:cNvSpPr txBox="1">
            <a:spLocks/>
          </p:cNvSpPr>
          <p:nvPr/>
        </p:nvSpPr>
        <p:spPr>
          <a:xfrm>
            <a:off x="485176" y="1042928"/>
            <a:ext cx="9938241" cy="1428418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8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</a:rPr>
              <a:t>需求：</a:t>
            </a:r>
            <a:endParaRPr lang="en-US" altLang="zh-CN" sz="1800" dirty="0">
              <a:solidFill>
                <a:schemeClr val="tx1">
                  <a:lumMod val="50000"/>
                </a:schemeClr>
              </a:solidFill>
              <a:latin typeface="Consolas" panose="020B0609020204030204" pitchFamily="49" charset="0"/>
            </a:endParaRPr>
          </a:p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8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</a:rPr>
              <a:t>已知一个数组 </a:t>
            </a:r>
            <a:r>
              <a:rPr lang="en-US" altLang="zh-CN" sz="1800" dirty="0" err="1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</a:rPr>
              <a:t>arr</a:t>
            </a:r>
            <a:r>
              <a:rPr lang="en-US" altLang="zh-CN" sz="18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</a:rPr>
              <a:t> = {11, 22, 33, 44, 55}; </a:t>
            </a:r>
            <a:r>
              <a:rPr lang="zh-CN" altLang="en-US" sz="18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</a:rPr>
              <a:t>用程序实现把数组中的元素值交换，</a:t>
            </a:r>
            <a:r>
              <a:rPr lang="en-US" altLang="zh-CN" sz="18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</a:rPr>
              <a:t> </a:t>
            </a:r>
          </a:p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8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</a:rPr>
              <a:t>交换后的数组 </a:t>
            </a:r>
            <a:r>
              <a:rPr lang="en-US" altLang="zh-CN" sz="1800" dirty="0" err="1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</a:rPr>
              <a:t>arr</a:t>
            </a:r>
            <a:r>
              <a:rPr lang="en-US" altLang="zh-CN" sz="18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</a:rPr>
              <a:t> = {55, 44, 33, 22, 11}; </a:t>
            </a:r>
            <a:r>
              <a:rPr lang="zh-CN" altLang="en-US" sz="18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</a:rPr>
              <a:t>并在控制台输出交换后的数组元素。</a:t>
            </a:r>
            <a:endParaRPr lang="en-US" altLang="zh-CN" sz="1800" dirty="0">
              <a:solidFill>
                <a:schemeClr val="tx1">
                  <a:lumMod val="50000"/>
                </a:schemeClr>
              </a:solidFill>
              <a:latin typeface="Consolas" panose="020B0609020204030204" pitchFamily="49" charset="0"/>
            </a:endParaRPr>
          </a:p>
        </p:txBody>
      </p:sp>
      <p:sp>
        <p:nvSpPr>
          <p:cNvPr id="6" name="标题 5">
            <a:extLst>
              <a:ext uri="{FF2B5EF4-FFF2-40B4-BE49-F238E27FC236}">
                <a16:creationId xmlns:a16="http://schemas.microsoft.com/office/drawing/2014/main" id="{3819CA9F-407E-B995-D0AA-B97788B670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数组元素反转</a:t>
            </a:r>
          </a:p>
        </p:txBody>
      </p:sp>
      <p:sp>
        <p:nvSpPr>
          <p:cNvPr id="3" name="矩形: 圆角 2">
            <a:extLst>
              <a:ext uri="{FF2B5EF4-FFF2-40B4-BE49-F238E27FC236}">
                <a16:creationId xmlns:a16="http://schemas.microsoft.com/office/drawing/2014/main" id="{F12DA5A5-F351-8E1C-DFDE-3069D9318980}"/>
              </a:ext>
            </a:extLst>
          </p:cNvPr>
          <p:cNvSpPr/>
          <p:nvPr/>
        </p:nvSpPr>
        <p:spPr>
          <a:xfrm>
            <a:off x="485176" y="2714778"/>
            <a:ext cx="892534" cy="857272"/>
          </a:xfrm>
          <a:prstGeom prst="roundRect">
            <a:avLst/>
          </a:prstGeom>
          <a:ln w="25400"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11</a:t>
            </a:r>
            <a:endParaRPr lang="zh-CN" altLang="en-US" dirty="0"/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BB0D00FB-6A53-D142-9995-8637861D7C9B}"/>
              </a:ext>
            </a:extLst>
          </p:cNvPr>
          <p:cNvSpPr/>
          <p:nvPr/>
        </p:nvSpPr>
        <p:spPr>
          <a:xfrm>
            <a:off x="1377710" y="2714778"/>
            <a:ext cx="892534" cy="857272"/>
          </a:xfrm>
          <a:prstGeom prst="roundRect">
            <a:avLst/>
          </a:prstGeom>
          <a:ln w="25400"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22</a:t>
            </a:r>
            <a:endParaRPr lang="zh-CN" altLang="en-US" dirty="0"/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DD1E129B-157C-65C4-AE07-9A78E0B6DA1A}"/>
              </a:ext>
            </a:extLst>
          </p:cNvPr>
          <p:cNvSpPr/>
          <p:nvPr/>
        </p:nvSpPr>
        <p:spPr>
          <a:xfrm>
            <a:off x="2270244" y="2714778"/>
            <a:ext cx="892534" cy="857272"/>
          </a:xfrm>
          <a:prstGeom prst="roundRect">
            <a:avLst/>
          </a:prstGeom>
          <a:ln w="25400"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33</a:t>
            </a:r>
            <a:endParaRPr lang="zh-CN" altLang="en-US" dirty="0"/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547AEE28-1F37-E658-0300-86BC1EA39555}"/>
              </a:ext>
            </a:extLst>
          </p:cNvPr>
          <p:cNvSpPr/>
          <p:nvPr/>
        </p:nvSpPr>
        <p:spPr>
          <a:xfrm>
            <a:off x="3162778" y="2714778"/>
            <a:ext cx="892534" cy="857272"/>
          </a:xfrm>
          <a:prstGeom prst="roundRect">
            <a:avLst/>
          </a:prstGeom>
          <a:ln w="25400"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44</a:t>
            </a:r>
            <a:endParaRPr lang="zh-CN" altLang="en-US" dirty="0"/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2636F19F-3735-46AD-ED71-65A6681DC37B}"/>
              </a:ext>
            </a:extLst>
          </p:cNvPr>
          <p:cNvSpPr/>
          <p:nvPr/>
        </p:nvSpPr>
        <p:spPr>
          <a:xfrm>
            <a:off x="4055312" y="2714778"/>
            <a:ext cx="892534" cy="857272"/>
          </a:xfrm>
          <a:prstGeom prst="roundRect">
            <a:avLst/>
          </a:prstGeom>
          <a:ln w="25400"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55</a:t>
            </a:r>
            <a:endParaRPr lang="zh-CN" altLang="en-US" dirty="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53479DB3-51D4-0757-21E4-C7EC66CE7BE0}"/>
              </a:ext>
            </a:extLst>
          </p:cNvPr>
          <p:cNvSpPr txBox="1"/>
          <p:nvPr/>
        </p:nvSpPr>
        <p:spPr>
          <a:xfrm>
            <a:off x="6096000" y="2603961"/>
            <a:ext cx="5647700" cy="88447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/>
              <a:t>使用两个变量模拟出两个指针，指针指向的位置做交换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+mn-ea"/>
              </a:rPr>
              <a:t>int start = 0</a:t>
            </a:r>
            <a:r>
              <a:rPr lang="zh-CN" altLang="en-US" dirty="0">
                <a:latin typeface="+mn-ea"/>
              </a:rPr>
              <a:t>，</a:t>
            </a:r>
            <a:r>
              <a:rPr lang="en-US" altLang="zh-CN" dirty="0">
                <a:latin typeface="+mn-ea"/>
              </a:rPr>
              <a:t>end = </a:t>
            </a:r>
            <a:r>
              <a:rPr lang="en-US" altLang="zh-CN" dirty="0" err="1">
                <a:latin typeface="+mn-ea"/>
              </a:rPr>
              <a:t>arr.length</a:t>
            </a:r>
            <a:r>
              <a:rPr lang="en-US" altLang="zh-CN" dirty="0">
                <a:latin typeface="+mn-ea"/>
              </a:rPr>
              <a:t> – 1;</a:t>
            </a:r>
            <a:endParaRPr lang="zh-CN" altLang="en-US" dirty="0">
              <a:latin typeface="+mn-ea"/>
            </a:endParaRP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B9CCB4AB-5198-2C02-5632-0E79FADB760B}"/>
              </a:ext>
            </a:extLst>
          </p:cNvPr>
          <p:cNvSpPr/>
          <p:nvPr/>
        </p:nvSpPr>
        <p:spPr>
          <a:xfrm>
            <a:off x="485176" y="3328924"/>
            <a:ext cx="892534" cy="857272"/>
          </a:xfrm>
          <a:prstGeom prst="roundRect">
            <a:avLst/>
          </a:prstGeom>
          <a:noFill/>
          <a:ln w="25400"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0</a:t>
            </a:r>
            <a:endParaRPr lang="zh-CN" altLang="en-US" dirty="0"/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66A2DB84-09F5-7F83-0523-EBCDE9639868}"/>
              </a:ext>
            </a:extLst>
          </p:cNvPr>
          <p:cNvSpPr/>
          <p:nvPr/>
        </p:nvSpPr>
        <p:spPr>
          <a:xfrm>
            <a:off x="1377710" y="3328924"/>
            <a:ext cx="892534" cy="857272"/>
          </a:xfrm>
          <a:prstGeom prst="roundRect">
            <a:avLst/>
          </a:prstGeom>
          <a:noFill/>
          <a:ln w="25400"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1</a:t>
            </a:r>
            <a:endParaRPr lang="zh-CN" altLang="en-US" dirty="0"/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D249EB8A-AD75-B56C-9712-AA379A687317}"/>
              </a:ext>
            </a:extLst>
          </p:cNvPr>
          <p:cNvSpPr/>
          <p:nvPr/>
        </p:nvSpPr>
        <p:spPr>
          <a:xfrm>
            <a:off x="2270244" y="3328924"/>
            <a:ext cx="892534" cy="857272"/>
          </a:xfrm>
          <a:prstGeom prst="roundRect">
            <a:avLst/>
          </a:prstGeom>
          <a:noFill/>
          <a:ln w="25400"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AA5AFFE8-161D-D1E6-7D2E-CF3F6227AC07}"/>
              </a:ext>
            </a:extLst>
          </p:cNvPr>
          <p:cNvSpPr/>
          <p:nvPr/>
        </p:nvSpPr>
        <p:spPr>
          <a:xfrm>
            <a:off x="3162778" y="3328924"/>
            <a:ext cx="892534" cy="857272"/>
          </a:xfrm>
          <a:prstGeom prst="roundRect">
            <a:avLst/>
          </a:prstGeom>
          <a:noFill/>
          <a:ln w="25400"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3</a:t>
            </a:r>
            <a:endParaRPr lang="zh-CN" altLang="en-US" dirty="0"/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81641CC5-D054-ECF1-0BC9-D0A677331A37}"/>
              </a:ext>
            </a:extLst>
          </p:cNvPr>
          <p:cNvSpPr/>
          <p:nvPr/>
        </p:nvSpPr>
        <p:spPr>
          <a:xfrm>
            <a:off x="4055312" y="3328924"/>
            <a:ext cx="892534" cy="857272"/>
          </a:xfrm>
          <a:prstGeom prst="roundRect">
            <a:avLst/>
          </a:prstGeom>
          <a:noFill/>
          <a:ln w="25400"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4</a:t>
            </a:r>
            <a:endParaRPr lang="zh-CN" altLang="en-US" dirty="0"/>
          </a:p>
        </p:txBody>
      </p:sp>
      <p:sp>
        <p:nvSpPr>
          <p:cNvPr id="15" name="箭头: 上 14">
            <a:extLst>
              <a:ext uri="{FF2B5EF4-FFF2-40B4-BE49-F238E27FC236}">
                <a16:creationId xmlns:a16="http://schemas.microsoft.com/office/drawing/2014/main" id="{F426143C-109B-E6F2-535B-F60404D1A92B}"/>
              </a:ext>
            </a:extLst>
          </p:cNvPr>
          <p:cNvSpPr/>
          <p:nvPr/>
        </p:nvSpPr>
        <p:spPr>
          <a:xfrm>
            <a:off x="800308" y="4005934"/>
            <a:ext cx="262270" cy="1304260"/>
          </a:xfrm>
          <a:prstGeom prst="up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6" name="箭头: 上 15">
            <a:extLst>
              <a:ext uri="{FF2B5EF4-FFF2-40B4-BE49-F238E27FC236}">
                <a16:creationId xmlns:a16="http://schemas.microsoft.com/office/drawing/2014/main" id="{0E6276F8-E4AA-3CC5-7E4B-D04CBB6CF0A9}"/>
              </a:ext>
            </a:extLst>
          </p:cNvPr>
          <p:cNvSpPr/>
          <p:nvPr/>
        </p:nvSpPr>
        <p:spPr>
          <a:xfrm>
            <a:off x="5262978" y="4005934"/>
            <a:ext cx="262270" cy="1304260"/>
          </a:xfrm>
          <a:prstGeom prst="upArrow">
            <a:avLst/>
          </a:prstGeom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25BFBF74-7620-DE08-032A-37923723B021}"/>
              </a:ext>
            </a:extLst>
          </p:cNvPr>
          <p:cNvSpPr txBox="1"/>
          <p:nvPr/>
        </p:nvSpPr>
        <p:spPr>
          <a:xfrm>
            <a:off x="6096000" y="3572050"/>
            <a:ext cx="3066865" cy="4689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>
                <a:latin typeface="+mn-ea"/>
              </a:rPr>
              <a:t>第一次交换：</a:t>
            </a:r>
            <a:r>
              <a:rPr lang="en-US" altLang="zh-CN" dirty="0" err="1">
                <a:latin typeface="+mn-ea"/>
              </a:rPr>
              <a:t>arr</a:t>
            </a:r>
            <a:r>
              <a:rPr lang="en-US" altLang="zh-CN" dirty="0">
                <a:latin typeface="+mn-ea"/>
              </a:rPr>
              <a:t>[0] </a:t>
            </a:r>
            <a:r>
              <a:rPr lang="zh-CN" altLang="en-US" dirty="0">
                <a:latin typeface="+mn-ea"/>
              </a:rPr>
              <a:t>和 </a:t>
            </a:r>
            <a:r>
              <a:rPr lang="en-US" altLang="zh-CN" dirty="0" err="1">
                <a:latin typeface="+mn-ea"/>
              </a:rPr>
              <a:t>arr</a:t>
            </a:r>
            <a:r>
              <a:rPr lang="en-US" altLang="zh-CN" dirty="0">
                <a:latin typeface="+mn-ea"/>
              </a:rPr>
              <a:t>[5]</a:t>
            </a:r>
            <a:endParaRPr lang="zh-CN" altLang="en-US" dirty="0">
              <a:latin typeface="+mn-ea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31E7232-90A5-FE74-A2A8-34D602A9F58D}"/>
              </a:ext>
            </a:extLst>
          </p:cNvPr>
          <p:cNvSpPr txBox="1"/>
          <p:nvPr/>
        </p:nvSpPr>
        <p:spPr>
          <a:xfrm>
            <a:off x="6102412" y="6155315"/>
            <a:ext cx="2696572" cy="4689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>
                <a:latin typeface="+mn-ea"/>
              </a:rPr>
              <a:t>交换后：</a:t>
            </a:r>
            <a:r>
              <a:rPr lang="en-US" altLang="zh-CN" dirty="0">
                <a:latin typeface="+mn-ea"/>
              </a:rPr>
              <a:t>start++</a:t>
            </a:r>
            <a:r>
              <a:rPr lang="zh-CN" altLang="en-US" dirty="0">
                <a:latin typeface="+mn-ea"/>
              </a:rPr>
              <a:t>，</a:t>
            </a:r>
            <a:r>
              <a:rPr lang="en-US" altLang="zh-CN" dirty="0">
                <a:latin typeface="+mn-ea"/>
              </a:rPr>
              <a:t>end--</a:t>
            </a:r>
            <a:endParaRPr lang="zh-CN" altLang="en-US" dirty="0">
              <a:latin typeface="+mn-ea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F501D0B2-ECEE-C4CE-44C7-F5C3EF1F24F6}"/>
              </a:ext>
            </a:extLst>
          </p:cNvPr>
          <p:cNvSpPr txBox="1"/>
          <p:nvPr/>
        </p:nvSpPr>
        <p:spPr>
          <a:xfrm>
            <a:off x="6095999" y="4124641"/>
            <a:ext cx="3060453" cy="4689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>
                <a:latin typeface="+mn-ea"/>
              </a:rPr>
              <a:t>第二次交换：</a:t>
            </a:r>
            <a:r>
              <a:rPr lang="en-US" altLang="zh-CN" dirty="0" err="1">
                <a:latin typeface="+mn-ea"/>
              </a:rPr>
              <a:t>arr</a:t>
            </a:r>
            <a:r>
              <a:rPr lang="en-US" altLang="zh-CN" dirty="0">
                <a:latin typeface="+mn-ea"/>
              </a:rPr>
              <a:t>[1] </a:t>
            </a:r>
            <a:r>
              <a:rPr lang="zh-CN" altLang="en-US" dirty="0">
                <a:latin typeface="+mn-ea"/>
              </a:rPr>
              <a:t>和 </a:t>
            </a:r>
            <a:r>
              <a:rPr lang="en-US" altLang="zh-CN" dirty="0" err="1">
                <a:latin typeface="+mn-ea"/>
              </a:rPr>
              <a:t>arr</a:t>
            </a:r>
            <a:r>
              <a:rPr lang="en-US" altLang="zh-CN" dirty="0">
                <a:latin typeface="+mn-ea"/>
              </a:rPr>
              <a:t>[4]</a:t>
            </a:r>
            <a:endParaRPr lang="zh-CN" altLang="en-US" dirty="0">
              <a:latin typeface="+mn-ea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02E36A4F-4FBE-8983-9C9A-8F01D54D90F9}"/>
              </a:ext>
            </a:extLst>
          </p:cNvPr>
          <p:cNvSpPr txBox="1"/>
          <p:nvPr/>
        </p:nvSpPr>
        <p:spPr>
          <a:xfrm>
            <a:off x="6102412" y="4672754"/>
            <a:ext cx="3066865" cy="4689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>
                <a:latin typeface="+mn-ea"/>
              </a:rPr>
              <a:t>第三次交换：</a:t>
            </a:r>
            <a:r>
              <a:rPr lang="en-US" altLang="zh-CN" dirty="0" err="1">
                <a:latin typeface="+mn-ea"/>
              </a:rPr>
              <a:t>arr</a:t>
            </a:r>
            <a:r>
              <a:rPr lang="en-US" altLang="zh-CN" dirty="0">
                <a:latin typeface="+mn-ea"/>
              </a:rPr>
              <a:t>[2] </a:t>
            </a:r>
            <a:r>
              <a:rPr lang="zh-CN" altLang="en-US" dirty="0">
                <a:latin typeface="+mn-ea"/>
              </a:rPr>
              <a:t>和 </a:t>
            </a:r>
            <a:r>
              <a:rPr lang="en-US" altLang="zh-CN" dirty="0" err="1">
                <a:latin typeface="+mn-ea"/>
              </a:rPr>
              <a:t>arr</a:t>
            </a:r>
            <a:r>
              <a:rPr lang="en-US" altLang="zh-CN" dirty="0">
                <a:latin typeface="+mn-ea"/>
              </a:rPr>
              <a:t>[3]</a:t>
            </a:r>
            <a:endParaRPr lang="zh-CN" altLang="en-US" dirty="0">
              <a:latin typeface="+mn-ea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7A0ACF26-38A1-C57A-2468-0482741C00DF}"/>
              </a:ext>
            </a:extLst>
          </p:cNvPr>
          <p:cNvSpPr/>
          <p:nvPr/>
        </p:nvSpPr>
        <p:spPr>
          <a:xfrm>
            <a:off x="4947846" y="2714778"/>
            <a:ext cx="892534" cy="857272"/>
          </a:xfrm>
          <a:prstGeom prst="roundRect">
            <a:avLst/>
          </a:prstGeom>
          <a:ln w="25400"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66</a:t>
            </a:r>
            <a:endParaRPr lang="zh-CN" altLang="en-US" dirty="0"/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D66403F3-042A-253E-027B-14419BCF9A20}"/>
              </a:ext>
            </a:extLst>
          </p:cNvPr>
          <p:cNvSpPr/>
          <p:nvPr/>
        </p:nvSpPr>
        <p:spPr>
          <a:xfrm>
            <a:off x="4947846" y="3328924"/>
            <a:ext cx="892534" cy="857272"/>
          </a:xfrm>
          <a:prstGeom prst="roundRect">
            <a:avLst/>
          </a:prstGeom>
          <a:noFill/>
          <a:ln w="25400"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5</a:t>
            </a:r>
            <a:endParaRPr lang="zh-CN" altLang="en-US" dirty="0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5ABC68AB-F7BC-D590-F39C-35EDA7EAFE25}"/>
              </a:ext>
            </a:extLst>
          </p:cNvPr>
          <p:cNvSpPr txBox="1"/>
          <p:nvPr/>
        </p:nvSpPr>
        <p:spPr>
          <a:xfrm>
            <a:off x="6095999" y="5459832"/>
            <a:ext cx="2486578" cy="4689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>
                <a:latin typeface="+mn-ea"/>
              </a:rPr>
              <a:t>交换条件：</a:t>
            </a:r>
            <a:r>
              <a:rPr lang="en-US" altLang="zh-CN" dirty="0">
                <a:latin typeface="+mn-ea"/>
              </a:rPr>
              <a:t>start &lt; end</a:t>
            </a:r>
            <a:endParaRPr lang="zh-CN" altLang="en-US" dirty="0">
              <a:latin typeface="+mn-ea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36913E5D-1724-7DA1-55BD-5E979C8830FD}"/>
              </a:ext>
            </a:extLst>
          </p:cNvPr>
          <p:cNvSpPr txBox="1"/>
          <p:nvPr/>
        </p:nvSpPr>
        <p:spPr>
          <a:xfrm>
            <a:off x="9585108" y="3916891"/>
            <a:ext cx="2353529" cy="88447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>
                <a:latin typeface="+mn-ea"/>
              </a:rPr>
              <a:t>交换：</a:t>
            </a:r>
            <a:endParaRPr lang="en-US" altLang="zh-CN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zh-CN" dirty="0" err="1">
                <a:latin typeface="+mn-ea"/>
              </a:rPr>
              <a:t>arr</a:t>
            </a:r>
            <a:r>
              <a:rPr lang="en-US" altLang="zh-CN" dirty="0">
                <a:latin typeface="+mn-ea"/>
              </a:rPr>
              <a:t>[start] </a:t>
            </a:r>
            <a:r>
              <a:rPr lang="zh-CN" altLang="en-US" dirty="0">
                <a:latin typeface="+mn-ea"/>
              </a:rPr>
              <a:t>和 </a:t>
            </a:r>
            <a:r>
              <a:rPr lang="en-US" altLang="zh-CN" dirty="0" err="1">
                <a:latin typeface="+mn-ea"/>
              </a:rPr>
              <a:t>arr</a:t>
            </a:r>
            <a:r>
              <a:rPr lang="en-US" altLang="zh-CN" dirty="0">
                <a:latin typeface="+mn-ea"/>
              </a:rPr>
              <a:t>[end]</a:t>
            </a:r>
            <a:endParaRPr lang="zh-CN" altLang="en-US" dirty="0">
              <a:latin typeface="+mn-ea"/>
            </a:endParaRPr>
          </a:p>
        </p:txBody>
      </p:sp>
      <p:sp>
        <p:nvSpPr>
          <p:cNvPr id="25" name="矩形: 圆角 24">
            <a:extLst>
              <a:ext uri="{FF2B5EF4-FFF2-40B4-BE49-F238E27FC236}">
                <a16:creationId xmlns:a16="http://schemas.microsoft.com/office/drawing/2014/main" id="{626A9226-3BEE-9399-6B9E-DDFCF2C94D1A}"/>
              </a:ext>
            </a:extLst>
          </p:cNvPr>
          <p:cNvSpPr/>
          <p:nvPr/>
        </p:nvSpPr>
        <p:spPr>
          <a:xfrm>
            <a:off x="6102412" y="3104899"/>
            <a:ext cx="3893995" cy="360925"/>
          </a:xfrm>
          <a:prstGeom prst="roundRect">
            <a:avLst/>
          </a:prstGeom>
          <a:noFill/>
          <a:ln w="25400">
            <a:solidFill>
              <a:schemeClr val="tx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矩形: 圆角 25">
            <a:extLst>
              <a:ext uri="{FF2B5EF4-FFF2-40B4-BE49-F238E27FC236}">
                <a16:creationId xmlns:a16="http://schemas.microsoft.com/office/drawing/2014/main" id="{51DC3D83-953F-E5F3-404D-6EFE10C216C7}"/>
              </a:ext>
            </a:extLst>
          </p:cNvPr>
          <p:cNvSpPr/>
          <p:nvPr/>
        </p:nvSpPr>
        <p:spPr>
          <a:xfrm>
            <a:off x="6102412" y="5546301"/>
            <a:ext cx="2486578" cy="382506"/>
          </a:xfrm>
          <a:prstGeom prst="roundRect">
            <a:avLst/>
          </a:prstGeom>
          <a:noFill/>
          <a:ln w="25400">
            <a:solidFill>
              <a:schemeClr val="tx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矩形: 圆角 26">
            <a:extLst>
              <a:ext uri="{FF2B5EF4-FFF2-40B4-BE49-F238E27FC236}">
                <a16:creationId xmlns:a16="http://schemas.microsoft.com/office/drawing/2014/main" id="{E6F16D67-F257-1B47-E55F-A67865880E26}"/>
              </a:ext>
            </a:extLst>
          </p:cNvPr>
          <p:cNvSpPr/>
          <p:nvPr/>
        </p:nvSpPr>
        <p:spPr>
          <a:xfrm>
            <a:off x="9591521" y="4005934"/>
            <a:ext cx="2353529" cy="795430"/>
          </a:xfrm>
          <a:prstGeom prst="roundRect">
            <a:avLst/>
          </a:prstGeom>
          <a:noFill/>
          <a:ln w="25400">
            <a:solidFill>
              <a:schemeClr val="tx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矩形: 圆角 27">
            <a:extLst>
              <a:ext uri="{FF2B5EF4-FFF2-40B4-BE49-F238E27FC236}">
                <a16:creationId xmlns:a16="http://schemas.microsoft.com/office/drawing/2014/main" id="{91B6A27C-0F7C-981B-6657-489B71B21E15}"/>
              </a:ext>
            </a:extLst>
          </p:cNvPr>
          <p:cNvSpPr/>
          <p:nvPr/>
        </p:nvSpPr>
        <p:spPr>
          <a:xfrm>
            <a:off x="6095998" y="6241784"/>
            <a:ext cx="2702985" cy="382506"/>
          </a:xfrm>
          <a:prstGeom prst="roundRect">
            <a:avLst/>
          </a:prstGeom>
          <a:noFill/>
          <a:ln w="25400">
            <a:solidFill>
              <a:schemeClr val="tx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9074130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2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7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2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animBg="1"/>
      <p:bldP spid="26" grpId="0" animBg="1"/>
      <p:bldP spid="27" grpId="0" animBg="1"/>
      <p:bldP spid="28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78CFB8-B9FF-FE10-FF82-12FF75BB52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B39D2D43-C2CF-5A5D-4CE7-9B61068EB8F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258201" y="1662411"/>
            <a:ext cx="3787673" cy="4287452"/>
          </a:xfrm>
        </p:spPr>
        <p:txBody>
          <a:bodyPr/>
          <a:lstStyle/>
          <a:p>
            <a:r>
              <a:rPr lang="zh-CN" altLang="en-US" dirty="0">
                <a:latin typeface="Consolas" panose="020B0609020204030204" pitchFamily="49" charset="0"/>
              </a:rPr>
              <a:t>数组介绍</a:t>
            </a:r>
            <a:endParaRPr lang="en-US" altLang="zh-CN" dirty="0">
              <a:latin typeface="Consolas" panose="020B0609020204030204" pitchFamily="49" charset="0"/>
            </a:endParaRPr>
          </a:p>
          <a:p>
            <a:r>
              <a:rPr lang="zh-CN" altLang="en-US" dirty="0">
                <a:latin typeface="Consolas" panose="020B0609020204030204" pitchFamily="49" charset="0"/>
              </a:rPr>
              <a:t>数组的定义和静态初始化</a:t>
            </a:r>
            <a:endParaRPr lang="en-US" altLang="zh-CN" dirty="0">
              <a:latin typeface="Consolas" panose="020B0609020204030204" pitchFamily="49" charset="0"/>
            </a:endParaRPr>
          </a:p>
          <a:p>
            <a:r>
              <a:rPr lang="zh-CN" altLang="en-US" dirty="0">
                <a:latin typeface="Consolas" panose="020B0609020204030204" pitchFamily="49" charset="0"/>
              </a:rPr>
              <a:t>数组元素访问</a:t>
            </a:r>
            <a:endParaRPr lang="en-US" altLang="zh-CN" dirty="0">
              <a:latin typeface="Consolas" panose="020B0609020204030204" pitchFamily="49" charset="0"/>
            </a:endParaRPr>
          </a:p>
          <a:p>
            <a:r>
              <a:rPr lang="zh-CN" altLang="en-US" dirty="0">
                <a:latin typeface="Consolas" panose="020B0609020204030204" pitchFamily="49" charset="0"/>
              </a:rPr>
              <a:t>数组遍历操作</a:t>
            </a:r>
            <a:endParaRPr lang="en-US" altLang="zh-CN" dirty="0">
              <a:latin typeface="Consolas" panose="020B0609020204030204" pitchFamily="49" charset="0"/>
            </a:endParaRPr>
          </a:p>
          <a:p>
            <a:r>
              <a:rPr lang="zh-CN" altLang="en-US" dirty="0">
                <a:latin typeface="Consolas" panose="020B0609020204030204" pitchFamily="49" charset="0"/>
              </a:rPr>
              <a:t>数组动态初始化</a:t>
            </a:r>
            <a:endParaRPr lang="en-US" altLang="zh-CN" dirty="0">
              <a:latin typeface="Consolas" panose="020B0609020204030204" pitchFamily="49" charset="0"/>
            </a:endParaRPr>
          </a:p>
          <a:p>
            <a:r>
              <a:rPr lang="zh-CN" altLang="en-US" dirty="0">
                <a:latin typeface="Consolas" panose="020B0609020204030204" pitchFamily="49" charset="0"/>
              </a:rPr>
              <a:t>数组内存图</a:t>
            </a:r>
            <a:endParaRPr lang="en-US" altLang="zh-CN" dirty="0">
              <a:latin typeface="Consolas" panose="020B0609020204030204" pitchFamily="49" charset="0"/>
            </a:endParaRPr>
          </a:p>
          <a:p>
            <a:r>
              <a:rPr lang="zh-CN" altLang="en-US" dirty="0">
                <a:latin typeface="Consolas" panose="020B0609020204030204" pitchFamily="49" charset="0"/>
              </a:rPr>
              <a:t>数组常见问题</a:t>
            </a:r>
            <a:endParaRPr lang="en-US" altLang="zh-CN" dirty="0">
              <a:latin typeface="Consolas" panose="020B0609020204030204" pitchFamily="49" charset="0"/>
            </a:endParaRPr>
          </a:p>
          <a:p>
            <a:r>
              <a:rPr lang="zh-CN" altLang="en-US" dirty="0">
                <a:latin typeface="Consolas" panose="020B0609020204030204" pitchFamily="49" charset="0"/>
              </a:rPr>
              <a:t>二维数组</a:t>
            </a:r>
          </a:p>
        </p:txBody>
      </p:sp>
    </p:spTree>
    <p:extLst>
      <p:ext uri="{BB962C8B-B14F-4D97-AF65-F5344CB8AC3E}">
        <p14:creationId xmlns:p14="http://schemas.microsoft.com/office/powerpoint/2010/main" val="213961428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BB865F-BE5B-0045-11EC-65819CC9F3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A8FD11A-22E6-6E3D-B49B-6A2EEB1DDC4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834080" y="2465278"/>
            <a:ext cx="4831831" cy="901700"/>
          </a:xfrm>
        </p:spPr>
        <p:txBody>
          <a:bodyPr/>
          <a:lstStyle/>
          <a:p>
            <a:r>
              <a:rPr lang="zh-CN" altLang="en-US" dirty="0"/>
              <a:t>数组动态初始化</a:t>
            </a:r>
          </a:p>
        </p:txBody>
      </p:sp>
      <p:sp>
        <p:nvSpPr>
          <p:cNvPr id="10" name="文本占位符 9">
            <a:extLst>
              <a:ext uri="{FF2B5EF4-FFF2-40B4-BE49-F238E27FC236}">
                <a16:creationId xmlns:a16="http://schemas.microsoft.com/office/drawing/2014/main" id="{03602B01-2BF9-73A6-9890-748205CB053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zh-CN" dirty="0"/>
              <a:t>5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2745317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764C089C-0935-5E44-B9F7-7E9F84DDBA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 数组动态初始化</a:t>
            </a:r>
          </a:p>
        </p:txBody>
      </p:sp>
      <p:sp>
        <p:nvSpPr>
          <p:cNvPr id="13" name="TextBox 3">
            <a:extLst>
              <a:ext uri="{FF2B5EF4-FFF2-40B4-BE49-F238E27FC236}">
                <a16:creationId xmlns:a16="http://schemas.microsoft.com/office/drawing/2014/main" id="{6398ADD0-2527-4160-A462-F5B717AE8071}"/>
              </a:ext>
            </a:extLst>
          </p:cNvPr>
          <p:cNvSpPr txBox="1"/>
          <p:nvPr/>
        </p:nvSpPr>
        <p:spPr>
          <a:xfrm>
            <a:off x="710880" y="1795022"/>
            <a:ext cx="7543800" cy="88319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357708" indent="-357708">
              <a:lnSpc>
                <a:spcPct val="150000"/>
              </a:lnSpc>
              <a:buFont typeface="Wingdings" panose="05000000000000000000" pitchFamily="2" charset="2"/>
              <a:buChar char="l"/>
              <a:defRPr/>
            </a:pPr>
            <a:r>
              <a:rPr lang="zh-CN" altLang="en-US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格式：数据类型</a:t>
            </a:r>
            <a:r>
              <a:rPr lang="en-US" altLang="zh-CN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[] </a:t>
            </a:r>
            <a:r>
              <a:rPr lang="zh-CN" altLang="en-US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数组名 </a:t>
            </a:r>
            <a:r>
              <a:rPr lang="en-US" altLang="zh-CN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= </a:t>
            </a:r>
            <a:r>
              <a:rPr lang="en-US" altLang="zh-CN" dirty="0">
                <a:solidFill>
                  <a:srgbClr val="AD2B26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new</a:t>
            </a:r>
            <a:r>
              <a:rPr lang="en-US" altLang="zh-CN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zh-CN" altLang="en-US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数据类型</a:t>
            </a:r>
            <a:r>
              <a:rPr lang="en-US" altLang="zh-CN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[</a:t>
            </a:r>
            <a:r>
              <a:rPr lang="zh-CN" altLang="en-US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数组长度</a:t>
            </a:r>
            <a:r>
              <a:rPr lang="en-US" altLang="zh-CN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];</a:t>
            </a:r>
          </a:p>
          <a:p>
            <a:pPr marL="357708" indent="-357708">
              <a:lnSpc>
                <a:spcPct val="150000"/>
              </a:lnSpc>
              <a:buFont typeface="Wingdings" panose="05000000000000000000" pitchFamily="2" charset="2"/>
              <a:buChar char="l"/>
              <a:defRPr/>
            </a:pPr>
            <a:r>
              <a:rPr lang="zh-CN" altLang="en-US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范例：</a:t>
            </a:r>
            <a:r>
              <a:rPr lang="en-US" altLang="zh-CN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int[] </a:t>
            </a:r>
            <a:r>
              <a:rPr lang="en-US" altLang="zh-CN" dirty="0" err="1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arr</a:t>
            </a:r>
            <a:r>
              <a:rPr lang="en-US" altLang="zh-CN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= </a:t>
            </a:r>
            <a:r>
              <a:rPr lang="en-US" altLang="zh-CN" dirty="0">
                <a:solidFill>
                  <a:srgbClr val="AD2B26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new</a:t>
            </a:r>
            <a:r>
              <a:rPr lang="en-US" altLang="zh-CN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int[3];</a:t>
            </a:r>
          </a:p>
        </p:txBody>
      </p:sp>
      <p:sp>
        <p:nvSpPr>
          <p:cNvPr id="14" name="TextBox 3">
            <a:extLst>
              <a:ext uri="{FF2B5EF4-FFF2-40B4-BE49-F238E27FC236}">
                <a16:creationId xmlns:a16="http://schemas.microsoft.com/office/drawing/2014/main" id="{68DFE2E0-B164-474A-9291-D93739426F35}"/>
              </a:ext>
            </a:extLst>
          </p:cNvPr>
          <p:cNvSpPr txBox="1"/>
          <p:nvPr/>
        </p:nvSpPr>
        <p:spPr>
          <a:xfrm>
            <a:off x="710880" y="1165894"/>
            <a:ext cx="7543800" cy="46769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zh-CN" altLang="en-US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动态初始化：初始化时只指定数组长度，由系统为数组分配初始值</a:t>
            </a:r>
            <a:endParaRPr lang="en-US" altLang="zh-CN" dirty="0">
              <a:solidFill>
                <a:schemeClr val="tx1">
                  <a:lumMod val="50000"/>
                </a:schemeClr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5DAF5470-D7CC-4D1A-9894-D8FB561309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63211603"/>
              </p:ext>
            </p:extLst>
          </p:nvPr>
        </p:nvGraphicFramePr>
        <p:xfrm>
          <a:off x="710880" y="3157275"/>
          <a:ext cx="7944848" cy="3138172"/>
        </p:xfrm>
        <a:graphic>
          <a:graphicData uri="http://schemas.openxmlformats.org/drawingml/2006/table">
            <a:tbl>
              <a:tblPr/>
              <a:tblGrid>
                <a:gridCol w="1370622">
                  <a:extLst>
                    <a:ext uri="{9D8B030D-6E8A-4147-A177-3AD203B41FA5}">
                      <a16:colId xmlns:a16="http://schemas.microsoft.com/office/drawing/2014/main" val="1317796171"/>
                    </a:ext>
                  </a:extLst>
                </a:gridCol>
                <a:gridCol w="1612582">
                  <a:extLst>
                    <a:ext uri="{9D8B030D-6E8A-4147-A177-3AD203B41FA5}">
                      <a16:colId xmlns:a16="http://schemas.microsoft.com/office/drawing/2014/main" val="69480976"/>
                    </a:ext>
                  </a:extLst>
                </a:gridCol>
                <a:gridCol w="4961644">
                  <a:extLst>
                    <a:ext uri="{9D8B030D-6E8A-4147-A177-3AD203B41FA5}">
                      <a16:colId xmlns:a16="http://schemas.microsoft.com/office/drawing/2014/main" val="1189803003"/>
                    </a:ext>
                  </a:extLst>
                </a:gridCol>
              </a:tblGrid>
              <a:tr h="590457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2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libaba PuHuiTi R" pitchFamily="18" charset="-122"/>
                          <a:ea typeface="Alibaba PuHuiTi R" pitchFamily="18" charset="-122"/>
                          <a:cs typeface="Alibaba PuHuiTi R" pitchFamily="18" charset="-122"/>
                        </a:rPr>
                        <a:t>数据类型</a:t>
                      </a: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AD2B2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2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libaba PuHuiTi R" pitchFamily="18" charset="-122"/>
                          <a:ea typeface="Alibaba PuHuiTi R" pitchFamily="18" charset="-122"/>
                          <a:cs typeface="Alibaba PuHuiTi R" pitchFamily="18" charset="-122"/>
                        </a:rPr>
                        <a:t>明细</a:t>
                      </a: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AD2B2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2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libaba PuHuiTi R" pitchFamily="18" charset="-122"/>
                          <a:ea typeface="Alibaba PuHuiTi R" pitchFamily="18" charset="-122"/>
                          <a:cs typeface="Alibaba PuHuiTi R" pitchFamily="18" charset="-122"/>
                        </a:rPr>
                        <a:t>默认值</a:t>
                      </a: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AD2B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07042233"/>
                  </a:ext>
                </a:extLst>
              </a:tr>
              <a:tr h="509543">
                <a:tc rowSpan="4"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3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基本数据类型</a:t>
                      </a:r>
                    </a:p>
                  </a:txBody>
                  <a:tcPr marL="121875" marR="121875" marT="60980" marB="6098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3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整数</a:t>
                      </a:r>
                    </a:p>
                  </a:txBody>
                  <a:tcPr marL="121875" marR="121875" marT="60980" marB="6098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3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0</a:t>
                      </a:r>
                      <a:endParaRPr kumimoji="0" lang="zh-CN" altLang="en-US" sz="13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Consolas" panose="020B0609020204030204" pitchFamily="49" charset="0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L="121875" marR="121875" marT="60980" marB="6098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30999415"/>
                  </a:ext>
                </a:extLst>
              </a:tr>
              <a:tr h="509543">
                <a:tc vMerge="1"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3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整数常量</a:t>
                      </a:r>
                    </a:p>
                  </a:txBody>
                  <a:tcPr marL="121875" marR="121875" marT="60980" marB="6098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3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小数</a:t>
                      </a:r>
                    </a:p>
                  </a:txBody>
                  <a:tcPr marL="121875" marR="121875" marT="60980" marB="6098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3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0.0</a:t>
                      </a:r>
                      <a:endParaRPr kumimoji="0" lang="zh-CN" altLang="en-US" sz="13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Consolas" panose="020B0609020204030204" pitchFamily="49" charset="0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L="121875" marR="121875" marT="60980" marB="6098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06236620"/>
                  </a:ext>
                </a:extLst>
              </a:tr>
              <a:tr h="509543">
                <a:tc vMerge="1"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3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小数常量</a:t>
                      </a:r>
                    </a:p>
                  </a:txBody>
                  <a:tcPr marL="121875" marR="121875" marT="60980" marB="6098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3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字符</a:t>
                      </a:r>
                    </a:p>
                  </a:txBody>
                  <a:tcPr marL="121875" marR="121875" marT="60980" marB="6098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3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'\u0000'  </a:t>
                      </a:r>
                      <a:r>
                        <a:rPr kumimoji="0" lang="zh-CN" altLang="en-US" sz="13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常见体现为空白字符</a:t>
                      </a:r>
                    </a:p>
                  </a:txBody>
                  <a:tcPr marL="121875" marR="121875" marT="60980" marB="6098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90568274"/>
                  </a:ext>
                </a:extLst>
              </a:tr>
              <a:tr h="509543">
                <a:tc vMerge="1"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3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字符常量</a:t>
                      </a:r>
                    </a:p>
                  </a:txBody>
                  <a:tcPr marL="121875" marR="121875" marT="60980" marB="6098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  <a:alpha val="79999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3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布尔</a:t>
                      </a:r>
                    </a:p>
                  </a:txBody>
                  <a:tcPr marL="121875" marR="121875" marT="60980" marB="6098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  <a:alpha val="79999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3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false</a:t>
                      </a:r>
                      <a:endParaRPr kumimoji="0" lang="zh-CN" altLang="en-US" sz="13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Consolas" panose="020B0609020204030204" pitchFamily="49" charset="0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L="121875" marR="121875" marT="60980" marB="6098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  <a:alpha val="79999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3109409"/>
                  </a:ext>
                </a:extLst>
              </a:tr>
              <a:tr h="50954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3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引用数据类型</a:t>
                      </a:r>
                    </a:p>
                  </a:txBody>
                  <a:tcPr marL="121875" marR="121875" marT="60980" marB="6098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3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类、接口、数组</a:t>
                      </a:r>
                    </a:p>
                  </a:txBody>
                  <a:tcPr marL="121875" marR="121875" marT="60980" marB="6098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3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null</a:t>
                      </a:r>
                      <a:endParaRPr kumimoji="0" lang="zh-CN" altLang="en-US" sz="13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Consolas" panose="020B0609020204030204" pitchFamily="49" charset="0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L="121875" marR="121875" marT="60980" marB="6098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135567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414760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3677386-CF85-1327-9256-55A76E77974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577851" y="1839935"/>
            <a:ext cx="7402227" cy="3962399"/>
          </a:xfrm>
        </p:spPr>
        <p:txBody>
          <a:bodyPr/>
          <a:lstStyle/>
          <a:p>
            <a:r>
              <a:rPr lang="zh-CN" altLang="en-US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</a:rPr>
              <a:t>动态初始化</a:t>
            </a:r>
            <a:endParaRPr lang="en-US" altLang="zh-CN" dirty="0">
              <a:solidFill>
                <a:schemeClr val="tx1">
                  <a:lumMod val="50000"/>
                </a:schemeClr>
              </a:solidFill>
              <a:latin typeface="Consolas" panose="020B0609020204030204" pitchFamily="49" charset="0"/>
            </a:endParaRPr>
          </a:p>
          <a:p>
            <a:r>
              <a:rPr lang="en-US" altLang="zh-CN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</a:rPr>
              <a:t>	</a:t>
            </a:r>
            <a:r>
              <a:rPr lang="zh-CN" altLang="en-US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</a:rPr>
              <a:t>格式：数据类型</a:t>
            </a:r>
            <a:r>
              <a:rPr lang="en-US" altLang="zh-CN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</a:rPr>
              <a:t>[] </a:t>
            </a:r>
            <a:r>
              <a:rPr lang="zh-CN" altLang="en-US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</a:rPr>
              <a:t>数组名 </a:t>
            </a:r>
            <a:r>
              <a:rPr lang="en-US" altLang="zh-CN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</a:rPr>
              <a:t>= new </a:t>
            </a:r>
            <a:r>
              <a:rPr lang="zh-CN" altLang="en-US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</a:rPr>
              <a:t>数据类型</a:t>
            </a:r>
            <a:r>
              <a:rPr lang="en-US" altLang="zh-CN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</a:rPr>
              <a:t>[</a:t>
            </a:r>
            <a:r>
              <a:rPr lang="zh-CN" altLang="en-US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</a:rPr>
              <a:t>长度</a:t>
            </a:r>
            <a:r>
              <a:rPr lang="en-US" altLang="zh-CN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</a:rPr>
              <a:t>];</a:t>
            </a:r>
          </a:p>
          <a:p>
            <a:r>
              <a:rPr lang="en-US" altLang="zh-CN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</a:rPr>
              <a:t>	</a:t>
            </a:r>
            <a:r>
              <a:rPr lang="zh-CN" altLang="en-US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</a:rPr>
              <a:t>特点：手动指定长度，系统自动分配默认初始化值</a:t>
            </a:r>
            <a:endParaRPr lang="en-US" altLang="zh-CN" dirty="0">
              <a:solidFill>
                <a:schemeClr val="tx1">
                  <a:lumMod val="50000"/>
                </a:schemeClr>
              </a:solidFill>
              <a:latin typeface="Consolas" panose="020B0609020204030204" pitchFamily="49" charset="0"/>
            </a:endParaRPr>
          </a:p>
          <a:p>
            <a:r>
              <a:rPr lang="en-US" altLang="zh-CN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</a:rPr>
              <a:t>	</a:t>
            </a:r>
            <a:r>
              <a:rPr lang="zh-CN" altLang="en-US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</a:rPr>
              <a:t>场景：不明确要操作元素的时候</a:t>
            </a:r>
            <a:endParaRPr lang="en-US" altLang="zh-CN" dirty="0">
              <a:solidFill>
                <a:schemeClr val="tx1">
                  <a:lumMod val="50000"/>
                </a:schemeClr>
              </a:solidFill>
              <a:latin typeface="Consolas" panose="020B0609020204030204" pitchFamily="49" charset="0"/>
            </a:endParaRPr>
          </a:p>
          <a:p>
            <a:endParaRPr lang="en-US" altLang="zh-CN" dirty="0">
              <a:solidFill>
                <a:schemeClr val="tx1">
                  <a:lumMod val="50000"/>
                </a:schemeClr>
              </a:solidFill>
              <a:latin typeface="Consolas" panose="020B0609020204030204" pitchFamily="49" charset="0"/>
            </a:endParaRPr>
          </a:p>
          <a:p>
            <a:endParaRPr lang="en-US" altLang="zh-CN" dirty="0">
              <a:solidFill>
                <a:schemeClr val="tx1">
                  <a:lumMod val="50000"/>
                </a:schemeClr>
              </a:solidFill>
              <a:latin typeface="Consolas" panose="020B0609020204030204" pitchFamily="49" charset="0"/>
            </a:endParaRPr>
          </a:p>
          <a:p>
            <a:endParaRPr lang="en-US" altLang="zh-CN" dirty="0">
              <a:solidFill>
                <a:schemeClr val="tx1">
                  <a:lumMod val="50000"/>
                </a:schemeClr>
              </a:solidFill>
              <a:latin typeface="Consolas" panose="020B0609020204030204" pitchFamily="49" charset="0"/>
            </a:endParaRPr>
          </a:p>
          <a:p>
            <a:r>
              <a:rPr lang="zh-CN" altLang="en-US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</a:rPr>
              <a:t>静态初始化</a:t>
            </a:r>
            <a:endParaRPr lang="en-US" altLang="zh-CN" dirty="0">
              <a:solidFill>
                <a:schemeClr val="tx1">
                  <a:lumMod val="50000"/>
                </a:schemeClr>
              </a:solidFill>
              <a:latin typeface="Consolas" panose="020B0609020204030204" pitchFamily="49" charset="0"/>
            </a:endParaRPr>
          </a:p>
          <a:p>
            <a:r>
              <a:rPr lang="en-US" altLang="zh-CN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</a:rPr>
              <a:t>	</a:t>
            </a:r>
            <a:r>
              <a:rPr lang="zh-CN" altLang="en-US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</a:rPr>
              <a:t>格式：数据类型</a:t>
            </a:r>
            <a:r>
              <a:rPr lang="en-US" altLang="zh-CN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</a:rPr>
              <a:t>[] </a:t>
            </a:r>
            <a:r>
              <a:rPr lang="zh-CN" altLang="en-US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</a:rPr>
              <a:t>数组名 </a:t>
            </a:r>
            <a:r>
              <a:rPr lang="en-US" altLang="zh-CN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</a:rPr>
              <a:t>= {</a:t>
            </a:r>
            <a:r>
              <a:rPr lang="zh-CN" altLang="en-US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</a:rPr>
              <a:t>元素</a:t>
            </a:r>
            <a:r>
              <a:rPr lang="en-US" altLang="zh-CN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</a:rPr>
              <a:t>1, </a:t>
            </a:r>
            <a:r>
              <a:rPr lang="zh-CN" altLang="en-US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</a:rPr>
              <a:t>元素</a:t>
            </a:r>
            <a:r>
              <a:rPr lang="en-US" altLang="zh-CN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</a:rPr>
              <a:t>2, </a:t>
            </a:r>
            <a:r>
              <a:rPr lang="zh-CN" altLang="en-US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</a:rPr>
              <a:t>元素</a:t>
            </a:r>
            <a:r>
              <a:rPr lang="en-US" altLang="zh-CN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</a:rPr>
              <a:t>3...};</a:t>
            </a:r>
          </a:p>
          <a:p>
            <a:r>
              <a:rPr lang="en-US" altLang="zh-CN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</a:rPr>
              <a:t>	</a:t>
            </a:r>
            <a:r>
              <a:rPr lang="zh-CN" altLang="en-US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</a:rPr>
              <a:t>特点：手动指定元素，系统计算出数组长度</a:t>
            </a:r>
            <a:endParaRPr lang="en-US" altLang="zh-CN" dirty="0">
              <a:solidFill>
                <a:schemeClr val="tx1">
                  <a:lumMod val="50000"/>
                </a:schemeClr>
              </a:solidFill>
              <a:latin typeface="Consolas" panose="020B0609020204030204" pitchFamily="49" charset="0"/>
            </a:endParaRPr>
          </a:p>
          <a:p>
            <a:r>
              <a:rPr lang="en-US" altLang="zh-CN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</a:rPr>
              <a:t>	</a:t>
            </a:r>
            <a:r>
              <a:rPr lang="zh-CN" altLang="en-US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</a:rPr>
              <a:t>场景：明确具体要操作的元素</a:t>
            </a:r>
            <a:endParaRPr lang="en-US" altLang="zh-CN" dirty="0">
              <a:solidFill>
                <a:schemeClr val="tx1">
                  <a:lumMod val="50000"/>
                </a:schemeClr>
              </a:solidFill>
              <a:latin typeface="Consolas" panose="020B0609020204030204" pitchFamily="49" charset="0"/>
            </a:endParaRPr>
          </a:p>
          <a:p>
            <a:endParaRPr lang="zh-CN" altLang="en-US" dirty="0">
              <a:solidFill>
                <a:schemeClr val="tx1">
                  <a:lumMod val="50000"/>
                </a:schemeClr>
              </a:solidFill>
              <a:latin typeface="Consolas" panose="020B0609020204030204" pitchFamily="49" charset="0"/>
            </a:endParaRP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764C089C-0935-5E44-B9F7-7E9F84DDBA17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334963"/>
            <a:ext cx="10737850" cy="474662"/>
          </a:xfrm>
          <a:prstGeom prst="rect">
            <a:avLst/>
          </a:prstGeom>
        </p:spPr>
        <p:txBody>
          <a:bodyPr/>
          <a:lstStyle/>
          <a:p>
            <a:r>
              <a:rPr kumimoji="1" lang="zh-CN" altLang="en-US" dirty="0"/>
              <a:t> 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395465A6-1FBC-C4DE-0524-136F85B09A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92205" y="2537791"/>
            <a:ext cx="3318854" cy="194073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22180196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4">
            <a:extLst>
              <a:ext uri="{FF2B5EF4-FFF2-40B4-BE49-F238E27FC236}">
                <a16:creationId xmlns:a16="http://schemas.microsoft.com/office/drawing/2014/main" id="{9F15A5CA-AD64-F2BF-8EB4-2743EF479F4D}"/>
              </a:ext>
            </a:extLst>
          </p:cNvPr>
          <p:cNvSpPr txBox="1">
            <a:spLocks/>
          </p:cNvSpPr>
          <p:nvPr/>
        </p:nvSpPr>
        <p:spPr>
          <a:xfrm>
            <a:off x="1442035" y="1076451"/>
            <a:ext cx="9938241" cy="4219575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en-US" altLang="zh-CN" sz="1600" dirty="0">
              <a:latin typeface="Consolas" panose="020B0609020204030204" pitchFamily="49" charset="0"/>
            </a:endParaRP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016C23C0-7BDB-3FA9-02ED-EB5A44B38E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评委打分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F6993A0-CC1C-98D7-EDE2-202F7B1F9BB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600" b="1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需求：</a:t>
            </a:r>
            <a:endParaRPr lang="en-US" altLang="zh-CN" sz="1600" b="1" dirty="0">
              <a:solidFill>
                <a:schemeClr val="tx1">
                  <a:lumMod val="50000"/>
                </a:schemeClr>
              </a:solidFill>
              <a:latin typeface="+mn-ea"/>
            </a:endParaRPr>
          </a:p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60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在编程竞赛中，有</a:t>
            </a:r>
            <a:r>
              <a:rPr lang="en-US" altLang="zh-CN" sz="160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6</a:t>
            </a:r>
            <a:r>
              <a:rPr lang="zh-CN" altLang="en-US" sz="160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个评委为参赛的选手打分，分数为</a:t>
            </a:r>
            <a:r>
              <a:rPr lang="en-US" altLang="zh-CN" sz="160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0-100</a:t>
            </a:r>
            <a:r>
              <a:rPr lang="zh-CN" altLang="en-US" sz="160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的整数分。​        </a:t>
            </a:r>
            <a:endParaRPr lang="en-US" altLang="zh-CN" sz="1600" dirty="0">
              <a:solidFill>
                <a:schemeClr val="tx1">
                  <a:lumMod val="50000"/>
                </a:schemeClr>
              </a:solidFill>
              <a:latin typeface="+mn-ea"/>
            </a:endParaRPr>
          </a:p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60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选手的最后得分为：去掉一个最高分和一个最低分后 的</a:t>
            </a:r>
            <a:r>
              <a:rPr lang="en-US" altLang="zh-CN" sz="160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4</a:t>
            </a:r>
            <a:r>
              <a:rPr lang="zh-CN" altLang="en-US" sz="160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个评委平均值</a:t>
            </a:r>
            <a:endParaRPr lang="en-US" altLang="zh-CN" sz="1600" dirty="0">
              <a:solidFill>
                <a:schemeClr val="tx1">
                  <a:lumMod val="50000"/>
                </a:schemeClr>
              </a:solidFill>
              <a:latin typeface="+mn-ea"/>
            </a:endParaRPr>
          </a:p>
          <a:p>
            <a:endParaRPr lang="zh-CN" altLang="en-US" dirty="0">
              <a:solidFill>
                <a:schemeClr val="tx1">
                  <a:lumMod val="50000"/>
                </a:schemeClr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13309190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E6CF06-E5E4-E7C9-7F5D-D2D096FC91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83B2C844-C709-D7C9-45DE-BB174F71C9E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258201" y="1662411"/>
            <a:ext cx="3787673" cy="4287452"/>
          </a:xfrm>
        </p:spPr>
        <p:txBody>
          <a:bodyPr/>
          <a:lstStyle/>
          <a:p>
            <a:r>
              <a:rPr lang="zh-CN" altLang="en-US" dirty="0">
                <a:latin typeface="Consolas" panose="020B0609020204030204" pitchFamily="49" charset="0"/>
              </a:rPr>
              <a:t>数组介绍</a:t>
            </a:r>
            <a:endParaRPr lang="en-US" altLang="zh-CN" dirty="0">
              <a:latin typeface="Consolas" panose="020B0609020204030204" pitchFamily="49" charset="0"/>
            </a:endParaRPr>
          </a:p>
          <a:p>
            <a:r>
              <a:rPr lang="zh-CN" altLang="en-US" dirty="0">
                <a:latin typeface="Consolas" panose="020B0609020204030204" pitchFamily="49" charset="0"/>
              </a:rPr>
              <a:t>数组的定义和静态初始化</a:t>
            </a:r>
            <a:endParaRPr lang="en-US" altLang="zh-CN" dirty="0">
              <a:latin typeface="Consolas" panose="020B0609020204030204" pitchFamily="49" charset="0"/>
            </a:endParaRPr>
          </a:p>
          <a:p>
            <a:r>
              <a:rPr lang="zh-CN" altLang="en-US" dirty="0">
                <a:latin typeface="Consolas" panose="020B0609020204030204" pitchFamily="49" charset="0"/>
              </a:rPr>
              <a:t>数组元素访问</a:t>
            </a:r>
            <a:endParaRPr lang="en-US" altLang="zh-CN" dirty="0">
              <a:latin typeface="Consolas" panose="020B0609020204030204" pitchFamily="49" charset="0"/>
            </a:endParaRPr>
          </a:p>
          <a:p>
            <a:r>
              <a:rPr lang="zh-CN" altLang="en-US" dirty="0">
                <a:latin typeface="Consolas" panose="020B0609020204030204" pitchFamily="49" charset="0"/>
              </a:rPr>
              <a:t>数组遍历操作</a:t>
            </a:r>
            <a:endParaRPr lang="en-US" altLang="zh-CN" dirty="0">
              <a:latin typeface="Consolas" panose="020B0609020204030204" pitchFamily="49" charset="0"/>
            </a:endParaRPr>
          </a:p>
          <a:p>
            <a:r>
              <a:rPr lang="zh-CN" altLang="en-US" dirty="0">
                <a:latin typeface="Consolas" panose="020B0609020204030204" pitchFamily="49" charset="0"/>
              </a:rPr>
              <a:t>数组动态初始化</a:t>
            </a:r>
            <a:endParaRPr lang="en-US" altLang="zh-CN" dirty="0">
              <a:latin typeface="Consolas" panose="020B0609020204030204" pitchFamily="49" charset="0"/>
            </a:endParaRPr>
          </a:p>
          <a:p>
            <a:r>
              <a:rPr lang="zh-CN" altLang="en-US" dirty="0">
                <a:latin typeface="Consolas" panose="020B0609020204030204" pitchFamily="49" charset="0"/>
              </a:rPr>
              <a:t>数组内存图</a:t>
            </a:r>
            <a:endParaRPr lang="en-US" altLang="zh-CN" dirty="0">
              <a:latin typeface="Consolas" panose="020B0609020204030204" pitchFamily="49" charset="0"/>
            </a:endParaRPr>
          </a:p>
          <a:p>
            <a:r>
              <a:rPr lang="zh-CN" altLang="en-US" dirty="0">
                <a:latin typeface="Consolas" panose="020B0609020204030204" pitchFamily="49" charset="0"/>
              </a:rPr>
              <a:t>数组常见问题</a:t>
            </a:r>
            <a:endParaRPr lang="en-US" altLang="zh-CN" dirty="0">
              <a:latin typeface="Consolas" panose="020B0609020204030204" pitchFamily="49" charset="0"/>
            </a:endParaRPr>
          </a:p>
          <a:p>
            <a:r>
              <a:rPr lang="zh-CN" altLang="en-US" dirty="0">
                <a:latin typeface="Consolas" panose="020B0609020204030204" pitchFamily="49" charset="0"/>
              </a:rPr>
              <a:t>二维数组</a:t>
            </a:r>
          </a:p>
        </p:txBody>
      </p:sp>
    </p:spTree>
    <p:extLst>
      <p:ext uri="{BB962C8B-B14F-4D97-AF65-F5344CB8AC3E}">
        <p14:creationId xmlns:p14="http://schemas.microsoft.com/office/powerpoint/2010/main" val="209418348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E4910B-049F-3C9A-F7D8-88BC42D5F5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2323101-FF59-0A08-C0E8-CBFE08D625C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834080" y="2465278"/>
            <a:ext cx="4831831" cy="901700"/>
          </a:xfrm>
        </p:spPr>
        <p:txBody>
          <a:bodyPr/>
          <a:lstStyle/>
          <a:p>
            <a:r>
              <a:rPr lang="zh-CN" altLang="en-US" dirty="0"/>
              <a:t>数组内存图</a:t>
            </a:r>
          </a:p>
        </p:txBody>
      </p:sp>
      <p:sp>
        <p:nvSpPr>
          <p:cNvPr id="10" name="文本占位符 9">
            <a:extLst>
              <a:ext uri="{FF2B5EF4-FFF2-40B4-BE49-F238E27FC236}">
                <a16:creationId xmlns:a16="http://schemas.microsoft.com/office/drawing/2014/main" id="{235E778E-0451-BAA2-30E8-46AB4C7719C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zh-CN" dirty="0"/>
              <a:t>6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90327266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764C089C-0935-5E44-B9F7-7E9F84DDBA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 数组内存图</a:t>
            </a:r>
          </a:p>
        </p:txBody>
      </p:sp>
      <p:sp>
        <p:nvSpPr>
          <p:cNvPr id="40" name="文本占位符 3">
            <a:extLst>
              <a:ext uri="{FF2B5EF4-FFF2-40B4-BE49-F238E27FC236}">
                <a16:creationId xmlns:a16="http://schemas.microsoft.com/office/drawing/2014/main" id="{57B70709-3842-4151-86BD-E249E98D2F55}"/>
              </a:ext>
            </a:extLst>
          </p:cNvPr>
          <p:cNvSpPr txBox="1">
            <a:spLocks/>
          </p:cNvSpPr>
          <p:nvPr/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lang="zh-CN" altLang="en-US" sz="18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</a:rPr>
              <a:t>Java </a:t>
            </a:r>
            <a:r>
              <a:rPr kumimoji="1" lang="zh-CN" altLang="en-US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</a:rPr>
              <a:t>内存分配介绍</a:t>
            </a:r>
          </a:p>
        </p:txBody>
      </p:sp>
      <p:sp>
        <p:nvSpPr>
          <p:cNvPr id="43" name="TextBox 3">
            <a:extLst>
              <a:ext uri="{FF2B5EF4-FFF2-40B4-BE49-F238E27FC236}">
                <a16:creationId xmlns:a16="http://schemas.microsoft.com/office/drawing/2014/main" id="{0BB46567-F59F-4553-BD3D-3E347644B7CA}"/>
              </a:ext>
            </a:extLst>
          </p:cNvPr>
          <p:cNvSpPr txBox="1"/>
          <p:nvPr/>
        </p:nvSpPr>
        <p:spPr>
          <a:xfrm>
            <a:off x="731521" y="1909958"/>
            <a:ext cx="8718551" cy="167411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228594" indent="-228594">
              <a:lnSpc>
                <a:spcPct val="150000"/>
              </a:lnSpc>
              <a:buFont typeface="Wingdings" pitchFamily="2" charset="2"/>
              <a:buChar char="l"/>
              <a:defRPr/>
            </a:pPr>
            <a:r>
              <a:rPr lang="zh-CN" altLang="en-US" sz="1400" b="1" dirty="0">
                <a:solidFill>
                  <a:schemeClr val="tx1">
                    <a:lumMod val="50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栈</a:t>
            </a:r>
            <a:endParaRPr lang="en-US" altLang="zh-CN" sz="1400" b="1" dirty="0">
              <a:solidFill>
                <a:schemeClr val="tx1">
                  <a:lumMod val="50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228594" indent="-228594">
              <a:lnSpc>
                <a:spcPct val="150000"/>
              </a:lnSpc>
              <a:buFont typeface="Wingdings" pitchFamily="2" charset="2"/>
              <a:buChar char="l"/>
              <a:defRPr/>
            </a:pPr>
            <a:r>
              <a:rPr lang="zh-CN" altLang="en-US" sz="1400" b="1" dirty="0">
                <a:solidFill>
                  <a:schemeClr val="tx1">
                    <a:lumMod val="50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堆</a:t>
            </a:r>
            <a:endParaRPr lang="en-US" altLang="zh-CN" sz="1400" b="1" dirty="0">
              <a:solidFill>
                <a:schemeClr val="tx1">
                  <a:lumMod val="50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228594" indent="-228594">
              <a:lnSpc>
                <a:spcPct val="150000"/>
              </a:lnSpc>
              <a:buFont typeface="Wingdings" pitchFamily="2" charset="2"/>
              <a:buChar char="l"/>
              <a:defRPr/>
            </a:pPr>
            <a:r>
              <a:rPr lang="zh-CN" altLang="en-US" sz="1400" b="1" dirty="0">
                <a:solidFill>
                  <a:schemeClr val="tx1">
                    <a:lumMod val="50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方法区</a:t>
            </a:r>
            <a:endParaRPr lang="en-US" altLang="zh-CN" sz="1400" b="1" dirty="0">
              <a:solidFill>
                <a:schemeClr val="tx1">
                  <a:lumMod val="50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228594" indent="-228594">
              <a:lnSpc>
                <a:spcPct val="150000"/>
              </a:lnSpc>
              <a:buFont typeface="Wingdings" pitchFamily="2" charset="2"/>
              <a:buChar char="l"/>
              <a:defRPr/>
            </a:pPr>
            <a:r>
              <a:rPr lang="zh-CN" altLang="en-US" sz="1400" b="1" dirty="0">
                <a:solidFill>
                  <a:schemeClr val="bg1">
                    <a:lumMod val="7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本地方法栈</a:t>
            </a:r>
            <a:endParaRPr lang="en-US" altLang="zh-CN" sz="1400" b="1" dirty="0">
              <a:solidFill>
                <a:schemeClr val="bg1">
                  <a:lumMod val="7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228594" indent="-228594">
              <a:lnSpc>
                <a:spcPct val="150000"/>
              </a:lnSpc>
              <a:buFont typeface="Wingdings" pitchFamily="2" charset="2"/>
              <a:buChar char="l"/>
              <a:defRPr/>
            </a:pPr>
            <a:r>
              <a:rPr lang="zh-CN" altLang="en-US" sz="1400" b="1" dirty="0">
                <a:solidFill>
                  <a:schemeClr val="bg1">
                    <a:lumMod val="7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寄存器</a:t>
            </a:r>
            <a:endParaRPr lang="en-US" altLang="zh-CN" sz="1400" b="1" dirty="0">
              <a:solidFill>
                <a:schemeClr val="bg1">
                  <a:lumMod val="7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44" name="组合 43">
            <a:extLst>
              <a:ext uri="{FF2B5EF4-FFF2-40B4-BE49-F238E27FC236}">
                <a16:creationId xmlns:a16="http://schemas.microsoft.com/office/drawing/2014/main" id="{36553EAC-F86D-4D49-AB1D-4229A7EF1251}"/>
              </a:ext>
            </a:extLst>
          </p:cNvPr>
          <p:cNvGrpSpPr>
            <a:grpSpLocks/>
          </p:cNvGrpSpPr>
          <p:nvPr/>
        </p:nvGrpSpPr>
        <p:grpSpPr bwMode="auto">
          <a:xfrm>
            <a:off x="8754534" y="1807634"/>
            <a:ext cx="3198284" cy="4790017"/>
            <a:chOff x="6565874" y="1354975"/>
            <a:chExt cx="2398614" cy="3592863"/>
          </a:xfrm>
        </p:grpSpPr>
        <p:sp>
          <p:nvSpPr>
            <p:cNvPr id="45" name="矩形 44">
              <a:extLst>
                <a:ext uri="{FF2B5EF4-FFF2-40B4-BE49-F238E27FC236}">
                  <a16:creationId xmlns:a16="http://schemas.microsoft.com/office/drawing/2014/main" id="{17B60D2E-25EE-4786-9450-517834CEF1E4}"/>
                </a:ext>
              </a:extLst>
            </p:cNvPr>
            <p:cNvSpPr/>
            <p:nvPr/>
          </p:nvSpPr>
          <p:spPr bwMode="auto">
            <a:xfrm>
              <a:off x="6565874" y="1354975"/>
              <a:ext cx="2398614" cy="3592863"/>
            </a:xfrm>
            <a:prstGeom prst="rect">
              <a:avLst/>
            </a:prstGeom>
            <a:solidFill>
              <a:srgbClr val="047FFD">
                <a:alpha val="10000"/>
              </a:srgbClr>
            </a:solidFill>
            <a:ln w="38100">
              <a:solidFill>
                <a:srgbClr val="047FFD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sz="2400">
                <a:latin typeface="思源黑体 CN Bold" panose="020B0800000000000000" pitchFamily="34" charset="-122"/>
                <a:ea typeface="思源黑体 CN Bold" panose="020B0800000000000000" pitchFamily="34" charset="-122"/>
              </a:endParaRPr>
            </a:p>
          </p:txBody>
        </p:sp>
        <p:sp>
          <p:nvSpPr>
            <p:cNvPr id="46" name="TextBox 2">
              <a:extLst>
                <a:ext uri="{FF2B5EF4-FFF2-40B4-BE49-F238E27FC236}">
                  <a16:creationId xmlns:a16="http://schemas.microsoft.com/office/drawing/2014/main" id="{97D2F12D-9EDE-4DBF-B59A-C5A13DA7A45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296868" y="4489224"/>
              <a:ext cx="936625" cy="4410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150000"/>
                </a:lnSpc>
              </a:pPr>
              <a:r>
                <a:rPr lang="zh-CN" altLang="en-US" sz="2400" b="1">
                  <a:solidFill>
                    <a:srgbClr val="047FFD"/>
                  </a:solidFill>
                  <a:latin typeface="思源黑体 CN Bold" panose="020B0800000000000000" pitchFamily="34" charset="-122"/>
                  <a:ea typeface="思源黑体 CN Bold" panose="020B0800000000000000" pitchFamily="34" charset="-122"/>
                </a:rPr>
                <a:t>堆内存</a:t>
              </a:r>
            </a:p>
          </p:txBody>
        </p:sp>
      </p:grpSp>
      <p:grpSp>
        <p:nvGrpSpPr>
          <p:cNvPr id="47" name="组合 46">
            <a:extLst>
              <a:ext uri="{FF2B5EF4-FFF2-40B4-BE49-F238E27FC236}">
                <a16:creationId xmlns:a16="http://schemas.microsoft.com/office/drawing/2014/main" id="{4B7EF785-AFA4-4D0B-8594-F9C3FEBDE153}"/>
              </a:ext>
            </a:extLst>
          </p:cNvPr>
          <p:cNvGrpSpPr>
            <a:grpSpLocks/>
          </p:cNvGrpSpPr>
          <p:nvPr/>
        </p:nvGrpSpPr>
        <p:grpSpPr bwMode="auto">
          <a:xfrm>
            <a:off x="5941484" y="1797051"/>
            <a:ext cx="2360083" cy="4800601"/>
            <a:chOff x="4441895" y="1347668"/>
            <a:chExt cx="1771200" cy="3600177"/>
          </a:xfrm>
        </p:grpSpPr>
        <p:sp>
          <p:nvSpPr>
            <p:cNvPr id="48" name="矩形 47">
              <a:extLst>
                <a:ext uri="{FF2B5EF4-FFF2-40B4-BE49-F238E27FC236}">
                  <a16:creationId xmlns:a16="http://schemas.microsoft.com/office/drawing/2014/main" id="{CB2D1A24-AD44-4A6B-8162-9EA269203F9F}"/>
                </a:ext>
              </a:extLst>
            </p:cNvPr>
            <p:cNvSpPr/>
            <p:nvPr/>
          </p:nvSpPr>
          <p:spPr bwMode="auto">
            <a:xfrm>
              <a:off x="4472076" y="1350843"/>
              <a:ext cx="1728310" cy="3597002"/>
            </a:xfrm>
            <a:prstGeom prst="rect">
              <a:avLst/>
            </a:prstGeom>
            <a:solidFill>
              <a:srgbClr val="FD0000">
                <a:alpha val="10000"/>
              </a:srgbClr>
            </a:solidFill>
            <a:ln w="38100">
              <a:noFill/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sz="2400">
                <a:latin typeface="思源黑体 CN Bold" panose="020B0800000000000000" pitchFamily="34" charset="-122"/>
                <a:ea typeface="思源黑体 CN Bold" panose="020B0800000000000000" pitchFamily="34" charset="-122"/>
              </a:endParaRPr>
            </a:p>
          </p:txBody>
        </p:sp>
        <p:sp>
          <p:nvSpPr>
            <p:cNvPr id="49" name="TextBox 2">
              <a:extLst>
                <a:ext uri="{FF2B5EF4-FFF2-40B4-BE49-F238E27FC236}">
                  <a16:creationId xmlns:a16="http://schemas.microsoft.com/office/drawing/2014/main" id="{291FA3BC-DEF2-4A38-AFFF-E5F4141834C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68464" y="4457474"/>
              <a:ext cx="935038" cy="4410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150000"/>
                </a:lnSpc>
              </a:pPr>
              <a:r>
                <a:rPr lang="zh-CN" altLang="en-US" sz="2400" b="1" dirty="0">
                  <a:solidFill>
                    <a:schemeClr val="accent2"/>
                  </a:solidFill>
                  <a:latin typeface="思源黑体 CN Bold" panose="020B0800000000000000" pitchFamily="34" charset="-122"/>
                  <a:ea typeface="思源黑体 CN Bold" panose="020B0800000000000000" pitchFamily="34" charset="-122"/>
                </a:rPr>
                <a:t>栈内存</a:t>
              </a:r>
              <a:endParaRPr lang="en-US" altLang="zh-CN" sz="2400" b="1" dirty="0">
                <a:solidFill>
                  <a:schemeClr val="accent2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endParaRPr>
            </a:p>
          </p:txBody>
        </p:sp>
        <p:cxnSp>
          <p:nvCxnSpPr>
            <p:cNvPr id="50" name="直接连接符 49">
              <a:extLst>
                <a:ext uri="{FF2B5EF4-FFF2-40B4-BE49-F238E27FC236}">
                  <a16:creationId xmlns:a16="http://schemas.microsoft.com/office/drawing/2014/main" id="{143964BF-C87A-4A83-A986-9BFE5861635A}"/>
                </a:ext>
              </a:extLst>
            </p:cNvPr>
            <p:cNvCxnSpPr/>
            <p:nvPr/>
          </p:nvCxnSpPr>
          <p:spPr>
            <a:xfrm>
              <a:off x="4448249" y="1347668"/>
              <a:ext cx="11119" cy="3597002"/>
            </a:xfrm>
            <a:prstGeom prst="line">
              <a:avLst/>
            </a:prstGeom>
            <a:ln w="381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直接连接符 50">
              <a:extLst>
                <a:ext uri="{FF2B5EF4-FFF2-40B4-BE49-F238E27FC236}">
                  <a16:creationId xmlns:a16="http://schemas.microsoft.com/office/drawing/2014/main" id="{08FB4DC2-2EB6-422F-A056-01EFC5BAB2F8}"/>
                </a:ext>
              </a:extLst>
            </p:cNvPr>
            <p:cNvCxnSpPr/>
            <p:nvPr/>
          </p:nvCxnSpPr>
          <p:spPr>
            <a:xfrm>
              <a:off x="6184502" y="1350843"/>
              <a:ext cx="11120" cy="3597002"/>
            </a:xfrm>
            <a:prstGeom prst="line">
              <a:avLst/>
            </a:prstGeom>
            <a:ln w="381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直接连接符 51">
              <a:extLst>
                <a:ext uri="{FF2B5EF4-FFF2-40B4-BE49-F238E27FC236}">
                  <a16:creationId xmlns:a16="http://schemas.microsoft.com/office/drawing/2014/main" id="{D445A837-ACBF-4D2C-AA57-022A8D3E8E33}"/>
                </a:ext>
              </a:extLst>
            </p:cNvPr>
            <p:cNvCxnSpPr/>
            <p:nvPr/>
          </p:nvCxnSpPr>
          <p:spPr>
            <a:xfrm flipH="1">
              <a:off x="4441895" y="4944670"/>
              <a:ext cx="1771200" cy="0"/>
            </a:xfrm>
            <a:prstGeom prst="line">
              <a:avLst/>
            </a:prstGeom>
            <a:ln w="381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3" name="组合 52">
            <a:extLst>
              <a:ext uri="{FF2B5EF4-FFF2-40B4-BE49-F238E27FC236}">
                <a16:creationId xmlns:a16="http://schemas.microsoft.com/office/drawing/2014/main" id="{D1C26231-BC8A-4A32-8C4E-8C657BB3A601}"/>
              </a:ext>
            </a:extLst>
          </p:cNvPr>
          <p:cNvGrpSpPr>
            <a:grpSpLocks/>
          </p:cNvGrpSpPr>
          <p:nvPr/>
        </p:nvGrpSpPr>
        <p:grpSpPr bwMode="auto">
          <a:xfrm>
            <a:off x="2672179" y="4730752"/>
            <a:ext cx="2816339" cy="1869016"/>
            <a:chOff x="1828154" y="3579862"/>
            <a:chExt cx="2442792" cy="1400643"/>
          </a:xfrm>
        </p:grpSpPr>
        <p:sp>
          <p:nvSpPr>
            <p:cNvPr id="54" name="矩形 53">
              <a:extLst>
                <a:ext uri="{FF2B5EF4-FFF2-40B4-BE49-F238E27FC236}">
                  <a16:creationId xmlns:a16="http://schemas.microsoft.com/office/drawing/2014/main" id="{A3CD1C7E-720F-4B0B-BDA0-7C49C04AC1EC}"/>
                </a:ext>
              </a:extLst>
            </p:cNvPr>
            <p:cNvSpPr/>
            <p:nvPr/>
          </p:nvSpPr>
          <p:spPr bwMode="auto">
            <a:xfrm>
              <a:off x="1837147" y="3579862"/>
              <a:ext cx="2400828" cy="1400643"/>
            </a:xfrm>
            <a:prstGeom prst="rect">
              <a:avLst/>
            </a:prstGeom>
            <a:solidFill>
              <a:srgbClr val="92D050">
                <a:alpha val="10000"/>
              </a:srgbClr>
            </a:solidFill>
            <a:ln w="38100">
              <a:solidFill>
                <a:srgbClr val="92D050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sz="2400">
                <a:solidFill>
                  <a:srgbClr val="92D05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endParaRPr>
            </a:p>
          </p:txBody>
        </p:sp>
        <p:sp>
          <p:nvSpPr>
            <p:cNvPr id="55" name="TextBox 2">
              <a:extLst>
                <a:ext uri="{FF2B5EF4-FFF2-40B4-BE49-F238E27FC236}">
                  <a16:creationId xmlns:a16="http://schemas.microsoft.com/office/drawing/2014/main" id="{76E75D77-4833-426E-B4B8-3D273B9E80D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28154" y="4521848"/>
              <a:ext cx="2442792" cy="4406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150000"/>
                </a:lnSpc>
              </a:pPr>
              <a:r>
                <a:rPr lang="zh-CN" altLang="en-US" sz="2400" b="1">
                  <a:solidFill>
                    <a:srgbClr val="92D050"/>
                  </a:solidFill>
                  <a:latin typeface="思源黑体 CN Bold" panose="020B0800000000000000" pitchFamily="34" charset="-122"/>
                  <a:ea typeface="思源黑体 CN Bold" panose="020B0800000000000000" pitchFamily="34" charset="-122"/>
                </a:rPr>
                <a:t>方法区</a:t>
              </a:r>
            </a:p>
          </p:txBody>
        </p:sp>
      </p:grpSp>
      <p:sp>
        <p:nvSpPr>
          <p:cNvPr id="62" name="TextBox 3">
            <a:extLst>
              <a:ext uri="{FF2B5EF4-FFF2-40B4-BE49-F238E27FC236}">
                <a16:creationId xmlns:a16="http://schemas.microsoft.com/office/drawing/2014/main" id="{11B62952-8B4B-4BE6-BAF4-DC7D03068C72}"/>
              </a:ext>
            </a:extLst>
          </p:cNvPr>
          <p:cNvSpPr txBox="1"/>
          <p:nvPr/>
        </p:nvSpPr>
        <p:spPr>
          <a:xfrm>
            <a:off x="2805344" y="4885268"/>
            <a:ext cx="2522307" cy="830997"/>
          </a:xfrm>
          <a:prstGeom prst="rect">
            <a:avLst/>
          </a:prstGeom>
          <a:solidFill>
            <a:srgbClr val="FFFFE4"/>
          </a:solidFill>
          <a:ln w="127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tabLst>
                <a:tab pos="775527" algn="l"/>
                <a:tab pos="1551055" algn="l"/>
                <a:tab pos="2326582" algn="l"/>
                <a:tab pos="3102109" algn="l"/>
                <a:tab pos="3877636" algn="l"/>
                <a:tab pos="4653164" algn="l"/>
                <a:tab pos="5428691" algn="l"/>
                <a:tab pos="6204218" algn="l"/>
                <a:tab pos="6979746" algn="l"/>
                <a:tab pos="7755273" algn="l"/>
                <a:tab pos="8530800" algn="l"/>
                <a:tab pos="9306327" algn="l"/>
                <a:tab pos="10081855" algn="l"/>
                <a:tab pos="10857382" algn="l"/>
                <a:tab pos="11632909" algn="l"/>
                <a:tab pos="12408436" algn="l"/>
              </a:tabLst>
              <a:defRPr/>
            </a:pPr>
            <a:r>
              <a:rPr lang="zh-CN" altLang="en-US" sz="1200" kern="100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字节码文件中的方法</a:t>
            </a:r>
            <a:endParaRPr lang="en-US" altLang="zh-CN" sz="1200" kern="100" dirty="0">
              <a:solidFill>
                <a:schemeClr val="tx1">
                  <a:lumMod val="50000"/>
                  <a:lumOff val="50000"/>
                </a:schemeClr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>
              <a:tabLst>
                <a:tab pos="775527" algn="l"/>
                <a:tab pos="1551055" algn="l"/>
                <a:tab pos="2326582" algn="l"/>
                <a:tab pos="3102109" algn="l"/>
                <a:tab pos="3877636" algn="l"/>
                <a:tab pos="4653164" algn="l"/>
                <a:tab pos="5428691" algn="l"/>
                <a:tab pos="6204218" algn="l"/>
                <a:tab pos="6979746" algn="l"/>
                <a:tab pos="7755273" algn="l"/>
                <a:tab pos="8530800" algn="l"/>
                <a:tab pos="9306327" algn="l"/>
                <a:tab pos="10081855" algn="l"/>
                <a:tab pos="10857382" algn="l"/>
                <a:tab pos="11632909" algn="l"/>
                <a:tab pos="12408436" algn="l"/>
              </a:tabLst>
              <a:defRPr/>
            </a:pPr>
            <a:endParaRPr lang="en-US" altLang="zh-CN" sz="1200" kern="100" dirty="0">
              <a:solidFill>
                <a:schemeClr val="tx1">
                  <a:lumMod val="50000"/>
                  <a:lumOff val="50000"/>
                </a:schemeClr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>
              <a:tabLst>
                <a:tab pos="775527" algn="l"/>
                <a:tab pos="1551055" algn="l"/>
                <a:tab pos="2326582" algn="l"/>
                <a:tab pos="3102109" algn="l"/>
                <a:tab pos="3877636" algn="l"/>
                <a:tab pos="4653164" algn="l"/>
                <a:tab pos="5428691" algn="l"/>
                <a:tab pos="6204218" algn="l"/>
                <a:tab pos="6979746" algn="l"/>
                <a:tab pos="7755273" algn="l"/>
                <a:tab pos="8530800" algn="l"/>
                <a:tab pos="9306327" algn="l"/>
                <a:tab pos="10081855" algn="l"/>
                <a:tab pos="10857382" algn="l"/>
                <a:tab pos="11632909" algn="l"/>
                <a:tab pos="12408436" algn="l"/>
              </a:tabLst>
              <a:defRPr/>
            </a:pPr>
            <a:r>
              <a:rPr lang="zh-CN" altLang="en-US" sz="1200" kern="100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例如：</a:t>
            </a:r>
            <a:r>
              <a:rPr lang="en-US" altLang="zh-CN" sz="1200" kern="100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main</a:t>
            </a:r>
          </a:p>
          <a:p>
            <a:pPr>
              <a:tabLst>
                <a:tab pos="775527" algn="l"/>
                <a:tab pos="1551055" algn="l"/>
                <a:tab pos="2326582" algn="l"/>
                <a:tab pos="3102109" algn="l"/>
                <a:tab pos="3877636" algn="l"/>
                <a:tab pos="4653164" algn="l"/>
                <a:tab pos="5428691" algn="l"/>
                <a:tab pos="6204218" algn="l"/>
                <a:tab pos="6979746" algn="l"/>
                <a:tab pos="7755273" algn="l"/>
                <a:tab pos="8530800" algn="l"/>
                <a:tab pos="9306327" algn="l"/>
                <a:tab pos="10081855" algn="l"/>
                <a:tab pos="10857382" algn="l"/>
                <a:tab pos="11632909" algn="l"/>
                <a:tab pos="12408436" algn="l"/>
              </a:tabLst>
              <a:defRPr/>
            </a:pPr>
            <a:r>
              <a:rPr lang="en-US" altLang="zh-CN" sz="1200" kern="100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...</a:t>
            </a:r>
          </a:p>
        </p:txBody>
      </p:sp>
      <p:sp>
        <p:nvSpPr>
          <p:cNvPr id="66" name="TextBox 3">
            <a:extLst>
              <a:ext uri="{FF2B5EF4-FFF2-40B4-BE49-F238E27FC236}">
                <a16:creationId xmlns:a16="http://schemas.microsoft.com/office/drawing/2014/main" id="{9FDD7EB9-73C6-4561-9488-DED23C742A7A}"/>
              </a:ext>
            </a:extLst>
          </p:cNvPr>
          <p:cNvSpPr txBox="1"/>
          <p:nvPr/>
        </p:nvSpPr>
        <p:spPr>
          <a:xfrm>
            <a:off x="6017684" y="1392768"/>
            <a:ext cx="2207683" cy="307777"/>
          </a:xfrm>
          <a:prstGeom prst="rect">
            <a:avLst/>
          </a:prstGeom>
          <a:solidFill>
            <a:srgbClr val="FFFFE4"/>
          </a:solidFill>
          <a:ln w="12700">
            <a:solidFill>
              <a:schemeClr val="tx1"/>
            </a:solidFill>
          </a:ln>
        </p:spPr>
        <p:txBody>
          <a:bodyPr>
            <a:spAutoFit/>
          </a:bodyPr>
          <a:lstStyle/>
          <a:p>
            <a:pPr>
              <a:tabLst>
                <a:tab pos="775527" algn="l"/>
                <a:tab pos="1551055" algn="l"/>
                <a:tab pos="2326582" algn="l"/>
                <a:tab pos="3102109" algn="l"/>
                <a:tab pos="3877636" algn="l"/>
                <a:tab pos="4653164" algn="l"/>
                <a:tab pos="5428691" algn="l"/>
                <a:tab pos="6204218" algn="l"/>
                <a:tab pos="6979746" algn="l"/>
                <a:tab pos="7755273" algn="l"/>
                <a:tab pos="8530800" algn="l"/>
                <a:tab pos="9306327" algn="l"/>
                <a:tab pos="10081855" algn="l"/>
                <a:tab pos="10857382" algn="l"/>
                <a:tab pos="11632909" algn="l"/>
                <a:tab pos="12408436" algn="l"/>
              </a:tabLst>
              <a:defRPr/>
            </a:pPr>
            <a:r>
              <a:rPr lang="en-US" altLang="zh-CN" sz="1400" b="1" kern="0" dirty="0">
                <a:solidFill>
                  <a:srgbClr val="00008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cs typeface="宋体" panose="02010600030101010101" pitchFamily="2" charset="-122"/>
              </a:rPr>
              <a:t>……</a:t>
            </a:r>
            <a:endParaRPr lang="zh-CN" altLang="zh-CN" sz="1200" kern="100" dirty="0">
              <a:latin typeface="思源黑体 CN Bold" panose="020B0800000000000000" pitchFamily="34" charset="-122"/>
              <a:ea typeface="思源黑体 CN Bold" panose="020B0800000000000000" pitchFamily="34" charset="-122"/>
              <a:cs typeface="Times New Roman" panose="02020603050405020304" pitchFamily="18" charset="0"/>
            </a:endParaRPr>
          </a:p>
        </p:txBody>
      </p:sp>
      <p:sp>
        <p:nvSpPr>
          <p:cNvPr id="67" name="TextBox 3">
            <a:extLst>
              <a:ext uri="{FF2B5EF4-FFF2-40B4-BE49-F238E27FC236}">
                <a16:creationId xmlns:a16="http://schemas.microsoft.com/office/drawing/2014/main" id="{9B6212F5-7AED-462E-A8DE-B6D74E00548E}"/>
              </a:ext>
            </a:extLst>
          </p:cNvPr>
          <p:cNvSpPr txBox="1"/>
          <p:nvPr/>
        </p:nvSpPr>
        <p:spPr>
          <a:xfrm>
            <a:off x="6017684" y="5748868"/>
            <a:ext cx="2207683" cy="307777"/>
          </a:xfrm>
          <a:prstGeom prst="rect">
            <a:avLst/>
          </a:prstGeom>
          <a:solidFill>
            <a:srgbClr val="FFFFE4"/>
          </a:solidFill>
          <a:ln w="12700">
            <a:solidFill>
              <a:schemeClr val="tx1"/>
            </a:solidFill>
          </a:ln>
        </p:spPr>
        <p:txBody>
          <a:bodyPr>
            <a:spAutoFit/>
          </a:bodyPr>
          <a:lstStyle/>
          <a:p>
            <a:pPr>
              <a:tabLst>
                <a:tab pos="775527" algn="l"/>
                <a:tab pos="1551055" algn="l"/>
                <a:tab pos="2326582" algn="l"/>
                <a:tab pos="3102109" algn="l"/>
                <a:tab pos="3877636" algn="l"/>
                <a:tab pos="4653164" algn="l"/>
                <a:tab pos="5428691" algn="l"/>
                <a:tab pos="6204218" algn="l"/>
                <a:tab pos="6979746" algn="l"/>
                <a:tab pos="7755273" algn="l"/>
                <a:tab pos="8530800" algn="l"/>
                <a:tab pos="9306327" algn="l"/>
                <a:tab pos="10081855" algn="l"/>
                <a:tab pos="10857382" algn="l"/>
                <a:tab pos="11632909" algn="l"/>
                <a:tab pos="12408436" algn="l"/>
              </a:tabLst>
              <a:defRPr/>
            </a:pPr>
            <a:r>
              <a:rPr lang="en-US" altLang="zh-CN" sz="1400" b="1" kern="0" dirty="0">
                <a:solidFill>
                  <a:srgbClr val="00008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cs typeface="宋体" panose="02010600030101010101" pitchFamily="2" charset="-122"/>
              </a:rPr>
              <a:t>……</a:t>
            </a:r>
            <a:endParaRPr lang="zh-CN" altLang="zh-CN" sz="1200" kern="100" dirty="0">
              <a:latin typeface="思源黑体 CN Bold" panose="020B0800000000000000" pitchFamily="34" charset="-122"/>
              <a:ea typeface="思源黑体 CN Bold" panose="020B0800000000000000" pitchFamily="34" charset="-122"/>
              <a:cs typeface="Times New Roman" panose="02020603050405020304" pitchFamily="18" charset="0"/>
            </a:endParaRPr>
          </a:p>
        </p:txBody>
      </p:sp>
      <p:sp>
        <p:nvSpPr>
          <p:cNvPr id="68" name="TextBox 4">
            <a:extLst>
              <a:ext uri="{FF2B5EF4-FFF2-40B4-BE49-F238E27FC236}">
                <a16:creationId xmlns:a16="http://schemas.microsoft.com/office/drawing/2014/main" id="{5E1B8BD7-006B-4A32-ADFA-C113FA14ACBA}"/>
              </a:ext>
            </a:extLst>
          </p:cNvPr>
          <p:cNvSpPr txBox="1"/>
          <p:nvPr/>
        </p:nvSpPr>
        <p:spPr>
          <a:xfrm>
            <a:off x="9341696" y="2789116"/>
            <a:ext cx="2118783" cy="2254784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zh-CN" sz="2400" b="1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new </a:t>
            </a:r>
            <a:r>
              <a:rPr lang="zh-CN" altLang="en-US" sz="2400" b="1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出来的东西会在这块内存中开辟空间并产生地址</a:t>
            </a:r>
          </a:p>
        </p:txBody>
      </p:sp>
      <p:sp>
        <p:nvSpPr>
          <p:cNvPr id="69" name="TextBox 4">
            <a:extLst>
              <a:ext uri="{FF2B5EF4-FFF2-40B4-BE49-F238E27FC236}">
                <a16:creationId xmlns:a16="http://schemas.microsoft.com/office/drawing/2014/main" id="{8E772D3F-57B3-491D-BC51-527278FD3656}"/>
              </a:ext>
            </a:extLst>
          </p:cNvPr>
          <p:cNvSpPr txBox="1"/>
          <p:nvPr/>
        </p:nvSpPr>
        <p:spPr>
          <a:xfrm>
            <a:off x="6126360" y="3263779"/>
            <a:ext cx="2012949" cy="11420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defRPr/>
            </a:pPr>
            <a:r>
              <a:rPr lang="zh-CN" altLang="en-US" sz="2400" b="1" dirty="0">
                <a:solidFill>
                  <a:schemeClr val="bg1">
                    <a:lumMod val="75000"/>
                  </a:schemeClr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方法运行时所进入的内存</a:t>
            </a:r>
          </a:p>
        </p:txBody>
      </p:sp>
      <p:cxnSp>
        <p:nvCxnSpPr>
          <p:cNvPr id="70" name="肘形连接符 56">
            <a:extLst>
              <a:ext uri="{FF2B5EF4-FFF2-40B4-BE49-F238E27FC236}">
                <a16:creationId xmlns:a16="http://schemas.microsoft.com/office/drawing/2014/main" id="{0BAAB1B6-E270-4256-B02E-4639ECF328AA}"/>
              </a:ext>
            </a:extLst>
          </p:cNvPr>
          <p:cNvCxnSpPr>
            <a:cxnSpLocks/>
            <a:stCxn id="62" idx="0"/>
            <a:endCxn id="66" idx="1"/>
          </p:cNvCxnSpPr>
          <p:nvPr/>
        </p:nvCxnSpPr>
        <p:spPr>
          <a:xfrm rot="5400000" flipH="1" flipV="1">
            <a:off x="3372786" y="2240370"/>
            <a:ext cx="3338611" cy="1951186"/>
          </a:xfrm>
          <a:prstGeom prst="bentConnector2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TextBox 4">
            <a:extLst>
              <a:ext uri="{FF2B5EF4-FFF2-40B4-BE49-F238E27FC236}">
                <a16:creationId xmlns:a16="http://schemas.microsoft.com/office/drawing/2014/main" id="{F718984A-D868-4C41-B97E-CB9B5DC31460}"/>
              </a:ext>
            </a:extLst>
          </p:cNvPr>
          <p:cNvSpPr txBox="1"/>
          <p:nvPr/>
        </p:nvSpPr>
        <p:spPr>
          <a:xfrm>
            <a:off x="2689111" y="5715149"/>
            <a:ext cx="2816339" cy="4271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defRPr/>
            </a:pPr>
            <a:r>
              <a:rPr lang="zh-CN" altLang="en-US" sz="1600" b="1" dirty="0">
                <a:solidFill>
                  <a:schemeClr val="bg1">
                    <a:lumMod val="7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字节码文件加载时进入的内存</a:t>
            </a:r>
          </a:p>
        </p:txBody>
      </p:sp>
    </p:spTree>
    <p:extLst>
      <p:ext uri="{BB962C8B-B14F-4D97-AF65-F5344CB8AC3E}">
        <p14:creationId xmlns:p14="http://schemas.microsoft.com/office/powerpoint/2010/main" val="33023993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42" presetClass="pat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22222E-6 2.22222E-6 L 2.22222E-6 0.63518 " pathEditMode="relative" rAng="0" ptsTypes="AA">
                                      <p:cBhvr>
                                        <p:cTn id="40" dur="20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31759"/>
                                    </p:animMotion>
                                  </p:childTnLst>
                                </p:cTn>
                              </p:par>
                              <p:par>
                                <p:cTn id="41" presetID="2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42" dur="25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2000"/>
                            </p:stCondLst>
                            <p:childTnLst>
                              <p:par>
                                <p:cTn id="45" presetID="1" presetClass="exit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2000"/>
                            </p:stCondLst>
                            <p:childTnLst>
                              <p:par>
                                <p:cTn id="4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64" presetClass="pat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22222E-6 -2.96296E-6 L 2.22222E-6 -0.63518 " pathEditMode="relative" rAng="0" ptsTypes="AA">
                                      <p:cBhvr>
                                        <p:cTn id="53" dur="75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31759"/>
                                    </p:animMotion>
                                  </p:childTnLst>
                                </p:cTn>
                              </p:par>
                              <p:par>
                                <p:cTn id="54" presetID="10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5" dur="125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1249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2" grpId="0" animBg="1"/>
      <p:bldP spid="66" grpId="0" animBg="1"/>
      <p:bldP spid="66" grpId="1" animBg="1"/>
      <p:bldP spid="66" grpId="2" animBg="1"/>
      <p:bldP spid="67" grpId="0" animBg="1"/>
      <p:bldP spid="67" grpId="1" animBg="1"/>
      <p:bldP spid="67" grpId="2" animBg="1"/>
      <p:bldP spid="68" grpId="0"/>
      <p:bldP spid="69" grpId="0"/>
      <p:bldP spid="71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TextBox 4">
            <a:extLst>
              <a:ext uri="{FF2B5EF4-FFF2-40B4-BE49-F238E27FC236}">
                <a16:creationId xmlns:a16="http://schemas.microsoft.com/office/drawing/2014/main" id="{5E1B8BD7-006B-4A32-ADFA-C113FA14ACBA}"/>
              </a:ext>
            </a:extLst>
          </p:cNvPr>
          <p:cNvSpPr txBox="1"/>
          <p:nvPr/>
        </p:nvSpPr>
        <p:spPr>
          <a:xfrm>
            <a:off x="9341696" y="2789116"/>
            <a:ext cx="2118783" cy="2254784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zh-CN" sz="2400" b="1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new </a:t>
            </a:r>
            <a:r>
              <a:rPr lang="zh-CN" altLang="en-US" sz="2400" b="1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出来的东西会在这块内存中开辟空间并产生地址</a:t>
            </a:r>
          </a:p>
        </p:txBody>
      </p:sp>
      <p:grpSp>
        <p:nvGrpSpPr>
          <p:cNvPr id="44" name="组合 43">
            <a:extLst>
              <a:ext uri="{FF2B5EF4-FFF2-40B4-BE49-F238E27FC236}">
                <a16:creationId xmlns:a16="http://schemas.microsoft.com/office/drawing/2014/main" id="{36553EAC-F86D-4D49-AB1D-4229A7EF1251}"/>
              </a:ext>
            </a:extLst>
          </p:cNvPr>
          <p:cNvGrpSpPr>
            <a:grpSpLocks/>
          </p:cNvGrpSpPr>
          <p:nvPr/>
        </p:nvGrpSpPr>
        <p:grpSpPr bwMode="auto">
          <a:xfrm>
            <a:off x="8754534" y="1807634"/>
            <a:ext cx="3198284" cy="4790017"/>
            <a:chOff x="6565874" y="1354975"/>
            <a:chExt cx="2398614" cy="3592863"/>
          </a:xfrm>
        </p:grpSpPr>
        <p:sp>
          <p:nvSpPr>
            <p:cNvPr id="45" name="矩形 44">
              <a:extLst>
                <a:ext uri="{FF2B5EF4-FFF2-40B4-BE49-F238E27FC236}">
                  <a16:creationId xmlns:a16="http://schemas.microsoft.com/office/drawing/2014/main" id="{17B60D2E-25EE-4786-9450-517834CEF1E4}"/>
                </a:ext>
              </a:extLst>
            </p:cNvPr>
            <p:cNvSpPr/>
            <p:nvPr/>
          </p:nvSpPr>
          <p:spPr bwMode="auto">
            <a:xfrm>
              <a:off x="6565874" y="1354975"/>
              <a:ext cx="2398614" cy="3592863"/>
            </a:xfrm>
            <a:prstGeom prst="rect">
              <a:avLst/>
            </a:prstGeom>
            <a:solidFill>
              <a:srgbClr val="047FFD">
                <a:alpha val="10000"/>
              </a:srgbClr>
            </a:solidFill>
            <a:ln w="38100">
              <a:solidFill>
                <a:srgbClr val="047FFD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sz="2400">
                <a:latin typeface="思源黑体 CN Bold" panose="020B0800000000000000" pitchFamily="34" charset="-122"/>
                <a:ea typeface="思源黑体 CN Bold" panose="020B0800000000000000" pitchFamily="34" charset="-122"/>
              </a:endParaRPr>
            </a:p>
          </p:txBody>
        </p:sp>
        <p:sp>
          <p:nvSpPr>
            <p:cNvPr id="46" name="TextBox 2">
              <a:extLst>
                <a:ext uri="{FF2B5EF4-FFF2-40B4-BE49-F238E27FC236}">
                  <a16:creationId xmlns:a16="http://schemas.microsoft.com/office/drawing/2014/main" id="{97D2F12D-9EDE-4DBF-B59A-C5A13DA7A45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296868" y="4489224"/>
              <a:ext cx="936625" cy="4410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150000"/>
                </a:lnSpc>
              </a:pPr>
              <a:r>
                <a:rPr lang="zh-CN" altLang="en-US" sz="2400" b="1">
                  <a:solidFill>
                    <a:srgbClr val="047FFD"/>
                  </a:solidFill>
                  <a:latin typeface="思源黑体 CN Bold" panose="020B0800000000000000" pitchFamily="34" charset="-122"/>
                  <a:ea typeface="思源黑体 CN Bold" panose="020B0800000000000000" pitchFamily="34" charset="-122"/>
                </a:rPr>
                <a:t>堆内存</a:t>
              </a:r>
            </a:p>
          </p:txBody>
        </p:sp>
      </p:grpSp>
      <p:sp>
        <p:nvSpPr>
          <p:cNvPr id="88" name="矩形 87">
            <a:extLst>
              <a:ext uri="{FF2B5EF4-FFF2-40B4-BE49-F238E27FC236}">
                <a16:creationId xmlns:a16="http://schemas.microsoft.com/office/drawing/2014/main" id="{7FEC032B-1FD0-4D30-BD5B-CC4BAD372534}"/>
              </a:ext>
            </a:extLst>
          </p:cNvPr>
          <p:cNvSpPr/>
          <p:nvPr/>
        </p:nvSpPr>
        <p:spPr>
          <a:xfrm>
            <a:off x="10110037" y="3986465"/>
            <a:ext cx="1153583" cy="349251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sz="1400" b="1" dirty="0">
                <a:solidFill>
                  <a:srgbClr val="00B050"/>
                </a:solidFill>
                <a:latin typeface="Consolas" panose="020B0609020204030204" pitchFamily="49" charset="0"/>
                <a:ea typeface="思源黑体 CN Bold" panose="020B0800000000000000" pitchFamily="34" charset="-122"/>
                <a:cs typeface="Courier New" panose="02070309020205020404" pitchFamily="49" charset="0"/>
              </a:rPr>
              <a:t>33</a:t>
            </a:r>
            <a:endParaRPr lang="en-US" altLang="zh-CN" sz="1400" b="1" dirty="0">
              <a:solidFill>
                <a:srgbClr val="00B050"/>
              </a:solidFill>
              <a:latin typeface="Consolas" panose="020B0609020204030204" pitchFamily="49" charset="0"/>
              <a:ea typeface="思源黑体 CN Bold" panose="020B0800000000000000" pitchFamily="34" charset="-122"/>
            </a:endParaRPr>
          </a:p>
        </p:txBody>
      </p:sp>
      <p:sp>
        <p:nvSpPr>
          <p:cNvPr id="87" name="矩形 86">
            <a:extLst>
              <a:ext uri="{FF2B5EF4-FFF2-40B4-BE49-F238E27FC236}">
                <a16:creationId xmlns:a16="http://schemas.microsoft.com/office/drawing/2014/main" id="{6249C6C9-17DE-4B19-9B07-730DC8195D60}"/>
              </a:ext>
            </a:extLst>
          </p:cNvPr>
          <p:cNvSpPr/>
          <p:nvPr/>
        </p:nvSpPr>
        <p:spPr>
          <a:xfrm>
            <a:off x="10110037" y="3638540"/>
            <a:ext cx="1153583" cy="349251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sz="1400" b="1" dirty="0">
                <a:solidFill>
                  <a:srgbClr val="00B050"/>
                </a:solidFill>
                <a:latin typeface="Consolas" panose="020B0609020204030204" pitchFamily="49" charset="0"/>
                <a:ea typeface="思源黑体 CN Bold" panose="020B0800000000000000" pitchFamily="34" charset="-122"/>
                <a:cs typeface="Courier New" panose="02070309020205020404" pitchFamily="49" charset="0"/>
              </a:rPr>
              <a:t>22</a:t>
            </a:r>
            <a:endParaRPr lang="en-US" altLang="zh-CN" sz="1400" b="1" dirty="0">
              <a:solidFill>
                <a:srgbClr val="00B050"/>
              </a:solidFill>
              <a:latin typeface="Consolas" panose="020B0609020204030204" pitchFamily="49" charset="0"/>
              <a:ea typeface="思源黑体 CN Bold" panose="020B0800000000000000" pitchFamily="34" charset="-122"/>
            </a:endParaRPr>
          </a:p>
        </p:txBody>
      </p:sp>
      <p:sp>
        <p:nvSpPr>
          <p:cNvPr id="86" name="矩形 85">
            <a:extLst>
              <a:ext uri="{FF2B5EF4-FFF2-40B4-BE49-F238E27FC236}">
                <a16:creationId xmlns:a16="http://schemas.microsoft.com/office/drawing/2014/main" id="{D86CBCDC-1B51-4649-B215-8C5F2DE46012}"/>
              </a:ext>
            </a:extLst>
          </p:cNvPr>
          <p:cNvSpPr/>
          <p:nvPr/>
        </p:nvSpPr>
        <p:spPr>
          <a:xfrm>
            <a:off x="10110037" y="3290725"/>
            <a:ext cx="1153583" cy="349251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sz="1400" b="1" dirty="0">
                <a:solidFill>
                  <a:srgbClr val="00B050"/>
                </a:solidFill>
                <a:latin typeface="Consolas" panose="020B0609020204030204" pitchFamily="49" charset="0"/>
                <a:ea typeface="思源黑体 CN Bold" panose="020B0800000000000000" pitchFamily="34" charset="-122"/>
                <a:cs typeface="Courier New" panose="02070309020205020404" pitchFamily="49" charset="0"/>
              </a:rPr>
              <a:t>11</a:t>
            </a:r>
            <a:endParaRPr lang="en-US" altLang="zh-CN" sz="1400" b="1" dirty="0">
              <a:solidFill>
                <a:srgbClr val="00B050"/>
              </a:solidFill>
              <a:latin typeface="Consolas" panose="020B0609020204030204" pitchFamily="49" charset="0"/>
              <a:ea typeface="思源黑体 CN Bold" panose="020B0800000000000000" pitchFamily="34" charset="-122"/>
            </a:endParaRP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764C089C-0935-5E44-B9F7-7E9F84DDBA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 数组内存图</a:t>
            </a:r>
            <a:endParaRPr kumimoji="1" lang="zh-CN" altLang="en-US" dirty="0"/>
          </a:p>
        </p:txBody>
      </p:sp>
      <p:sp>
        <p:nvSpPr>
          <p:cNvPr id="40" name="文本占位符 3">
            <a:extLst>
              <a:ext uri="{FF2B5EF4-FFF2-40B4-BE49-F238E27FC236}">
                <a16:creationId xmlns:a16="http://schemas.microsoft.com/office/drawing/2014/main" id="{57B70709-3842-4151-86BD-E249E98D2F55}"/>
              </a:ext>
            </a:extLst>
          </p:cNvPr>
          <p:cNvSpPr txBox="1">
            <a:spLocks/>
          </p:cNvSpPr>
          <p:nvPr/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lang="zh-CN" altLang="en-US" sz="18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</a:rPr>
              <a:t>Java </a:t>
            </a:r>
            <a:r>
              <a:rPr kumimoji="1" lang="zh-CN" altLang="en-US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</a:rPr>
              <a:t>内存分配介绍</a:t>
            </a:r>
          </a:p>
        </p:txBody>
      </p:sp>
      <p:grpSp>
        <p:nvGrpSpPr>
          <p:cNvPr id="47" name="组合 46">
            <a:extLst>
              <a:ext uri="{FF2B5EF4-FFF2-40B4-BE49-F238E27FC236}">
                <a16:creationId xmlns:a16="http://schemas.microsoft.com/office/drawing/2014/main" id="{4B7EF785-AFA4-4D0B-8594-F9C3FEBDE153}"/>
              </a:ext>
            </a:extLst>
          </p:cNvPr>
          <p:cNvGrpSpPr>
            <a:grpSpLocks/>
          </p:cNvGrpSpPr>
          <p:nvPr/>
        </p:nvGrpSpPr>
        <p:grpSpPr bwMode="auto">
          <a:xfrm>
            <a:off x="5941484" y="1797051"/>
            <a:ext cx="2360083" cy="4800601"/>
            <a:chOff x="4441895" y="1347668"/>
            <a:chExt cx="1771200" cy="3600177"/>
          </a:xfrm>
        </p:grpSpPr>
        <p:sp>
          <p:nvSpPr>
            <p:cNvPr id="48" name="矩形 47">
              <a:extLst>
                <a:ext uri="{FF2B5EF4-FFF2-40B4-BE49-F238E27FC236}">
                  <a16:creationId xmlns:a16="http://schemas.microsoft.com/office/drawing/2014/main" id="{CB2D1A24-AD44-4A6B-8162-9EA269203F9F}"/>
                </a:ext>
              </a:extLst>
            </p:cNvPr>
            <p:cNvSpPr/>
            <p:nvPr/>
          </p:nvSpPr>
          <p:spPr bwMode="auto">
            <a:xfrm>
              <a:off x="4472076" y="1350843"/>
              <a:ext cx="1728310" cy="3597002"/>
            </a:xfrm>
            <a:prstGeom prst="rect">
              <a:avLst/>
            </a:prstGeom>
            <a:solidFill>
              <a:srgbClr val="FD0000">
                <a:alpha val="10000"/>
              </a:srgbClr>
            </a:solidFill>
            <a:ln w="38100">
              <a:noFill/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sz="2400">
                <a:latin typeface="思源黑体 CN Bold" panose="020B0800000000000000" pitchFamily="34" charset="-122"/>
                <a:ea typeface="思源黑体 CN Bold" panose="020B0800000000000000" pitchFamily="34" charset="-122"/>
              </a:endParaRPr>
            </a:p>
          </p:txBody>
        </p:sp>
        <p:sp>
          <p:nvSpPr>
            <p:cNvPr id="49" name="TextBox 2">
              <a:extLst>
                <a:ext uri="{FF2B5EF4-FFF2-40B4-BE49-F238E27FC236}">
                  <a16:creationId xmlns:a16="http://schemas.microsoft.com/office/drawing/2014/main" id="{291FA3BC-DEF2-4A38-AFFF-E5F4141834C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68464" y="4457474"/>
              <a:ext cx="935038" cy="4410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150000"/>
                </a:lnSpc>
              </a:pPr>
              <a:r>
                <a:rPr lang="zh-CN" altLang="en-US" sz="2400" b="1" dirty="0">
                  <a:solidFill>
                    <a:schemeClr val="accent2"/>
                  </a:solidFill>
                  <a:latin typeface="思源黑体 CN Bold" panose="020B0800000000000000" pitchFamily="34" charset="-122"/>
                  <a:ea typeface="思源黑体 CN Bold" panose="020B0800000000000000" pitchFamily="34" charset="-122"/>
                </a:rPr>
                <a:t>栈内存</a:t>
              </a:r>
              <a:endParaRPr lang="en-US" altLang="zh-CN" sz="2400" b="1" dirty="0">
                <a:solidFill>
                  <a:schemeClr val="accent2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endParaRPr>
            </a:p>
          </p:txBody>
        </p:sp>
        <p:cxnSp>
          <p:nvCxnSpPr>
            <p:cNvPr id="50" name="直接连接符 49">
              <a:extLst>
                <a:ext uri="{FF2B5EF4-FFF2-40B4-BE49-F238E27FC236}">
                  <a16:creationId xmlns:a16="http://schemas.microsoft.com/office/drawing/2014/main" id="{143964BF-C87A-4A83-A986-9BFE5861635A}"/>
                </a:ext>
              </a:extLst>
            </p:cNvPr>
            <p:cNvCxnSpPr/>
            <p:nvPr/>
          </p:nvCxnSpPr>
          <p:spPr>
            <a:xfrm>
              <a:off x="4448249" y="1347668"/>
              <a:ext cx="11119" cy="3597002"/>
            </a:xfrm>
            <a:prstGeom prst="line">
              <a:avLst/>
            </a:prstGeom>
            <a:ln w="381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直接连接符 50">
              <a:extLst>
                <a:ext uri="{FF2B5EF4-FFF2-40B4-BE49-F238E27FC236}">
                  <a16:creationId xmlns:a16="http://schemas.microsoft.com/office/drawing/2014/main" id="{08FB4DC2-2EB6-422F-A056-01EFC5BAB2F8}"/>
                </a:ext>
              </a:extLst>
            </p:cNvPr>
            <p:cNvCxnSpPr/>
            <p:nvPr/>
          </p:nvCxnSpPr>
          <p:spPr>
            <a:xfrm>
              <a:off x="6184502" y="1350843"/>
              <a:ext cx="11120" cy="3597002"/>
            </a:xfrm>
            <a:prstGeom prst="line">
              <a:avLst/>
            </a:prstGeom>
            <a:ln w="381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直接连接符 51">
              <a:extLst>
                <a:ext uri="{FF2B5EF4-FFF2-40B4-BE49-F238E27FC236}">
                  <a16:creationId xmlns:a16="http://schemas.microsoft.com/office/drawing/2014/main" id="{D445A837-ACBF-4D2C-AA57-022A8D3E8E33}"/>
                </a:ext>
              </a:extLst>
            </p:cNvPr>
            <p:cNvCxnSpPr/>
            <p:nvPr/>
          </p:nvCxnSpPr>
          <p:spPr>
            <a:xfrm flipH="1">
              <a:off x="4441895" y="4944670"/>
              <a:ext cx="1771200" cy="0"/>
            </a:xfrm>
            <a:prstGeom prst="line">
              <a:avLst/>
            </a:prstGeom>
            <a:ln w="381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3" name="组合 52">
            <a:extLst>
              <a:ext uri="{FF2B5EF4-FFF2-40B4-BE49-F238E27FC236}">
                <a16:creationId xmlns:a16="http://schemas.microsoft.com/office/drawing/2014/main" id="{D1C26231-BC8A-4A32-8C4E-8C657BB3A601}"/>
              </a:ext>
            </a:extLst>
          </p:cNvPr>
          <p:cNvGrpSpPr>
            <a:grpSpLocks/>
          </p:cNvGrpSpPr>
          <p:nvPr/>
        </p:nvGrpSpPr>
        <p:grpSpPr bwMode="auto">
          <a:xfrm>
            <a:off x="2672179" y="4730752"/>
            <a:ext cx="2816339" cy="1869016"/>
            <a:chOff x="1828154" y="3579862"/>
            <a:chExt cx="2442792" cy="1400643"/>
          </a:xfrm>
        </p:grpSpPr>
        <p:sp>
          <p:nvSpPr>
            <p:cNvPr id="54" name="矩形 53">
              <a:extLst>
                <a:ext uri="{FF2B5EF4-FFF2-40B4-BE49-F238E27FC236}">
                  <a16:creationId xmlns:a16="http://schemas.microsoft.com/office/drawing/2014/main" id="{A3CD1C7E-720F-4B0B-BDA0-7C49C04AC1EC}"/>
                </a:ext>
              </a:extLst>
            </p:cNvPr>
            <p:cNvSpPr/>
            <p:nvPr/>
          </p:nvSpPr>
          <p:spPr bwMode="auto">
            <a:xfrm>
              <a:off x="1837147" y="3579862"/>
              <a:ext cx="2400828" cy="1400643"/>
            </a:xfrm>
            <a:prstGeom prst="rect">
              <a:avLst/>
            </a:prstGeom>
            <a:solidFill>
              <a:srgbClr val="92D050">
                <a:alpha val="10000"/>
              </a:srgbClr>
            </a:solidFill>
            <a:ln w="38100">
              <a:solidFill>
                <a:srgbClr val="92D050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sz="2400">
                <a:solidFill>
                  <a:srgbClr val="92D05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endParaRPr>
            </a:p>
          </p:txBody>
        </p:sp>
        <p:sp>
          <p:nvSpPr>
            <p:cNvPr id="55" name="TextBox 2">
              <a:extLst>
                <a:ext uri="{FF2B5EF4-FFF2-40B4-BE49-F238E27FC236}">
                  <a16:creationId xmlns:a16="http://schemas.microsoft.com/office/drawing/2014/main" id="{76E75D77-4833-426E-B4B8-3D273B9E80D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28154" y="4521848"/>
              <a:ext cx="2442792" cy="4406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150000"/>
                </a:lnSpc>
              </a:pPr>
              <a:r>
                <a:rPr lang="zh-CN" altLang="en-US" sz="2400" b="1">
                  <a:solidFill>
                    <a:srgbClr val="92D050"/>
                  </a:solidFill>
                  <a:latin typeface="思源黑体 CN Bold" panose="020B0800000000000000" pitchFamily="34" charset="-122"/>
                  <a:ea typeface="思源黑体 CN Bold" panose="020B0800000000000000" pitchFamily="34" charset="-122"/>
                </a:rPr>
                <a:t>方法区</a:t>
              </a:r>
            </a:p>
          </p:txBody>
        </p:sp>
      </p:grpSp>
      <p:sp>
        <p:nvSpPr>
          <p:cNvPr id="62" name="TextBox 3">
            <a:extLst>
              <a:ext uri="{FF2B5EF4-FFF2-40B4-BE49-F238E27FC236}">
                <a16:creationId xmlns:a16="http://schemas.microsoft.com/office/drawing/2014/main" id="{11B62952-8B4B-4BE6-BAF4-DC7D03068C72}"/>
              </a:ext>
            </a:extLst>
          </p:cNvPr>
          <p:cNvSpPr txBox="1"/>
          <p:nvPr/>
        </p:nvSpPr>
        <p:spPr>
          <a:xfrm>
            <a:off x="2805344" y="4885268"/>
            <a:ext cx="2522307" cy="646331"/>
          </a:xfrm>
          <a:prstGeom prst="rect">
            <a:avLst/>
          </a:prstGeom>
          <a:solidFill>
            <a:srgbClr val="FFFFE4"/>
          </a:solidFill>
          <a:ln w="127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tabLst>
                <a:tab pos="775527" algn="l"/>
                <a:tab pos="1551055" algn="l"/>
                <a:tab pos="2326582" algn="l"/>
                <a:tab pos="3102109" algn="l"/>
                <a:tab pos="3877636" algn="l"/>
                <a:tab pos="4653164" algn="l"/>
                <a:tab pos="5428691" algn="l"/>
                <a:tab pos="6204218" algn="l"/>
                <a:tab pos="6979746" algn="l"/>
                <a:tab pos="7755273" algn="l"/>
                <a:tab pos="8530800" algn="l"/>
                <a:tab pos="9306327" algn="l"/>
                <a:tab pos="10081855" algn="l"/>
                <a:tab pos="10857382" algn="l"/>
                <a:tab pos="11632909" algn="l"/>
                <a:tab pos="12408436" algn="l"/>
              </a:tabLst>
              <a:defRPr/>
            </a:pPr>
            <a:r>
              <a:rPr lang="en-US" altLang="zh-CN" sz="1200" kern="1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Test.class</a:t>
            </a:r>
            <a:endParaRPr lang="en-US" altLang="zh-CN" sz="1200" kern="100" dirty="0">
              <a:solidFill>
                <a:schemeClr val="tx1">
                  <a:lumMod val="85000"/>
                  <a:lumOff val="15000"/>
                </a:schemeClr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>
              <a:tabLst>
                <a:tab pos="775527" algn="l"/>
                <a:tab pos="1551055" algn="l"/>
                <a:tab pos="2326582" algn="l"/>
                <a:tab pos="3102109" algn="l"/>
                <a:tab pos="3877636" algn="l"/>
                <a:tab pos="4653164" algn="l"/>
                <a:tab pos="5428691" algn="l"/>
                <a:tab pos="6204218" algn="l"/>
                <a:tab pos="6979746" algn="l"/>
                <a:tab pos="7755273" algn="l"/>
                <a:tab pos="8530800" algn="l"/>
                <a:tab pos="9306327" algn="l"/>
                <a:tab pos="10081855" algn="l"/>
                <a:tab pos="10857382" algn="l"/>
                <a:tab pos="11632909" algn="l"/>
                <a:tab pos="12408436" algn="l"/>
              </a:tabLst>
              <a:defRPr/>
            </a:pPr>
            <a:endParaRPr lang="en-US" altLang="zh-CN" sz="1200" kern="100" dirty="0">
              <a:solidFill>
                <a:schemeClr val="tx1">
                  <a:lumMod val="85000"/>
                  <a:lumOff val="15000"/>
                </a:schemeClr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>
              <a:tabLst>
                <a:tab pos="775527" algn="l"/>
                <a:tab pos="1551055" algn="l"/>
                <a:tab pos="2326582" algn="l"/>
                <a:tab pos="3102109" algn="l"/>
                <a:tab pos="3877636" algn="l"/>
                <a:tab pos="4653164" algn="l"/>
                <a:tab pos="5428691" algn="l"/>
                <a:tab pos="6204218" algn="l"/>
                <a:tab pos="6979746" algn="l"/>
                <a:tab pos="7755273" algn="l"/>
                <a:tab pos="8530800" algn="l"/>
                <a:tab pos="9306327" algn="l"/>
                <a:tab pos="10081855" algn="l"/>
                <a:tab pos="10857382" algn="l"/>
                <a:tab pos="11632909" algn="l"/>
                <a:tab pos="12408436" algn="l"/>
              </a:tabLst>
              <a:defRPr/>
            </a:pPr>
            <a:r>
              <a:rPr lang="en-US" altLang="zh-CN" sz="1200" kern="1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main</a:t>
            </a:r>
          </a:p>
        </p:txBody>
      </p:sp>
      <p:sp>
        <p:nvSpPr>
          <p:cNvPr id="69" name="TextBox 4">
            <a:extLst>
              <a:ext uri="{FF2B5EF4-FFF2-40B4-BE49-F238E27FC236}">
                <a16:creationId xmlns:a16="http://schemas.microsoft.com/office/drawing/2014/main" id="{8E772D3F-57B3-491D-BC51-527278FD3656}"/>
              </a:ext>
            </a:extLst>
          </p:cNvPr>
          <p:cNvSpPr txBox="1"/>
          <p:nvPr/>
        </p:nvSpPr>
        <p:spPr>
          <a:xfrm>
            <a:off x="6126360" y="3263779"/>
            <a:ext cx="2012949" cy="11420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defRPr/>
            </a:pPr>
            <a:r>
              <a:rPr lang="zh-CN" altLang="en-US" sz="2400" b="1" dirty="0">
                <a:solidFill>
                  <a:schemeClr val="bg1">
                    <a:lumMod val="75000"/>
                  </a:schemeClr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方法运行时所进入的内存</a:t>
            </a:r>
          </a:p>
        </p:txBody>
      </p:sp>
      <p:sp>
        <p:nvSpPr>
          <p:cNvPr id="71" name="TextBox 4">
            <a:extLst>
              <a:ext uri="{FF2B5EF4-FFF2-40B4-BE49-F238E27FC236}">
                <a16:creationId xmlns:a16="http://schemas.microsoft.com/office/drawing/2014/main" id="{F718984A-D868-4C41-B97E-CB9B5DC31460}"/>
              </a:ext>
            </a:extLst>
          </p:cNvPr>
          <p:cNvSpPr txBox="1"/>
          <p:nvPr/>
        </p:nvSpPr>
        <p:spPr>
          <a:xfrm>
            <a:off x="2689111" y="5715149"/>
            <a:ext cx="2816339" cy="4271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defRPr/>
            </a:pPr>
            <a:r>
              <a:rPr lang="zh-CN" altLang="en-US" sz="1600" b="1" dirty="0">
                <a:solidFill>
                  <a:schemeClr val="bg1">
                    <a:lumMod val="7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字节码文件加载时进入的内存</a:t>
            </a:r>
          </a:p>
        </p:txBody>
      </p:sp>
      <p:sp>
        <p:nvSpPr>
          <p:cNvPr id="31" name="TextBox 3">
            <a:extLst>
              <a:ext uri="{FF2B5EF4-FFF2-40B4-BE49-F238E27FC236}">
                <a16:creationId xmlns:a16="http://schemas.microsoft.com/office/drawing/2014/main" id="{034F6FB2-2116-4B39-AAC3-870024A29C3D}"/>
              </a:ext>
            </a:extLst>
          </p:cNvPr>
          <p:cNvSpPr txBox="1"/>
          <p:nvPr/>
        </p:nvSpPr>
        <p:spPr>
          <a:xfrm>
            <a:off x="600241" y="1822822"/>
            <a:ext cx="4850264" cy="2677656"/>
          </a:xfrm>
          <a:prstGeom prst="rect">
            <a:avLst/>
          </a:prstGeom>
          <a:solidFill>
            <a:srgbClr val="FFFFE4"/>
          </a:solidFill>
          <a:ln w="127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zh-CN" sz="12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public class </a:t>
            </a:r>
            <a:r>
              <a:rPr lang="zh-CN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Test </a:t>
            </a:r>
            <a: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{</a:t>
            </a:r>
            <a:b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</a:t>
            </a:r>
            <a:r>
              <a:rPr lang="zh-CN" altLang="zh-CN" sz="12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public static void </a:t>
            </a:r>
            <a:r>
              <a:rPr lang="zh-CN" altLang="zh-CN" sz="1200" dirty="0">
                <a:solidFill>
                  <a:srgbClr val="00627A"/>
                </a:solidFill>
                <a:latin typeface="Consolas" panose="020B0609020204030204" pitchFamily="49" charset="0"/>
                <a:ea typeface="JetBrains Mono"/>
              </a:rPr>
              <a:t>main</a:t>
            </a:r>
            <a: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(</a:t>
            </a:r>
            <a:r>
              <a:rPr lang="zh-CN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String</a:t>
            </a:r>
            <a: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[] args) {</a:t>
            </a:r>
            <a:b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en-US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   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    </a:t>
            </a:r>
            <a:r>
              <a:rPr lang="zh-CN" altLang="zh-CN" sz="12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int</a:t>
            </a:r>
            <a: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[] </a:t>
            </a:r>
            <a:r>
              <a:rPr lang="zh-CN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arr </a:t>
            </a:r>
            <a: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= {</a:t>
            </a:r>
            <a:r>
              <a:rPr lang="zh-CN" altLang="zh-CN" sz="1200" dirty="0">
                <a:solidFill>
                  <a:srgbClr val="1750EB"/>
                </a:solidFill>
                <a:latin typeface="Consolas" panose="020B0609020204030204" pitchFamily="49" charset="0"/>
                <a:ea typeface="JetBrains Mono"/>
              </a:rPr>
              <a:t>11</a:t>
            </a:r>
            <a: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, </a:t>
            </a:r>
            <a:r>
              <a:rPr lang="zh-CN" altLang="zh-CN" sz="1200" dirty="0">
                <a:solidFill>
                  <a:srgbClr val="1750EB"/>
                </a:solidFill>
                <a:latin typeface="Consolas" panose="020B0609020204030204" pitchFamily="49" charset="0"/>
                <a:ea typeface="JetBrains Mono"/>
              </a:rPr>
              <a:t>22</a:t>
            </a:r>
            <a: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, </a:t>
            </a:r>
            <a:r>
              <a:rPr lang="zh-CN" altLang="zh-CN" sz="1200" dirty="0">
                <a:solidFill>
                  <a:srgbClr val="1750EB"/>
                </a:solidFill>
                <a:latin typeface="Consolas" panose="020B0609020204030204" pitchFamily="49" charset="0"/>
                <a:ea typeface="JetBrains Mono"/>
              </a:rPr>
              <a:t>33</a:t>
            </a:r>
            <a: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};</a:t>
            </a:r>
            <a:b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b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    </a:t>
            </a:r>
            <a:r>
              <a:rPr lang="zh-CN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arr</a:t>
            </a:r>
            <a: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[</a:t>
            </a:r>
            <a:r>
              <a:rPr lang="zh-CN" altLang="zh-CN" sz="1200" dirty="0">
                <a:solidFill>
                  <a:srgbClr val="1750EB"/>
                </a:solidFill>
                <a:latin typeface="Consolas" panose="020B0609020204030204" pitchFamily="49" charset="0"/>
                <a:ea typeface="JetBrains Mono"/>
              </a:rPr>
              <a:t>0</a:t>
            </a:r>
            <a: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] = </a:t>
            </a:r>
            <a:r>
              <a:rPr lang="zh-CN" altLang="zh-CN" sz="1200" dirty="0">
                <a:solidFill>
                  <a:srgbClr val="1750EB"/>
                </a:solidFill>
                <a:latin typeface="Consolas" panose="020B0609020204030204" pitchFamily="49" charset="0"/>
                <a:ea typeface="JetBrains Mono"/>
              </a:rPr>
              <a:t>44</a:t>
            </a:r>
            <a: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;</a:t>
            </a:r>
            <a:b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    </a:t>
            </a:r>
            <a:r>
              <a:rPr lang="zh-CN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arr</a:t>
            </a:r>
            <a: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[</a:t>
            </a:r>
            <a:r>
              <a:rPr lang="zh-CN" altLang="zh-CN" sz="1200" dirty="0">
                <a:solidFill>
                  <a:srgbClr val="1750EB"/>
                </a:solidFill>
                <a:latin typeface="Consolas" panose="020B0609020204030204" pitchFamily="49" charset="0"/>
                <a:ea typeface="JetBrains Mono"/>
              </a:rPr>
              <a:t>1</a:t>
            </a:r>
            <a: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] = </a:t>
            </a:r>
            <a:r>
              <a:rPr lang="zh-CN" altLang="zh-CN" sz="1200" dirty="0">
                <a:solidFill>
                  <a:srgbClr val="1750EB"/>
                </a:solidFill>
                <a:latin typeface="Consolas" panose="020B0609020204030204" pitchFamily="49" charset="0"/>
                <a:ea typeface="JetBrains Mono"/>
              </a:rPr>
              <a:t>55</a:t>
            </a:r>
            <a: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;</a:t>
            </a:r>
            <a:b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    </a:t>
            </a:r>
            <a:r>
              <a:rPr lang="zh-CN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arr</a:t>
            </a:r>
            <a: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[</a:t>
            </a:r>
            <a:r>
              <a:rPr lang="zh-CN" altLang="zh-CN" sz="1200" dirty="0">
                <a:solidFill>
                  <a:srgbClr val="1750EB"/>
                </a:solidFill>
                <a:latin typeface="Consolas" panose="020B0609020204030204" pitchFamily="49" charset="0"/>
                <a:ea typeface="JetBrains Mono"/>
              </a:rPr>
              <a:t>2</a:t>
            </a:r>
            <a: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] = </a:t>
            </a:r>
            <a:r>
              <a:rPr lang="zh-CN" altLang="zh-CN" sz="1200" dirty="0">
                <a:solidFill>
                  <a:srgbClr val="1750EB"/>
                </a:solidFill>
                <a:latin typeface="Consolas" panose="020B0609020204030204" pitchFamily="49" charset="0"/>
                <a:ea typeface="JetBrains Mono"/>
              </a:rPr>
              <a:t>66</a:t>
            </a:r>
            <a: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;</a:t>
            </a:r>
            <a:b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b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    </a:t>
            </a:r>
            <a:r>
              <a:rPr lang="zh-CN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System</a:t>
            </a:r>
            <a: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.</a:t>
            </a:r>
            <a:r>
              <a:rPr lang="zh-CN" altLang="zh-CN" sz="1200" i="1" dirty="0">
                <a:solidFill>
                  <a:srgbClr val="871094"/>
                </a:solidFill>
                <a:latin typeface="Consolas" panose="020B0609020204030204" pitchFamily="49" charset="0"/>
                <a:ea typeface="JetBrains Mono"/>
              </a:rPr>
              <a:t>out</a:t>
            </a:r>
            <a: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.println(</a:t>
            </a:r>
            <a:r>
              <a:rPr lang="zh-CN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arr</a:t>
            </a:r>
            <a: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[</a:t>
            </a:r>
            <a:r>
              <a:rPr lang="zh-CN" altLang="zh-CN" sz="1200" dirty="0">
                <a:solidFill>
                  <a:srgbClr val="1750EB"/>
                </a:solidFill>
                <a:latin typeface="Consolas" panose="020B0609020204030204" pitchFamily="49" charset="0"/>
                <a:ea typeface="JetBrains Mono"/>
              </a:rPr>
              <a:t>0</a:t>
            </a:r>
            <a: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]);</a:t>
            </a:r>
            <a:b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    </a:t>
            </a:r>
            <a:r>
              <a:rPr lang="zh-CN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System</a:t>
            </a:r>
            <a: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.</a:t>
            </a:r>
            <a:r>
              <a:rPr lang="zh-CN" altLang="zh-CN" sz="1200" i="1" dirty="0">
                <a:solidFill>
                  <a:srgbClr val="871094"/>
                </a:solidFill>
                <a:latin typeface="Consolas" panose="020B0609020204030204" pitchFamily="49" charset="0"/>
                <a:ea typeface="JetBrains Mono"/>
              </a:rPr>
              <a:t>out</a:t>
            </a:r>
            <a: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.println(</a:t>
            </a:r>
            <a:r>
              <a:rPr lang="zh-CN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arr</a:t>
            </a:r>
            <a: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[</a:t>
            </a:r>
            <a:r>
              <a:rPr lang="zh-CN" altLang="zh-CN" sz="1200" dirty="0">
                <a:solidFill>
                  <a:srgbClr val="1750EB"/>
                </a:solidFill>
                <a:latin typeface="Consolas" panose="020B0609020204030204" pitchFamily="49" charset="0"/>
                <a:ea typeface="JetBrains Mono"/>
              </a:rPr>
              <a:t>1</a:t>
            </a:r>
            <a: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]);</a:t>
            </a:r>
            <a:b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    </a:t>
            </a:r>
            <a:r>
              <a:rPr lang="zh-CN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System</a:t>
            </a:r>
            <a: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.</a:t>
            </a:r>
            <a:r>
              <a:rPr lang="zh-CN" altLang="zh-CN" sz="1200" i="1" dirty="0">
                <a:solidFill>
                  <a:srgbClr val="871094"/>
                </a:solidFill>
                <a:latin typeface="Consolas" panose="020B0609020204030204" pitchFamily="49" charset="0"/>
                <a:ea typeface="JetBrains Mono"/>
              </a:rPr>
              <a:t>out</a:t>
            </a:r>
            <a: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.println(</a:t>
            </a:r>
            <a:r>
              <a:rPr lang="zh-CN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arr</a:t>
            </a:r>
            <a: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[</a:t>
            </a:r>
            <a:r>
              <a:rPr lang="zh-CN" altLang="zh-CN" sz="1200" dirty="0">
                <a:solidFill>
                  <a:srgbClr val="1750EB"/>
                </a:solidFill>
                <a:latin typeface="Consolas" panose="020B0609020204030204" pitchFamily="49" charset="0"/>
                <a:ea typeface="JetBrains Mono"/>
              </a:rPr>
              <a:t>2</a:t>
            </a:r>
            <a: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]);</a:t>
            </a:r>
            <a:b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}</a:t>
            </a:r>
            <a:b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}</a:t>
            </a:r>
            <a:endParaRPr lang="zh-CN" altLang="zh-CN" sz="2000" dirty="0">
              <a:latin typeface="Consolas" panose="020B0609020204030204" pitchFamily="49" charset="0"/>
            </a:endParaRPr>
          </a:p>
        </p:txBody>
      </p:sp>
      <p:cxnSp>
        <p:nvCxnSpPr>
          <p:cNvPr id="36" name="肘形连接符 56">
            <a:extLst>
              <a:ext uri="{FF2B5EF4-FFF2-40B4-BE49-F238E27FC236}">
                <a16:creationId xmlns:a16="http://schemas.microsoft.com/office/drawing/2014/main" id="{F964511B-5202-4B40-8088-E898EE65386B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3372786" y="2240370"/>
            <a:ext cx="3338611" cy="1951186"/>
          </a:xfrm>
          <a:prstGeom prst="bentConnector2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">
            <a:extLst>
              <a:ext uri="{FF2B5EF4-FFF2-40B4-BE49-F238E27FC236}">
                <a16:creationId xmlns:a16="http://schemas.microsoft.com/office/drawing/2014/main" id="{392937A7-584B-45E8-8B6C-81BB3E5E7443}"/>
              </a:ext>
            </a:extLst>
          </p:cNvPr>
          <p:cNvSpPr txBox="1"/>
          <p:nvPr/>
        </p:nvSpPr>
        <p:spPr>
          <a:xfrm>
            <a:off x="6017371" y="3731106"/>
            <a:ext cx="2221773" cy="2308324"/>
          </a:xfrm>
          <a:prstGeom prst="rect">
            <a:avLst/>
          </a:prstGeom>
          <a:solidFill>
            <a:srgbClr val="FFFFE4"/>
          </a:solidFill>
          <a:ln w="12700">
            <a:solidFill>
              <a:schemeClr val="tx1">
                <a:lumMod val="85000"/>
                <a:lumOff val="15000"/>
              </a:schemeClr>
            </a:solidFill>
          </a:ln>
        </p:spPr>
        <p:txBody>
          <a:bodyPr wrap="square">
            <a:spAutoFit/>
          </a:bodyPr>
          <a:lstStyle/>
          <a:p>
            <a:pPr>
              <a:tabLst>
                <a:tab pos="775527" algn="l"/>
                <a:tab pos="1551055" algn="l"/>
                <a:tab pos="2326582" algn="l"/>
                <a:tab pos="3102109" algn="l"/>
                <a:tab pos="3877636" algn="l"/>
                <a:tab pos="4653164" algn="l"/>
                <a:tab pos="5428691" algn="l"/>
                <a:tab pos="6204218" algn="l"/>
                <a:tab pos="6979746" algn="l"/>
                <a:tab pos="7755273" algn="l"/>
                <a:tab pos="8530800" algn="l"/>
                <a:tab pos="9306327" algn="l"/>
                <a:tab pos="10081855" algn="l"/>
                <a:tab pos="10857382" algn="l"/>
                <a:tab pos="11632909" algn="l"/>
                <a:tab pos="12408436" algn="l"/>
              </a:tabLst>
              <a:defRPr/>
            </a:pPr>
            <a:r>
              <a:rPr lang="en-US" altLang="zh-CN" sz="1200" kern="1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main</a:t>
            </a:r>
          </a:p>
          <a:p>
            <a:pPr>
              <a:tabLst>
                <a:tab pos="775527" algn="l"/>
                <a:tab pos="1551055" algn="l"/>
                <a:tab pos="2326582" algn="l"/>
                <a:tab pos="3102109" algn="l"/>
                <a:tab pos="3877636" algn="l"/>
                <a:tab pos="4653164" algn="l"/>
                <a:tab pos="5428691" algn="l"/>
                <a:tab pos="6204218" algn="l"/>
                <a:tab pos="6979746" algn="l"/>
                <a:tab pos="7755273" algn="l"/>
                <a:tab pos="8530800" algn="l"/>
                <a:tab pos="9306327" algn="l"/>
                <a:tab pos="10081855" algn="l"/>
                <a:tab pos="10857382" algn="l"/>
                <a:tab pos="11632909" algn="l"/>
                <a:tab pos="12408436" algn="l"/>
              </a:tabLst>
              <a:defRPr/>
            </a:pPr>
            <a:endParaRPr lang="en-US" altLang="zh-CN" sz="1200" kern="100" dirty="0">
              <a:solidFill>
                <a:schemeClr val="tx1">
                  <a:lumMod val="85000"/>
                  <a:lumOff val="15000"/>
                </a:schemeClr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>
              <a:tabLst>
                <a:tab pos="775527" algn="l"/>
                <a:tab pos="1551055" algn="l"/>
                <a:tab pos="2326582" algn="l"/>
                <a:tab pos="3102109" algn="l"/>
                <a:tab pos="3877636" algn="l"/>
                <a:tab pos="4653164" algn="l"/>
                <a:tab pos="5428691" algn="l"/>
                <a:tab pos="6204218" algn="l"/>
                <a:tab pos="6979746" algn="l"/>
                <a:tab pos="7755273" algn="l"/>
                <a:tab pos="8530800" algn="l"/>
                <a:tab pos="9306327" algn="l"/>
                <a:tab pos="10081855" algn="l"/>
                <a:tab pos="10857382" algn="l"/>
                <a:tab pos="11632909" algn="l"/>
                <a:tab pos="12408436" algn="l"/>
              </a:tabLst>
              <a:defRPr/>
            </a:pPr>
            <a:endParaRPr lang="en-US" altLang="zh-CN" sz="1200" kern="100" dirty="0">
              <a:solidFill>
                <a:schemeClr val="tx1">
                  <a:lumMod val="85000"/>
                  <a:lumOff val="15000"/>
                </a:schemeClr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>
              <a:tabLst>
                <a:tab pos="775527" algn="l"/>
                <a:tab pos="1551055" algn="l"/>
                <a:tab pos="2326582" algn="l"/>
                <a:tab pos="3102109" algn="l"/>
                <a:tab pos="3877636" algn="l"/>
                <a:tab pos="4653164" algn="l"/>
                <a:tab pos="5428691" algn="l"/>
                <a:tab pos="6204218" algn="l"/>
                <a:tab pos="6979746" algn="l"/>
                <a:tab pos="7755273" algn="l"/>
                <a:tab pos="8530800" algn="l"/>
                <a:tab pos="9306327" algn="l"/>
                <a:tab pos="10081855" algn="l"/>
                <a:tab pos="10857382" algn="l"/>
                <a:tab pos="11632909" algn="l"/>
                <a:tab pos="12408436" algn="l"/>
              </a:tabLst>
              <a:defRPr/>
            </a:pPr>
            <a:endParaRPr lang="en-US" altLang="zh-CN" sz="1200" kern="100" dirty="0">
              <a:solidFill>
                <a:schemeClr val="tx1">
                  <a:lumMod val="85000"/>
                  <a:lumOff val="15000"/>
                </a:schemeClr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>
              <a:tabLst>
                <a:tab pos="775527" algn="l"/>
                <a:tab pos="1551055" algn="l"/>
                <a:tab pos="2326582" algn="l"/>
                <a:tab pos="3102109" algn="l"/>
                <a:tab pos="3877636" algn="l"/>
                <a:tab pos="4653164" algn="l"/>
                <a:tab pos="5428691" algn="l"/>
                <a:tab pos="6204218" algn="l"/>
                <a:tab pos="6979746" algn="l"/>
                <a:tab pos="7755273" algn="l"/>
                <a:tab pos="8530800" algn="l"/>
                <a:tab pos="9306327" algn="l"/>
                <a:tab pos="10081855" algn="l"/>
                <a:tab pos="10857382" algn="l"/>
                <a:tab pos="11632909" algn="l"/>
                <a:tab pos="12408436" algn="l"/>
              </a:tabLst>
              <a:defRPr/>
            </a:pPr>
            <a:endParaRPr lang="en-US" altLang="zh-CN" sz="1200" kern="100" dirty="0">
              <a:solidFill>
                <a:schemeClr val="tx1">
                  <a:lumMod val="85000"/>
                  <a:lumOff val="15000"/>
                </a:schemeClr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>
              <a:tabLst>
                <a:tab pos="775527" algn="l"/>
                <a:tab pos="1551055" algn="l"/>
                <a:tab pos="2326582" algn="l"/>
                <a:tab pos="3102109" algn="l"/>
                <a:tab pos="3877636" algn="l"/>
                <a:tab pos="4653164" algn="l"/>
                <a:tab pos="5428691" algn="l"/>
                <a:tab pos="6204218" algn="l"/>
                <a:tab pos="6979746" algn="l"/>
                <a:tab pos="7755273" algn="l"/>
                <a:tab pos="8530800" algn="l"/>
                <a:tab pos="9306327" algn="l"/>
                <a:tab pos="10081855" algn="l"/>
                <a:tab pos="10857382" algn="l"/>
                <a:tab pos="11632909" algn="l"/>
                <a:tab pos="12408436" algn="l"/>
              </a:tabLst>
              <a:defRPr/>
            </a:pPr>
            <a:endParaRPr lang="en-US" altLang="zh-CN" sz="1200" kern="100" dirty="0">
              <a:solidFill>
                <a:schemeClr val="tx1">
                  <a:lumMod val="85000"/>
                  <a:lumOff val="15000"/>
                </a:schemeClr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>
              <a:tabLst>
                <a:tab pos="775527" algn="l"/>
                <a:tab pos="1551055" algn="l"/>
                <a:tab pos="2326582" algn="l"/>
                <a:tab pos="3102109" algn="l"/>
                <a:tab pos="3877636" algn="l"/>
                <a:tab pos="4653164" algn="l"/>
                <a:tab pos="5428691" algn="l"/>
                <a:tab pos="6204218" algn="l"/>
                <a:tab pos="6979746" algn="l"/>
                <a:tab pos="7755273" algn="l"/>
                <a:tab pos="8530800" algn="l"/>
                <a:tab pos="9306327" algn="l"/>
                <a:tab pos="10081855" algn="l"/>
                <a:tab pos="10857382" algn="l"/>
                <a:tab pos="11632909" algn="l"/>
                <a:tab pos="12408436" algn="l"/>
              </a:tabLst>
              <a:defRPr/>
            </a:pPr>
            <a:endParaRPr lang="en-US" altLang="zh-CN" sz="1200" kern="100" dirty="0">
              <a:solidFill>
                <a:schemeClr val="tx1">
                  <a:lumMod val="85000"/>
                  <a:lumOff val="15000"/>
                </a:schemeClr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>
              <a:tabLst>
                <a:tab pos="775527" algn="l"/>
                <a:tab pos="1551055" algn="l"/>
                <a:tab pos="2326582" algn="l"/>
                <a:tab pos="3102109" algn="l"/>
                <a:tab pos="3877636" algn="l"/>
                <a:tab pos="4653164" algn="l"/>
                <a:tab pos="5428691" algn="l"/>
                <a:tab pos="6204218" algn="l"/>
                <a:tab pos="6979746" algn="l"/>
                <a:tab pos="7755273" algn="l"/>
                <a:tab pos="8530800" algn="l"/>
                <a:tab pos="9306327" algn="l"/>
                <a:tab pos="10081855" algn="l"/>
                <a:tab pos="10857382" algn="l"/>
                <a:tab pos="11632909" algn="l"/>
                <a:tab pos="12408436" algn="l"/>
              </a:tabLst>
              <a:defRPr/>
            </a:pPr>
            <a:endParaRPr lang="en-US" altLang="zh-CN" sz="1200" kern="100" dirty="0">
              <a:solidFill>
                <a:schemeClr val="tx1">
                  <a:lumMod val="85000"/>
                  <a:lumOff val="15000"/>
                </a:schemeClr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>
              <a:tabLst>
                <a:tab pos="775527" algn="l"/>
                <a:tab pos="1551055" algn="l"/>
                <a:tab pos="2326582" algn="l"/>
                <a:tab pos="3102109" algn="l"/>
                <a:tab pos="3877636" algn="l"/>
                <a:tab pos="4653164" algn="l"/>
                <a:tab pos="5428691" algn="l"/>
                <a:tab pos="6204218" algn="l"/>
                <a:tab pos="6979746" algn="l"/>
                <a:tab pos="7755273" algn="l"/>
                <a:tab pos="8530800" algn="l"/>
                <a:tab pos="9306327" algn="l"/>
                <a:tab pos="10081855" algn="l"/>
                <a:tab pos="10857382" algn="l"/>
                <a:tab pos="11632909" algn="l"/>
                <a:tab pos="12408436" algn="l"/>
              </a:tabLst>
              <a:defRPr/>
            </a:pPr>
            <a:endParaRPr lang="en-US" altLang="zh-CN" sz="1200" kern="100" dirty="0">
              <a:solidFill>
                <a:schemeClr val="tx1">
                  <a:lumMod val="85000"/>
                  <a:lumOff val="15000"/>
                </a:schemeClr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>
              <a:tabLst>
                <a:tab pos="775527" algn="l"/>
                <a:tab pos="1551055" algn="l"/>
                <a:tab pos="2326582" algn="l"/>
                <a:tab pos="3102109" algn="l"/>
                <a:tab pos="3877636" algn="l"/>
                <a:tab pos="4653164" algn="l"/>
                <a:tab pos="5428691" algn="l"/>
                <a:tab pos="6204218" algn="l"/>
                <a:tab pos="6979746" algn="l"/>
                <a:tab pos="7755273" algn="l"/>
                <a:tab pos="8530800" algn="l"/>
                <a:tab pos="9306327" algn="l"/>
                <a:tab pos="10081855" algn="l"/>
                <a:tab pos="10857382" algn="l"/>
                <a:tab pos="11632909" algn="l"/>
                <a:tab pos="12408436" algn="l"/>
              </a:tabLst>
              <a:defRPr/>
            </a:pPr>
            <a:endParaRPr lang="en-US" altLang="zh-CN" sz="1200" kern="100" dirty="0">
              <a:solidFill>
                <a:schemeClr val="tx1">
                  <a:lumMod val="85000"/>
                  <a:lumOff val="15000"/>
                </a:schemeClr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>
              <a:tabLst>
                <a:tab pos="775527" algn="l"/>
                <a:tab pos="1551055" algn="l"/>
                <a:tab pos="2326582" algn="l"/>
                <a:tab pos="3102109" algn="l"/>
                <a:tab pos="3877636" algn="l"/>
                <a:tab pos="4653164" algn="l"/>
                <a:tab pos="5428691" algn="l"/>
                <a:tab pos="6204218" algn="l"/>
                <a:tab pos="6979746" algn="l"/>
                <a:tab pos="7755273" algn="l"/>
                <a:tab pos="8530800" algn="l"/>
                <a:tab pos="9306327" algn="l"/>
                <a:tab pos="10081855" algn="l"/>
                <a:tab pos="10857382" algn="l"/>
                <a:tab pos="11632909" algn="l"/>
                <a:tab pos="12408436" algn="l"/>
              </a:tabLst>
              <a:defRPr/>
            </a:pPr>
            <a:endParaRPr lang="en-US" altLang="zh-CN" sz="1200" kern="100" dirty="0">
              <a:solidFill>
                <a:schemeClr val="tx1">
                  <a:lumMod val="85000"/>
                  <a:lumOff val="15000"/>
                </a:schemeClr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>
              <a:tabLst>
                <a:tab pos="775527" algn="l"/>
                <a:tab pos="1551055" algn="l"/>
                <a:tab pos="2326582" algn="l"/>
                <a:tab pos="3102109" algn="l"/>
                <a:tab pos="3877636" algn="l"/>
                <a:tab pos="4653164" algn="l"/>
                <a:tab pos="5428691" algn="l"/>
                <a:tab pos="6204218" algn="l"/>
                <a:tab pos="6979746" algn="l"/>
                <a:tab pos="7755273" algn="l"/>
                <a:tab pos="8530800" algn="l"/>
                <a:tab pos="9306327" algn="l"/>
                <a:tab pos="10081855" algn="l"/>
                <a:tab pos="10857382" algn="l"/>
                <a:tab pos="11632909" algn="l"/>
                <a:tab pos="12408436" algn="l"/>
              </a:tabLst>
              <a:defRPr/>
            </a:pPr>
            <a:endParaRPr lang="en-US" altLang="zh-CN" sz="1200" kern="100" dirty="0">
              <a:solidFill>
                <a:schemeClr val="tx1">
                  <a:lumMod val="85000"/>
                  <a:lumOff val="15000"/>
                </a:schemeClr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: 圆角 41">
            <a:extLst>
              <a:ext uri="{FF2B5EF4-FFF2-40B4-BE49-F238E27FC236}">
                <a16:creationId xmlns:a16="http://schemas.microsoft.com/office/drawing/2014/main" id="{DA8DE0A4-B0F8-4954-912C-197E64E3ADEC}"/>
              </a:ext>
            </a:extLst>
          </p:cNvPr>
          <p:cNvSpPr/>
          <p:nvPr/>
        </p:nvSpPr>
        <p:spPr>
          <a:xfrm>
            <a:off x="6073442" y="4064245"/>
            <a:ext cx="2137107" cy="436959"/>
          </a:xfrm>
          <a:prstGeom prst="round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A91140A5-464B-46C7-B602-DD2F9AF3AEED}"/>
              </a:ext>
            </a:extLst>
          </p:cNvPr>
          <p:cNvSpPr txBox="1"/>
          <p:nvPr/>
        </p:nvSpPr>
        <p:spPr>
          <a:xfrm>
            <a:off x="6097634" y="4125525"/>
            <a:ext cx="180882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14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int</a:t>
            </a: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[] 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arr </a:t>
            </a:r>
            <a:endParaRPr lang="zh-CN" altLang="en-US" sz="1400" dirty="0">
              <a:latin typeface="Consolas" panose="020B0609020204030204" pitchFamily="49" charset="0"/>
            </a:endParaRPr>
          </a:p>
        </p:txBody>
      </p:sp>
      <p:sp>
        <p:nvSpPr>
          <p:cNvPr id="73" name="矩形 72">
            <a:extLst>
              <a:ext uri="{FF2B5EF4-FFF2-40B4-BE49-F238E27FC236}">
                <a16:creationId xmlns:a16="http://schemas.microsoft.com/office/drawing/2014/main" id="{E408350D-1488-4EBD-BE78-C449B58B1915}"/>
              </a:ext>
            </a:extLst>
          </p:cNvPr>
          <p:cNvSpPr/>
          <p:nvPr/>
        </p:nvSpPr>
        <p:spPr>
          <a:xfrm>
            <a:off x="9341696" y="2591111"/>
            <a:ext cx="1921933" cy="349251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sz="1400" dirty="0" err="1">
                <a:solidFill>
                  <a:schemeClr val="accent2"/>
                </a:solidFill>
                <a:latin typeface="Consolas" panose="020B0609020204030204" pitchFamily="49" charset="0"/>
                <a:ea typeface="思源黑体 CN Bold" panose="020B0800000000000000" pitchFamily="34" charset="-122"/>
              </a:rPr>
              <a:t>int</a:t>
            </a:r>
            <a:r>
              <a:rPr lang="en-US" altLang="zh-CN" sz="1400" dirty="0">
                <a:solidFill>
                  <a:schemeClr val="accent2"/>
                </a:solidFill>
                <a:latin typeface="Consolas" panose="020B0609020204030204" pitchFamily="49" charset="0"/>
                <a:ea typeface="思源黑体 CN Bold" panose="020B0800000000000000" pitchFamily="34" charset="-122"/>
              </a:rPr>
              <a:t>[]</a:t>
            </a:r>
          </a:p>
        </p:txBody>
      </p:sp>
      <p:sp>
        <p:nvSpPr>
          <p:cNvPr id="74" name="矩形 73">
            <a:extLst>
              <a:ext uri="{FF2B5EF4-FFF2-40B4-BE49-F238E27FC236}">
                <a16:creationId xmlns:a16="http://schemas.microsoft.com/office/drawing/2014/main" id="{34715B28-1E7D-47C6-B62C-CDB7C9E13F2B}"/>
              </a:ext>
            </a:extLst>
          </p:cNvPr>
          <p:cNvSpPr/>
          <p:nvPr/>
        </p:nvSpPr>
        <p:spPr>
          <a:xfrm>
            <a:off x="9341696" y="3289611"/>
            <a:ext cx="768351" cy="349251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sz="1400" dirty="0">
                <a:latin typeface="Consolas" panose="020B0609020204030204" pitchFamily="49" charset="0"/>
                <a:ea typeface="思源黑体 CN Bold" panose="020B0800000000000000" pitchFamily="34" charset="-122"/>
              </a:rPr>
              <a:t>0</a:t>
            </a:r>
          </a:p>
        </p:txBody>
      </p:sp>
      <p:sp>
        <p:nvSpPr>
          <p:cNvPr id="75" name="矩形 74">
            <a:extLst>
              <a:ext uri="{FF2B5EF4-FFF2-40B4-BE49-F238E27FC236}">
                <a16:creationId xmlns:a16="http://schemas.microsoft.com/office/drawing/2014/main" id="{1734A7C0-39C1-4FBF-80B7-9D8DD8027550}"/>
              </a:ext>
            </a:extLst>
          </p:cNvPr>
          <p:cNvSpPr/>
          <p:nvPr/>
        </p:nvSpPr>
        <p:spPr>
          <a:xfrm>
            <a:off x="9341696" y="3638862"/>
            <a:ext cx="768351" cy="347133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sz="1400" dirty="0">
                <a:latin typeface="Consolas" panose="020B0609020204030204" pitchFamily="49" charset="0"/>
                <a:ea typeface="思源黑体 CN Bold" panose="020B0800000000000000" pitchFamily="34" charset="-122"/>
              </a:rPr>
              <a:t>1</a:t>
            </a:r>
          </a:p>
        </p:txBody>
      </p:sp>
      <p:sp>
        <p:nvSpPr>
          <p:cNvPr id="76" name="矩形 75">
            <a:extLst>
              <a:ext uri="{FF2B5EF4-FFF2-40B4-BE49-F238E27FC236}">
                <a16:creationId xmlns:a16="http://schemas.microsoft.com/office/drawing/2014/main" id="{F4A1D31D-457B-4A44-A4BF-8EC087AFA079}"/>
              </a:ext>
            </a:extLst>
          </p:cNvPr>
          <p:cNvSpPr/>
          <p:nvPr/>
        </p:nvSpPr>
        <p:spPr>
          <a:xfrm>
            <a:off x="9341696" y="2940362"/>
            <a:ext cx="768351" cy="349249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sz="1200" b="1" dirty="0">
                <a:solidFill>
                  <a:schemeClr val="accent2"/>
                </a:solidFill>
                <a:latin typeface="Consolas" panose="020B0609020204030204" pitchFamily="49" charset="0"/>
                <a:ea typeface="思源黑体 CN Heavy" panose="020B0A00000000000000" pitchFamily="34" charset="-122"/>
                <a:cs typeface="Courier New" panose="02070309020205020404" pitchFamily="49" charset="0"/>
              </a:rPr>
              <a:t>length</a:t>
            </a:r>
            <a:endParaRPr lang="en-US" altLang="zh-CN" sz="1200" dirty="0">
              <a:solidFill>
                <a:schemeClr val="accent2"/>
              </a:solidFill>
              <a:latin typeface="Consolas" panose="020B0609020204030204" pitchFamily="49" charset="0"/>
              <a:ea typeface="思源黑体 CN Bold" panose="020B0800000000000000" pitchFamily="34" charset="-122"/>
            </a:endParaRPr>
          </a:p>
        </p:txBody>
      </p:sp>
      <p:sp>
        <p:nvSpPr>
          <p:cNvPr id="77" name="矩形 76">
            <a:extLst>
              <a:ext uri="{FF2B5EF4-FFF2-40B4-BE49-F238E27FC236}">
                <a16:creationId xmlns:a16="http://schemas.microsoft.com/office/drawing/2014/main" id="{8FC69095-D8A6-44C5-85E8-2DB7C71FE945}"/>
              </a:ext>
            </a:extLst>
          </p:cNvPr>
          <p:cNvSpPr/>
          <p:nvPr/>
        </p:nvSpPr>
        <p:spPr>
          <a:xfrm>
            <a:off x="10110047" y="2940362"/>
            <a:ext cx="1153583" cy="349249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sz="1400" dirty="0">
                <a:latin typeface="Consolas" panose="020B0609020204030204" pitchFamily="49" charset="0"/>
                <a:ea typeface="思源黑体 CN Bold" panose="020B0800000000000000" pitchFamily="34" charset="-122"/>
              </a:rPr>
              <a:t>3</a:t>
            </a:r>
          </a:p>
        </p:txBody>
      </p:sp>
      <p:sp>
        <p:nvSpPr>
          <p:cNvPr id="83" name="TextBox 4">
            <a:extLst>
              <a:ext uri="{FF2B5EF4-FFF2-40B4-BE49-F238E27FC236}">
                <a16:creationId xmlns:a16="http://schemas.microsoft.com/office/drawing/2014/main" id="{89804354-F3AF-4FF7-9AA3-E177FFAD35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662371" y="2267600"/>
            <a:ext cx="1024467" cy="247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r">
              <a:lnSpc>
                <a:spcPct val="150000"/>
              </a:lnSpc>
            </a:pPr>
            <a:r>
              <a:rPr lang="zh-CN" altLang="en-US" sz="1200" b="1" dirty="0">
                <a:solidFill>
                  <a:srgbClr val="7030A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10f87f48</a:t>
            </a:r>
          </a:p>
        </p:txBody>
      </p:sp>
      <p:sp>
        <p:nvSpPr>
          <p:cNvPr id="80" name="TextBox 4">
            <a:extLst>
              <a:ext uri="{FF2B5EF4-FFF2-40B4-BE49-F238E27FC236}">
                <a16:creationId xmlns:a16="http://schemas.microsoft.com/office/drawing/2014/main" id="{20F23742-8C71-4289-9C34-657744C134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662371" y="2267600"/>
            <a:ext cx="1024467" cy="247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r">
              <a:lnSpc>
                <a:spcPct val="150000"/>
              </a:lnSpc>
            </a:pPr>
            <a:r>
              <a:rPr lang="zh-CN" altLang="en-US" sz="1200" b="1" dirty="0">
                <a:solidFill>
                  <a:srgbClr val="7030A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10f87f48</a:t>
            </a:r>
          </a:p>
        </p:txBody>
      </p:sp>
      <p:sp>
        <p:nvSpPr>
          <p:cNvPr id="81" name="矩形 80">
            <a:extLst>
              <a:ext uri="{FF2B5EF4-FFF2-40B4-BE49-F238E27FC236}">
                <a16:creationId xmlns:a16="http://schemas.microsoft.com/office/drawing/2014/main" id="{DFD9875F-376D-4B18-859F-FA65D60DDB5E}"/>
              </a:ext>
            </a:extLst>
          </p:cNvPr>
          <p:cNvSpPr/>
          <p:nvPr/>
        </p:nvSpPr>
        <p:spPr>
          <a:xfrm>
            <a:off x="9341695" y="3982920"/>
            <a:ext cx="768351" cy="347133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sz="1400" dirty="0">
                <a:latin typeface="Consolas" panose="020B0609020204030204" pitchFamily="49" charset="0"/>
                <a:ea typeface="思源黑体 CN Bold" panose="020B0800000000000000" pitchFamily="34" charset="-122"/>
              </a:rPr>
              <a:t>2</a:t>
            </a:r>
          </a:p>
        </p:txBody>
      </p:sp>
      <p:cxnSp>
        <p:nvCxnSpPr>
          <p:cNvPr id="84" name="肘形连接符 56">
            <a:extLst>
              <a:ext uri="{FF2B5EF4-FFF2-40B4-BE49-F238E27FC236}">
                <a16:creationId xmlns:a16="http://schemas.microsoft.com/office/drawing/2014/main" id="{B22E264E-8FD3-41D0-BFF2-8A4B8FBD467C}"/>
              </a:ext>
            </a:extLst>
          </p:cNvPr>
          <p:cNvCxnSpPr>
            <a:cxnSpLocks/>
          </p:cNvCxnSpPr>
          <p:nvPr/>
        </p:nvCxnSpPr>
        <p:spPr>
          <a:xfrm flipV="1">
            <a:off x="7521661" y="2391543"/>
            <a:ext cx="2034657" cy="1679837"/>
          </a:xfrm>
          <a:prstGeom prst="bentConnector3">
            <a:avLst>
              <a:gd name="adj1" fmla="val -257"/>
            </a:avLst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文本框 84">
            <a:extLst>
              <a:ext uri="{FF2B5EF4-FFF2-40B4-BE49-F238E27FC236}">
                <a16:creationId xmlns:a16="http://schemas.microsoft.com/office/drawing/2014/main" id="{2F339CF4-D6E8-4F56-B2FF-9ADAE2CC4787}"/>
              </a:ext>
            </a:extLst>
          </p:cNvPr>
          <p:cNvSpPr txBox="1"/>
          <p:nvPr/>
        </p:nvSpPr>
        <p:spPr>
          <a:xfrm>
            <a:off x="600240" y="5399439"/>
            <a:ext cx="1930161" cy="923330"/>
          </a:xfrm>
          <a:prstGeom prst="rect">
            <a:avLst/>
          </a:prstGeom>
          <a:solidFill>
            <a:srgbClr val="0C0C0C"/>
          </a:solidFill>
          <a:ln>
            <a:solidFill>
              <a:schemeClr val="tx1">
                <a:lumMod val="85000"/>
                <a:lumOff val="1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44</a:t>
            </a:r>
          </a:p>
          <a:p>
            <a:r>
              <a:rPr lang="en-US" altLang="zh-CN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55</a:t>
            </a:r>
          </a:p>
          <a:p>
            <a:r>
              <a:rPr lang="en-US" altLang="zh-CN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66</a:t>
            </a:r>
          </a:p>
        </p:txBody>
      </p:sp>
      <p:sp>
        <p:nvSpPr>
          <p:cNvPr id="89" name="矩形 88">
            <a:extLst>
              <a:ext uri="{FF2B5EF4-FFF2-40B4-BE49-F238E27FC236}">
                <a16:creationId xmlns:a16="http://schemas.microsoft.com/office/drawing/2014/main" id="{959C9461-0447-43C1-8B48-7C65A34A95E1}"/>
              </a:ext>
            </a:extLst>
          </p:cNvPr>
          <p:cNvSpPr/>
          <p:nvPr/>
        </p:nvSpPr>
        <p:spPr>
          <a:xfrm>
            <a:off x="583305" y="2733886"/>
            <a:ext cx="4844665" cy="636229"/>
          </a:xfrm>
          <a:prstGeom prst="rect">
            <a:avLst/>
          </a:prstGeom>
          <a:solidFill>
            <a:srgbClr val="FD0000">
              <a:alpha val="20000"/>
            </a:srgbClr>
          </a:solidFill>
          <a:ln w="38100"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sz="2400"/>
          </a:p>
        </p:txBody>
      </p:sp>
      <p:sp>
        <p:nvSpPr>
          <p:cNvPr id="93" name="矩形 92">
            <a:extLst>
              <a:ext uri="{FF2B5EF4-FFF2-40B4-BE49-F238E27FC236}">
                <a16:creationId xmlns:a16="http://schemas.microsoft.com/office/drawing/2014/main" id="{159FB4D7-BB32-463C-A5BD-F24187212DA3}"/>
              </a:ext>
            </a:extLst>
          </p:cNvPr>
          <p:cNvSpPr/>
          <p:nvPr/>
        </p:nvSpPr>
        <p:spPr>
          <a:xfrm>
            <a:off x="10110037" y="3982534"/>
            <a:ext cx="1153583" cy="349251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sz="1400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ea typeface="思源黑体 CN Bold" panose="020B0800000000000000" pitchFamily="34" charset="-122"/>
                <a:cs typeface="Courier New" panose="02070309020205020404" pitchFamily="49" charset="0"/>
              </a:rPr>
              <a:t>66</a:t>
            </a:r>
            <a:endParaRPr lang="en-US" altLang="zh-CN" sz="1400" b="1" dirty="0">
              <a:solidFill>
                <a:schemeClr val="accent6">
                  <a:lumMod val="75000"/>
                </a:schemeClr>
              </a:solidFill>
              <a:latin typeface="Consolas" panose="020B0609020204030204" pitchFamily="49" charset="0"/>
              <a:ea typeface="思源黑体 CN Bold" panose="020B0800000000000000" pitchFamily="34" charset="-122"/>
            </a:endParaRPr>
          </a:p>
        </p:txBody>
      </p:sp>
      <p:sp>
        <p:nvSpPr>
          <p:cNvPr id="92" name="矩形 91">
            <a:extLst>
              <a:ext uri="{FF2B5EF4-FFF2-40B4-BE49-F238E27FC236}">
                <a16:creationId xmlns:a16="http://schemas.microsoft.com/office/drawing/2014/main" id="{6163E3C6-6616-4094-9A2E-890D5324D288}"/>
              </a:ext>
            </a:extLst>
          </p:cNvPr>
          <p:cNvSpPr/>
          <p:nvPr/>
        </p:nvSpPr>
        <p:spPr>
          <a:xfrm>
            <a:off x="10110037" y="3634609"/>
            <a:ext cx="1153583" cy="349251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sz="1400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ea typeface="思源黑体 CN Bold" panose="020B0800000000000000" pitchFamily="34" charset="-122"/>
                <a:cs typeface="Courier New" panose="02070309020205020404" pitchFamily="49" charset="0"/>
              </a:rPr>
              <a:t>55</a:t>
            </a:r>
            <a:endParaRPr lang="en-US" altLang="zh-CN" sz="1400" b="1" dirty="0">
              <a:solidFill>
                <a:schemeClr val="accent6">
                  <a:lumMod val="75000"/>
                </a:schemeClr>
              </a:solidFill>
              <a:latin typeface="Consolas" panose="020B0609020204030204" pitchFamily="49" charset="0"/>
              <a:ea typeface="思源黑体 CN Bold" panose="020B0800000000000000" pitchFamily="34" charset="-122"/>
            </a:endParaRPr>
          </a:p>
        </p:txBody>
      </p:sp>
      <p:sp>
        <p:nvSpPr>
          <p:cNvPr id="91" name="矩形 90">
            <a:extLst>
              <a:ext uri="{FF2B5EF4-FFF2-40B4-BE49-F238E27FC236}">
                <a16:creationId xmlns:a16="http://schemas.microsoft.com/office/drawing/2014/main" id="{639AD6CB-F1CC-4C90-A128-FBC3E1EA2BDD}"/>
              </a:ext>
            </a:extLst>
          </p:cNvPr>
          <p:cNvSpPr/>
          <p:nvPr/>
        </p:nvSpPr>
        <p:spPr>
          <a:xfrm>
            <a:off x="10110037" y="3286794"/>
            <a:ext cx="1153583" cy="349251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sz="1400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ea typeface="思源黑体 CN Bold" panose="020B0800000000000000" pitchFamily="34" charset="-122"/>
                <a:cs typeface="Courier New" panose="02070309020205020404" pitchFamily="49" charset="0"/>
              </a:rPr>
              <a:t>44</a:t>
            </a:r>
            <a:endParaRPr lang="en-US" altLang="zh-CN" sz="1400" b="1" dirty="0">
              <a:solidFill>
                <a:schemeClr val="accent6">
                  <a:lumMod val="75000"/>
                </a:schemeClr>
              </a:solidFill>
              <a:latin typeface="Consolas" panose="020B0609020204030204" pitchFamily="49" charset="0"/>
              <a:ea typeface="思源黑体 CN Bold" panose="020B0800000000000000" pitchFamily="34" charset="-122"/>
            </a:endParaRPr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E9507B72-EC3B-816E-356C-29240B7917E4}"/>
              </a:ext>
            </a:extLst>
          </p:cNvPr>
          <p:cNvSpPr/>
          <p:nvPr/>
        </p:nvSpPr>
        <p:spPr>
          <a:xfrm>
            <a:off x="3530857" y="915895"/>
            <a:ext cx="5085170" cy="975144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Consolas" panose="020B0609020204030204" pitchFamily="49" charset="0"/>
              </a:rPr>
              <a:t>简化格式只是简化了代码书写</a:t>
            </a:r>
            <a:endParaRPr lang="en-US" altLang="zh-CN" dirty="0">
              <a:latin typeface="Consolas" panose="020B0609020204030204" pitchFamily="49" charset="0"/>
            </a:endParaRPr>
          </a:p>
          <a:p>
            <a:pPr algn="ctr"/>
            <a:r>
              <a:rPr lang="zh-CN" altLang="en-US" dirty="0">
                <a:latin typeface="Consolas" panose="020B0609020204030204" pitchFamily="49" charset="0"/>
              </a:rPr>
              <a:t>真正运行期间还是按照完整格式运行的</a:t>
            </a:r>
            <a:endParaRPr lang="en-US" altLang="zh-CN" dirty="0">
              <a:latin typeface="Consolas" panose="020B0609020204030204" pitchFamily="49" charset="0"/>
            </a:endParaRPr>
          </a:p>
          <a:p>
            <a:pPr algn="ctr"/>
            <a:r>
              <a:rPr lang="en-US" altLang="zh-CN" dirty="0">
                <a:latin typeface="Consolas" panose="020B0609020204030204" pitchFamily="49" charset="0"/>
              </a:rPr>
              <a:t>int[] </a:t>
            </a:r>
            <a:r>
              <a:rPr lang="en-US" altLang="zh-CN" dirty="0" err="1">
                <a:latin typeface="Consolas" panose="020B0609020204030204" pitchFamily="49" charset="0"/>
              </a:rPr>
              <a:t>arr</a:t>
            </a:r>
            <a:r>
              <a:rPr lang="en-US" altLang="zh-CN" dirty="0">
                <a:latin typeface="Consolas" panose="020B0609020204030204" pitchFamily="49" charset="0"/>
              </a:rPr>
              <a:t> = new int[]{11,22,33};</a:t>
            </a:r>
            <a:endParaRPr lang="zh-CN" altLang="en-US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743400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75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75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50" presetClass="pat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79167E-6 -1.11111E-6 L -0.10704 -1.11111E-6 C -0.15495 -1.11111E-6 -0.21368 0.07593 -0.21368 0.13773 L -0.21368 0.27593 " pathEditMode="relative" rAng="0" ptsTypes="AAAA">
                                      <p:cBhvr>
                                        <p:cTn id="79" dur="10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0690" y="1379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4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8" fill="hold">
                            <p:stCondLst>
                              <p:cond delay="500"/>
                            </p:stCondLst>
                            <p:childTnLst>
                              <p:par>
                                <p:cTn id="9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2" fill="hold">
                            <p:stCondLst>
                              <p:cond delay="1000"/>
                            </p:stCondLst>
                            <p:childTnLst>
                              <p:par>
                                <p:cTn id="10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6" fill="hold">
                            <p:stCondLst>
                              <p:cond delay="1500"/>
                            </p:stCondLst>
                            <p:childTnLst>
                              <p:par>
                                <p:cTn id="107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9" fill="hold">
                            <p:stCondLst>
                              <p:cond delay="1500"/>
                            </p:stCondLst>
                            <p:childTnLst>
                              <p:par>
                                <p:cTn id="110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2" fill="hold">
                            <p:stCondLst>
                              <p:cond delay="1500"/>
                            </p:stCondLst>
                            <p:childTnLst>
                              <p:par>
                                <p:cTn id="113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42" presetClass="pat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375E-6 2.59259E-6 L -4.375E-6 0.10023 " pathEditMode="relative" rAng="0" ptsTypes="AA">
                                      <p:cBhvr>
                                        <p:cTn id="118" dur="75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50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3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8" grpId="0" animBg="1"/>
      <p:bldP spid="88" grpId="1" animBg="1"/>
      <p:bldP spid="87" grpId="0" animBg="1"/>
      <p:bldP spid="87" grpId="1" animBg="1"/>
      <p:bldP spid="86" grpId="0" animBg="1"/>
      <p:bldP spid="86" grpId="1" animBg="1"/>
      <p:bldP spid="62" grpId="0" animBg="1"/>
      <p:bldP spid="37" grpId="0" animBg="1"/>
      <p:bldP spid="42" grpId="0" animBg="1"/>
      <p:bldP spid="41" grpId="0"/>
      <p:bldP spid="73" grpId="0" animBg="1"/>
      <p:bldP spid="74" grpId="0" animBg="1"/>
      <p:bldP spid="75" grpId="0" animBg="1"/>
      <p:bldP spid="76" grpId="0" animBg="1"/>
      <p:bldP spid="77" grpId="0" animBg="1"/>
      <p:bldP spid="83" grpId="0"/>
      <p:bldP spid="80" grpId="0"/>
      <p:bldP spid="80" grpId="1"/>
      <p:bldP spid="81" grpId="0" animBg="1"/>
      <p:bldP spid="85" grpId="0" animBg="1"/>
      <p:bldP spid="89" grpId="0" animBg="1"/>
      <p:bldP spid="89" grpId="1" animBg="1"/>
      <p:bldP spid="93" grpId="0" animBg="1"/>
      <p:bldP spid="92" grpId="0" animBg="1"/>
      <p:bldP spid="91" grpId="0" animBg="1"/>
      <p:bldP spid="5" grpId="0" animBg="1"/>
      <p:bldP spid="5" grpId="1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extBox 3">
            <a:extLst>
              <a:ext uri="{FF2B5EF4-FFF2-40B4-BE49-F238E27FC236}">
                <a16:creationId xmlns:a16="http://schemas.microsoft.com/office/drawing/2014/main" id="{034F6FB2-2116-4B39-AAC3-870024A29C3D}"/>
              </a:ext>
            </a:extLst>
          </p:cNvPr>
          <p:cNvSpPr txBox="1"/>
          <p:nvPr/>
        </p:nvSpPr>
        <p:spPr>
          <a:xfrm>
            <a:off x="600241" y="1822822"/>
            <a:ext cx="4850264" cy="2677656"/>
          </a:xfrm>
          <a:prstGeom prst="rect">
            <a:avLst/>
          </a:prstGeom>
          <a:solidFill>
            <a:srgbClr val="FFFFE4"/>
          </a:solidFill>
          <a:ln w="127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JetBrains Mono"/>
              </a:rPr>
              <a:t>public class 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JetBrains Mono"/>
              </a:rPr>
              <a:t>Test 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{</a:t>
            </a:r>
            <a:b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    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JetBrains Mono"/>
              </a:rPr>
              <a:t>public static void 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0627A"/>
                </a:solidFill>
                <a:effectLst/>
                <a:latin typeface="Consolas" panose="020B0609020204030204" pitchFamily="49" charset="0"/>
                <a:ea typeface="JetBrains Mono"/>
              </a:rPr>
              <a:t>main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(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JetBrains Mono"/>
              </a:rPr>
              <a:t>String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[] args) {</a:t>
            </a:r>
            <a:b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b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        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JetBrains Mono"/>
              </a:rPr>
              <a:t>int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[] 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JetBrains Mono"/>
              </a:rPr>
              <a:t>array1 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= {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Consolas" panose="020B0609020204030204" pitchFamily="49" charset="0"/>
                <a:ea typeface="JetBrains Mono"/>
              </a:rPr>
              <a:t>11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, 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Consolas" panose="020B0609020204030204" pitchFamily="49" charset="0"/>
                <a:ea typeface="JetBrains Mono"/>
              </a:rPr>
              <a:t>22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, 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Consolas" panose="020B0609020204030204" pitchFamily="49" charset="0"/>
                <a:ea typeface="JetBrains Mono"/>
              </a:rPr>
              <a:t>33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};</a:t>
            </a:r>
            <a:b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b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        </a:t>
            </a:r>
            <a:endParaRPr kumimoji="0" lang="en-US" altLang="zh-CN" sz="1200" b="0" i="0" u="none" strike="noStrike" cap="none" normalizeH="0" baseline="0" dirty="0">
              <a:ln>
                <a:noFill/>
              </a:ln>
              <a:solidFill>
                <a:srgbClr val="080808"/>
              </a:solidFill>
              <a:effectLst/>
              <a:latin typeface="Consolas" panose="020B0609020204030204" pitchFamily="49" charset="0"/>
              <a:ea typeface="JetBrains Mono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zh-CN" sz="1200" dirty="0">
              <a:solidFill>
                <a:srgbClr val="080808"/>
              </a:solidFill>
              <a:latin typeface="Consolas" panose="020B0609020204030204" pitchFamily="49" charset="0"/>
              <a:ea typeface="JetBrains Mono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zh-CN" sz="1200" b="0" i="0" u="none" strike="noStrike" cap="none" normalizeH="0" baseline="0" dirty="0">
              <a:ln>
                <a:noFill/>
              </a:ln>
              <a:solidFill>
                <a:srgbClr val="080808"/>
              </a:solidFill>
              <a:effectLst/>
              <a:latin typeface="Consolas" panose="020B0609020204030204" pitchFamily="49" charset="0"/>
              <a:ea typeface="JetBrains Mono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zh-CN" sz="1200" dirty="0">
              <a:solidFill>
                <a:srgbClr val="080808"/>
              </a:solidFill>
              <a:latin typeface="Consolas" panose="020B0609020204030204" pitchFamily="49" charset="0"/>
              <a:ea typeface="JetBrains Mono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zh-CN" sz="1200" b="0" i="0" u="none" strike="noStrike" cap="none" normalizeH="0" baseline="0" dirty="0">
              <a:ln>
                <a:noFill/>
              </a:ln>
              <a:solidFill>
                <a:srgbClr val="080808"/>
              </a:solidFill>
              <a:effectLst/>
              <a:latin typeface="Consolas" panose="020B0609020204030204" pitchFamily="49" charset="0"/>
              <a:ea typeface="JetBrains Mono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        </a:t>
            </a:r>
            <a:endParaRPr kumimoji="0" lang="en-US" altLang="zh-CN" sz="1200" b="0" i="0" u="none" strike="noStrike" cap="none" normalizeH="0" baseline="0" dirty="0">
              <a:ln>
                <a:noFill/>
              </a:ln>
              <a:solidFill>
                <a:srgbClr val="080808"/>
              </a:solidFill>
              <a:effectLst/>
              <a:latin typeface="Consolas" panose="020B0609020204030204" pitchFamily="49" charset="0"/>
              <a:ea typeface="JetBrains Mono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    }</a:t>
            </a:r>
            <a:b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}</a:t>
            </a:r>
            <a:endParaRPr kumimoji="0" lang="zh-CN" altLang="zh-CN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60" name="文本框 59">
            <a:extLst>
              <a:ext uri="{FF2B5EF4-FFF2-40B4-BE49-F238E27FC236}">
                <a16:creationId xmlns:a16="http://schemas.microsoft.com/office/drawing/2014/main" id="{E8DBA533-B3F0-44FD-9C9D-33C5A3913C34}"/>
              </a:ext>
            </a:extLst>
          </p:cNvPr>
          <p:cNvSpPr txBox="1"/>
          <p:nvPr/>
        </p:nvSpPr>
        <p:spPr>
          <a:xfrm>
            <a:off x="1271239" y="2713247"/>
            <a:ext cx="365128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JetBrains Mono"/>
              </a:rPr>
              <a:t>int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[] 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JetBrains Mono"/>
              </a:rPr>
              <a:t>array2 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= 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JetBrains Mono"/>
              </a:rPr>
              <a:t>array1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;</a:t>
            </a:r>
            <a:endParaRPr lang="zh-CN" altLang="en-US" sz="1200" dirty="0">
              <a:solidFill>
                <a:schemeClr val="tx1">
                  <a:lumMod val="65000"/>
                  <a:lumOff val="35000"/>
                </a:schemeClr>
              </a:solidFill>
              <a:latin typeface="Consolas" panose="020B0609020204030204" pitchFamily="49" charset="0"/>
            </a:endParaRP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764C089C-0935-5E44-B9F7-7E9F84DDBA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 数组内存图</a:t>
            </a:r>
            <a:endParaRPr kumimoji="1" lang="zh-CN" altLang="en-US" dirty="0"/>
          </a:p>
        </p:txBody>
      </p:sp>
      <p:sp>
        <p:nvSpPr>
          <p:cNvPr id="40" name="文本占位符 3">
            <a:extLst>
              <a:ext uri="{FF2B5EF4-FFF2-40B4-BE49-F238E27FC236}">
                <a16:creationId xmlns:a16="http://schemas.microsoft.com/office/drawing/2014/main" id="{57B70709-3842-4151-86BD-E249E98D2F55}"/>
              </a:ext>
            </a:extLst>
          </p:cNvPr>
          <p:cNvSpPr txBox="1">
            <a:spLocks/>
          </p:cNvSpPr>
          <p:nvPr/>
        </p:nvSpPr>
        <p:spPr>
          <a:xfrm>
            <a:off x="710881" y="940081"/>
            <a:ext cx="2999986" cy="517190"/>
          </a:xfrm>
          <a:prstGeom prst="rect">
            <a:avLst/>
          </a:prstGeom>
        </p:spPr>
        <p:txBody>
          <a:bodyPr anchor="ctr" anchorCtr="0"/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lang="zh-CN" altLang="en-US" sz="18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zh-CN" altLang="en-US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</a:rPr>
              <a:t>两个数组指向相同内存图</a:t>
            </a: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14B72230-9DC4-49F2-8DA7-53491E9CAB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7022" y="2706660"/>
            <a:ext cx="723963" cy="335309"/>
          </a:xfrm>
          <a:prstGeom prst="rect">
            <a:avLst/>
          </a:prstGeom>
        </p:spPr>
      </p:pic>
      <p:sp>
        <p:nvSpPr>
          <p:cNvPr id="13" name="文本框 12">
            <a:extLst>
              <a:ext uri="{FF2B5EF4-FFF2-40B4-BE49-F238E27FC236}">
                <a16:creationId xmlns:a16="http://schemas.microsoft.com/office/drawing/2014/main" id="{0A937A4B-C7BE-467F-ADD1-E3DF49E5DAB6}"/>
              </a:ext>
            </a:extLst>
          </p:cNvPr>
          <p:cNvSpPr txBox="1"/>
          <p:nvPr/>
        </p:nvSpPr>
        <p:spPr>
          <a:xfrm>
            <a:off x="2582684" y="2723644"/>
            <a:ext cx="59824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200" dirty="0">
                <a:solidFill>
                  <a:srgbClr val="C0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地址</a:t>
            </a:r>
            <a:r>
              <a:rPr lang="en-US" altLang="zh-CN" sz="1200" dirty="0">
                <a:solidFill>
                  <a:srgbClr val="C0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!!</a:t>
            </a:r>
            <a:endParaRPr lang="zh-CN" altLang="en-US" sz="1200" dirty="0">
              <a:solidFill>
                <a:srgbClr val="C00000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CB737AB4-3014-4AAB-BCE1-7B5593EAD520}"/>
              </a:ext>
            </a:extLst>
          </p:cNvPr>
          <p:cNvSpPr txBox="1"/>
          <p:nvPr/>
        </p:nvSpPr>
        <p:spPr>
          <a:xfrm>
            <a:off x="1271239" y="3429000"/>
            <a:ext cx="32626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JetBrains Mono"/>
              </a:rPr>
              <a:t>System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.</a:t>
            </a:r>
            <a:r>
              <a:rPr kumimoji="0" lang="zh-CN" altLang="zh-CN" sz="1200" b="0" i="1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Consolas" panose="020B0609020204030204" pitchFamily="49" charset="0"/>
                <a:ea typeface="JetBrains Mono"/>
              </a:rPr>
              <a:t>out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.println(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JetBrains Mono"/>
              </a:rPr>
              <a:t>array1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[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Consolas" panose="020B0609020204030204" pitchFamily="49" charset="0"/>
                <a:ea typeface="JetBrains Mono"/>
              </a:rPr>
              <a:t>0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]);</a:t>
            </a:r>
            <a:b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JetBrains Mono"/>
              </a:rPr>
              <a:t>System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.</a:t>
            </a:r>
            <a:r>
              <a:rPr kumimoji="0" lang="zh-CN" altLang="zh-CN" sz="1200" b="0" i="1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Consolas" panose="020B0609020204030204" pitchFamily="49" charset="0"/>
                <a:ea typeface="JetBrains Mono"/>
              </a:rPr>
              <a:t>out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.println(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JetBrains Mono"/>
              </a:rPr>
              <a:t>array2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[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Consolas" panose="020B0609020204030204" pitchFamily="49" charset="0"/>
                <a:ea typeface="JetBrains Mono"/>
              </a:rPr>
              <a:t>0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]);</a:t>
            </a:r>
            <a:endParaRPr lang="zh-CN" altLang="en-US" sz="1200" dirty="0">
              <a:solidFill>
                <a:schemeClr val="tx1">
                  <a:lumMod val="65000"/>
                  <a:lumOff val="35000"/>
                </a:schemeClr>
              </a:solidFill>
              <a:latin typeface="Consolas" panose="020B0609020204030204" pitchFamily="49" charset="0"/>
            </a:endParaRPr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51424CEB-1048-4453-A6E9-5BAA8CB477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17022" y="2702548"/>
            <a:ext cx="1592718" cy="335309"/>
          </a:xfrm>
          <a:prstGeom prst="rect">
            <a:avLst/>
          </a:prstGeom>
        </p:spPr>
      </p:pic>
      <p:sp>
        <p:nvSpPr>
          <p:cNvPr id="63" name="文本框 62">
            <a:extLst>
              <a:ext uri="{FF2B5EF4-FFF2-40B4-BE49-F238E27FC236}">
                <a16:creationId xmlns:a16="http://schemas.microsoft.com/office/drawing/2014/main" id="{2EE955A3-0535-43C9-8200-498324D95C2E}"/>
              </a:ext>
            </a:extLst>
          </p:cNvPr>
          <p:cNvSpPr txBox="1"/>
          <p:nvPr/>
        </p:nvSpPr>
        <p:spPr>
          <a:xfrm>
            <a:off x="2582684" y="2715316"/>
            <a:ext cx="86113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JetBrains Mono"/>
              </a:rPr>
              <a:t>array1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;</a:t>
            </a:r>
            <a:endParaRPr lang="zh-CN" altLang="en-US" sz="1200" dirty="0">
              <a:solidFill>
                <a:schemeClr val="tx1">
                  <a:lumMod val="65000"/>
                  <a:lumOff val="35000"/>
                </a:schemeClr>
              </a:solidFill>
              <a:latin typeface="Consolas" panose="020B0609020204030204" pitchFamily="49" charset="0"/>
            </a:endParaRPr>
          </a:p>
        </p:txBody>
      </p:sp>
      <p:sp>
        <p:nvSpPr>
          <p:cNvPr id="65" name="文本框 64">
            <a:extLst>
              <a:ext uri="{FF2B5EF4-FFF2-40B4-BE49-F238E27FC236}">
                <a16:creationId xmlns:a16="http://schemas.microsoft.com/office/drawing/2014/main" id="{F9E4D2B9-D16E-4775-86D5-CBA43547E747}"/>
              </a:ext>
            </a:extLst>
          </p:cNvPr>
          <p:cNvSpPr txBox="1"/>
          <p:nvPr/>
        </p:nvSpPr>
        <p:spPr>
          <a:xfrm>
            <a:off x="1271238" y="3075905"/>
            <a:ext cx="186309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JetBrains Mono"/>
              </a:rPr>
              <a:t>array2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[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Consolas" panose="020B0609020204030204" pitchFamily="49" charset="0"/>
                <a:ea typeface="JetBrains Mono"/>
              </a:rPr>
              <a:t>0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] = 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Consolas" panose="020B0609020204030204" pitchFamily="49" charset="0"/>
                <a:ea typeface="JetBrains Mono"/>
              </a:rPr>
              <a:t>100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;</a:t>
            </a:r>
            <a:endParaRPr lang="zh-CN" altLang="en-US" sz="1200" dirty="0">
              <a:latin typeface="Consolas" panose="020B0609020204030204" pitchFamily="49" charset="0"/>
            </a:endParaRPr>
          </a:p>
        </p:txBody>
      </p:sp>
      <p:grpSp>
        <p:nvGrpSpPr>
          <p:cNvPr id="66" name="组合 65">
            <a:extLst>
              <a:ext uri="{FF2B5EF4-FFF2-40B4-BE49-F238E27FC236}">
                <a16:creationId xmlns:a16="http://schemas.microsoft.com/office/drawing/2014/main" id="{B9D75383-43E3-460E-A7FB-11A92B2EBB82}"/>
              </a:ext>
            </a:extLst>
          </p:cNvPr>
          <p:cNvGrpSpPr>
            <a:grpSpLocks/>
          </p:cNvGrpSpPr>
          <p:nvPr/>
        </p:nvGrpSpPr>
        <p:grpSpPr bwMode="auto">
          <a:xfrm>
            <a:off x="8754534" y="1807634"/>
            <a:ext cx="3198284" cy="4790017"/>
            <a:chOff x="6565874" y="1354975"/>
            <a:chExt cx="2398614" cy="3592863"/>
          </a:xfrm>
        </p:grpSpPr>
        <p:sp>
          <p:nvSpPr>
            <p:cNvPr id="67" name="矩形 66">
              <a:extLst>
                <a:ext uri="{FF2B5EF4-FFF2-40B4-BE49-F238E27FC236}">
                  <a16:creationId xmlns:a16="http://schemas.microsoft.com/office/drawing/2014/main" id="{2D0AE993-CD9F-4EEF-89AB-A87FC5E0C133}"/>
                </a:ext>
              </a:extLst>
            </p:cNvPr>
            <p:cNvSpPr/>
            <p:nvPr/>
          </p:nvSpPr>
          <p:spPr bwMode="auto">
            <a:xfrm>
              <a:off x="6565874" y="1354975"/>
              <a:ext cx="2398614" cy="3592863"/>
            </a:xfrm>
            <a:prstGeom prst="rect">
              <a:avLst/>
            </a:prstGeom>
            <a:solidFill>
              <a:srgbClr val="047FFD">
                <a:alpha val="10000"/>
              </a:srgbClr>
            </a:solidFill>
            <a:ln w="38100">
              <a:solidFill>
                <a:srgbClr val="047FFD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sz="2400">
                <a:latin typeface="思源黑体 CN Bold" panose="020B0800000000000000" pitchFamily="34" charset="-122"/>
                <a:ea typeface="思源黑体 CN Bold" panose="020B0800000000000000" pitchFamily="34" charset="-122"/>
              </a:endParaRPr>
            </a:p>
          </p:txBody>
        </p:sp>
        <p:sp>
          <p:nvSpPr>
            <p:cNvPr id="70" name="TextBox 2">
              <a:extLst>
                <a:ext uri="{FF2B5EF4-FFF2-40B4-BE49-F238E27FC236}">
                  <a16:creationId xmlns:a16="http://schemas.microsoft.com/office/drawing/2014/main" id="{960CF904-165D-48FE-B075-F1D70A42426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296868" y="4489224"/>
              <a:ext cx="936625" cy="4410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150000"/>
                </a:lnSpc>
              </a:pPr>
              <a:r>
                <a:rPr lang="zh-CN" altLang="en-US" sz="2400" b="1" dirty="0">
                  <a:solidFill>
                    <a:srgbClr val="047FFD"/>
                  </a:solidFill>
                  <a:latin typeface="思源黑体 CN Bold" panose="020B0800000000000000" pitchFamily="34" charset="-122"/>
                  <a:ea typeface="思源黑体 CN Bold" panose="020B0800000000000000" pitchFamily="34" charset="-122"/>
                </a:rPr>
                <a:t>堆内存</a:t>
              </a:r>
            </a:p>
          </p:txBody>
        </p:sp>
      </p:grpSp>
      <p:grpSp>
        <p:nvGrpSpPr>
          <p:cNvPr id="72" name="组合 71">
            <a:extLst>
              <a:ext uri="{FF2B5EF4-FFF2-40B4-BE49-F238E27FC236}">
                <a16:creationId xmlns:a16="http://schemas.microsoft.com/office/drawing/2014/main" id="{2FCB953C-8B81-42CF-B331-3FB601BB5960}"/>
              </a:ext>
            </a:extLst>
          </p:cNvPr>
          <p:cNvGrpSpPr>
            <a:grpSpLocks/>
          </p:cNvGrpSpPr>
          <p:nvPr/>
        </p:nvGrpSpPr>
        <p:grpSpPr bwMode="auto">
          <a:xfrm>
            <a:off x="5941484" y="1797051"/>
            <a:ext cx="2360083" cy="4800601"/>
            <a:chOff x="4441895" y="1347668"/>
            <a:chExt cx="1771200" cy="3600177"/>
          </a:xfrm>
        </p:grpSpPr>
        <p:sp>
          <p:nvSpPr>
            <p:cNvPr id="90" name="矩形 89">
              <a:extLst>
                <a:ext uri="{FF2B5EF4-FFF2-40B4-BE49-F238E27FC236}">
                  <a16:creationId xmlns:a16="http://schemas.microsoft.com/office/drawing/2014/main" id="{C4D6BC12-3FC9-4BFF-B741-4FC96517553E}"/>
                </a:ext>
              </a:extLst>
            </p:cNvPr>
            <p:cNvSpPr/>
            <p:nvPr/>
          </p:nvSpPr>
          <p:spPr bwMode="auto">
            <a:xfrm>
              <a:off x="4472076" y="1350843"/>
              <a:ext cx="1728310" cy="3597002"/>
            </a:xfrm>
            <a:prstGeom prst="rect">
              <a:avLst/>
            </a:prstGeom>
            <a:solidFill>
              <a:srgbClr val="FD0000">
                <a:alpha val="10000"/>
              </a:srgbClr>
            </a:solidFill>
            <a:ln w="38100">
              <a:noFill/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sz="2400">
                <a:latin typeface="思源黑体 CN Bold" panose="020B0800000000000000" pitchFamily="34" charset="-122"/>
                <a:ea typeface="思源黑体 CN Bold" panose="020B0800000000000000" pitchFamily="34" charset="-122"/>
              </a:endParaRPr>
            </a:p>
          </p:txBody>
        </p:sp>
        <p:sp>
          <p:nvSpPr>
            <p:cNvPr id="94" name="TextBox 2">
              <a:extLst>
                <a:ext uri="{FF2B5EF4-FFF2-40B4-BE49-F238E27FC236}">
                  <a16:creationId xmlns:a16="http://schemas.microsoft.com/office/drawing/2014/main" id="{E0B34812-50CE-4A83-8028-3323D741C89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68464" y="4457474"/>
              <a:ext cx="935038" cy="4410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150000"/>
                </a:lnSpc>
              </a:pPr>
              <a:r>
                <a:rPr lang="zh-CN" altLang="en-US" sz="2400" b="1" dirty="0">
                  <a:solidFill>
                    <a:schemeClr val="accent2"/>
                  </a:solidFill>
                  <a:latin typeface="思源黑体 CN Bold" panose="020B0800000000000000" pitchFamily="34" charset="-122"/>
                  <a:ea typeface="思源黑体 CN Bold" panose="020B0800000000000000" pitchFamily="34" charset="-122"/>
                </a:rPr>
                <a:t>栈内存</a:t>
              </a:r>
              <a:endParaRPr lang="en-US" altLang="zh-CN" sz="2400" b="1" dirty="0">
                <a:solidFill>
                  <a:schemeClr val="accent2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endParaRPr>
            </a:p>
          </p:txBody>
        </p:sp>
        <p:cxnSp>
          <p:nvCxnSpPr>
            <p:cNvPr id="95" name="直接连接符 94">
              <a:extLst>
                <a:ext uri="{FF2B5EF4-FFF2-40B4-BE49-F238E27FC236}">
                  <a16:creationId xmlns:a16="http://schemas.microsoft.com/office/drawing/2014/main" id="{1455EAD3-52BD-41A7-BFFC-E7DBE46B4E36}"/>
                </a:ext>
              </a:extLst>
            </p:cNvPr>
            <p:cNvCxnSpPr/>
            <p:nvPr/>
          </p:nvCxnSpPr>
          <p:spPr>
            <a:xfrm>
              <a:off x="4448249" y="1347668"/>
              <a:ext cx="11119" cy="3597002"/>
            </a:xfrm>
            <a:prstGeom prst="line">
              <a:avLst/>
            </a:prstGeom>
            <a:ln w="381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直接连接符 95">
              <a:extLst>
                <a:ext uri="{FF2B5EF4-FFF2-40B4-BE49-F238E27FC236}">
                  <a16:creationId xmlns:a16="http://schemas.microsoft.com/office/drawing/2014/main" id="{6B680964-53B3-4D86-BABA-1E46982BA37E}"/>
                </a:ext>
              </a:extLst>
            </p:cNvPr>
            <p:cNvCxnSpPr/>
            <p:nvPr/>
          </p:nvCxnSpPr>
          <p:spPr>
            <a:xfrm>
              <a:off x="6184502" y="1350843"/>
              <a:ext cx="11120" cy="3597002"/>
            </a:xfrm>
            <a:prstGeom prst="line">
              <a:avLst/>
            </a:prstGeom>
            <a:ln w="381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直接连接符 96">
              <a:extLst>
                <a:ext uri="{FF2B5EF4-FFF2-40B4-BE49-F238E27FC236}">
                  <a16:creationId xmlns:a16="http://schemas.microsoft.com/office/drawing/2014/main" id="{0BD5F501-0326-4BC3-8232-7B243351548F}"/>
                </a:ext>
              </a:extLst>
            </p:cNvPr>
            <p:cNvCxnSpPr/>
            <p:nvPr/>
          </p:nvCxnSpPr>
          <p:spPr>
            <a:xfrm flipH="1">
              <a:off x="4441895" y="4944670"/>
              <a:ext cx="1771200" cy="0"/>
            </a:xfrm>
            <a:prstGeom prst="line">
              <a:avLst/>
            </a:prstGeom>
            <a:ln w="381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8" name="组合 97">
            <a:extLst>
              <a:ext uri="{FF2B5EF4-FFF2-40B4-BE49-F238E27FC236}">
                <a16:creationId xmlns:a16="http://schemas.microsoft.com/office/drawing/2014/main" id="{37A80077-D5C6-4571-BEB7-C709D0C4803F}"/>
              </a:ext>
            </a:extLst>
          </p:cNvPr>
          <p:cNvGrpSpPr>
            <a:grpSpLocks/>
          </p:cNvGrpSpPr>
          <p:nvPr/>
        </p:nvGrpSpPr>
        <p:grpSpPr bwMode="auto">
          <a:xfrm>
            <a:off x="2672179" y="4730752"/>
            <a:ext cx="2816339" cy="1869016"/>
            <a:chOff x="1828154" y="3579862"/>
            <a:chExt cx="2442792" cy="1400643"/>
          </a:xfrm>
        </p:grpSpPr>
        <p:sp>
          <p:nvSpPr>
            <p:cNvPr id="99" name="矩形 98">
              <a:extLst>
                <a:ext uri="{FF2B5EF4-FFF2-40B4-BE49-F238E27FC236}">
                  <a16:creationId xmlns:a16="http://schemas.microsoft.com/office/drawing/2014/main" id="{491C3FF3-121C-4CA4-93A9-C089E54CCDBB}"/>
                </a:ext>
              </a:extLst>
            </p:cNvPr>
            <p:cNvSpPr/>
            <p:nvPr/>
          </p:nvSpPr>
          <p:spPr bwMode="auto">
            <a:xfrm>
              <a:off x="1837147" y="3579862"/>
              <a:ext cx="2400828" cy="1400643"/>
            </a:xfrm>
            <a:prstGeom prst="rect">
              <a:avLst/>
            </a:prstGeom>
            <a:solidFill>
              <a:srgbClr val="92D050">
                <a:alpha val="10000"/>
              </a:srgbClr>
            </a:solidFill>
            <a:ln w="38100">
              <a:solidFill>
                <a:srgbClr val="92D050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sz="2400">
                <a:solidFill>
                  <a:srgbClr val="92D05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endParaRPr>
            </a:p>
          </p:txBody>
        </p:sp>
        <p:sp>
          <p:nvSpPr>
            <p:cNvPr id="100" name="TextBox 2">
              <a:extLst>
                <a:ext uri="{FF2B5EF4-FFF2-40B4-BE49-F238E27FC236}">
                  <a16:creationId xmlns:a16="http://schemas.microsoft.com/office/drawing/2014/main" id="{F75237BD-05FA-4645-9F1A-898085F9DE9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28154" y="4521848"/>
              <a:ext cx="2442792" cy="4406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150000"/>
                </a:lnSpc>
              </a:pPr>
              <a:r>
                <a:rPr lang="zh-CN" altLang="en-US" sz="2400" b="1">
                  <a:solidFill>
                    <a:srgbClr val="92D050"/>
                  </a:solidFill>
                  <a:latin typeface="思源黑体 CN Bold" panose="020B0800000000000000" pitchFamily="34" charset="-122"/>
                  <a:ea typeface="思源黑体 CN Bold" panose="020B0800000000000000" pitchFamily="34" charset="-122"/>
                </a:rPr>
                <a:t>方法区</a:t>
              </a:r>
            </a:p>
          </p:txBody>
        </p:sp>
      </p:grpSp>
      <p:sp>
        <p:nvSpPr>
          <p:cNvPr id="101" name="TextBox 3">
            <a:extLst>
              <a:ext uri="{FF2B5EF4-FFF2-40B4-BE49-F238E27FC236}">
                <a16:creationId xmlns:a16="http://schemas.microsoft.com/office/drawing/2014/main" id="{6BA4D9A7-FAB3-4C23-BE63-7157FF24B7BA}"/>
              </a:ext>
            </a:extLst>
          </p:cNvPr>
          <p:cNvSpPr txBox="1"/>
          <p:nvPr/>
        </p:nvSpPr>
        <p:spPr>
          <a:xfrm>
            <a:off x="2805344" y="4885268"/>
            <a:ext cx="2522307" cy="646331"/>
          </a:xfrm>
          <a:prstGeom prst="rect">
            <a:avLst/>
          </a:prstGeom>
          <a:solidFill>
            <a:srgbClr val="FFFFE4"/>
          </a:solidFill>
          <a:ln w="127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tabLst>
                <a:tab pos="775527" algn="l"/>
                <a:tab pos="1551055" algn="l"/>
                <a:tab pos="2326582" algn="l"/>
                <a:tab pos="3102109" algn="l"/>
                <a:tab pos="3877636" algn="l"/>
                <a:tab pos="4653164" algn="l"/>
                <a:tab pos="5428691" algn="l"/>
                <a:tab pos="6204218" algn="l"/>
                <a:tab pos="6979746" algn="l"/>
                <a:tab pos="7755273" algn="l"/>
                <a:tab pos="8530800" algn="l"/>
                <a:tab pos="9306327" algn="l"/>
                <a:tab pos="10081855" algn="l"/>
                <a:tab pos="10857382" algn="l"/>
                <a:tab pos="11632909" algn="l"/>
                <a:tab pos="12408436" algn="l"/>
              </a:tabLst>
              <a:defRPr/>
            </a:pPr>
            <a:r>
              <a:rPr lang="en-US" altLang="zh-CN" sz="1200" kern="1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Test.class</a:t>
            </a:r>
            <a:endParaRPr lang="en-US" altLang="zh-CN" sz="1200" kern="100" dirty="0">
              <a:solidFill>
                <a:schemeClr val="tx1">
                  <a:lumMod val="85000"/>
                  <a:lumOff val="15000"/>
                </a:schemeClr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>
              <a:tabLst>
                <a:tab pos="775527" algn="l"/>
                <a:tab pos="1551055" algn="l"/>
                <a:tab pos="2326582" algn="l"/>
                <a:tab pos="3102109" algn="l"/>
                <a:tab pos="3877636" algn="l"/>
                <a:tab pos="4653164" algn="l"/>
                <a:tab pos="5428691" algn="l"/>
                <a:tab pos="6204218" algn="l"/>
                <a:tab pos="6979746" algn="l"/>
                <a:tab pos="7755273" algn="l"/>
                <a:tab pos="8530800" algn="l"/>
                <a:tab pos="9306327" algn="l"/>
                <a:tab pos="10081855" algn="l"/>
                <a:tab pos="10857382" algn="l"/>
                <a:tab pos="11632909" algn="l"/>
                <a:tab pos="12408436" algn="l"/>
              </a:tabLst>
              <a:defRPr/>
            </a:pPr>
            <a:endParaRPr lang="en-US" altLang="zh-CN" sz="1200" kern="100" dirty="0">
              <a:solidFill>
                <a:schemeClr val="tx1">
                  <a:lumMod val="85000"/>
                  <a:lumOff val="15000"/>
                </a:schemeClr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>
              <a:tabLst>
                <a:tab pos="775527" algn="l"/>
                <a:tab pos="1551055" algn="l"/>
                <a:tab pos="2326582" algn="l"/>
                <a:tab pos="3102109" algn="l"/>
                <a:tab pos="3877636" algn="l"/>
                <a:tab pos="4653164" algn="l"/>
                <a:tab pos="5428691" algn="l"/>
                <a:tab pos="6204218" algn="l"/>
                <a:tab pos="6979746" algn="l"/>
                <a:tab pos="7755273" algn="l"/>
                <a:tab pos="8530800" algn="l"/>
                <a:tab pos="9306327" algn="l"/>
                <a:tab pos="10081855" algn="l"/>
                <a:tab pos="10857382" algn="l"/>
                <a:tab pos="11632909" algn="l"/>
                <a:tab pos="12408436" algn="l"/>
              </a:tabLst>
              <a:defRPr/>
            </a:pPr>
            <a:r>
              <a:rPr lang="en-US" altLang="zh-CN" sz="1200" kern="1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main</a:t>
            </a:r>
          </a:p>
        </p:txBody>
      </p:sp>
      <p:cxnSp>
        <p:nvCxnSpPr>
          <p:cNvPr id="105" name="肘形连接符 56">
            <a:extLst>
              <a:ext uri="{FF2B5EF4-FFF2-40B4-BE49-F238E27FC236}">
                <a16:creationId xmlns:a16="http://schemas.microsoft.com/office/drawing/2014/main" id="{44AC4007-DF78-4A6D-A47F-4CBECD7CA460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3372786" y="2240370"/>
            <a:ext cx="3338611" cy="1951186"/>
          </a:xfrm>
          <a:prstGeom prst="bentConnector2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6" name="TextBox 3">
            <a:extLst>
              <a:ext uri="{FF2B5EF4-FFF2-40B4-BE49-F238E27FC236}">
                <a16:creationId xmlns:a16="http://schemas.microsoft.com/office/drawing/2014/main" id="{F6F0A703-3B17-4C87-9000-8A7F832822C8}"/>
              </a:ext>
            </a:extLst>
          </p:cNvPr>
          <p:cNvSpPr txBox="1"/>
          <p:nvPr/>
        </p:nvSpPr>
        <p:spPr>
          <a:xfrm>
            <a:off x="6017371" y="3731106"/>
            <a:ext cx="2221773" cy="2308324"/>
          </a:xfrm>
          <a:prstGeom prst="rect">
            <a:avLst/>
          </a:prstGeom>
          <a:solidFill>
            <a:srgbClr val="FFFFE4"/>
          </a:solidFill>
          <a:ln w="12700">
            <a:solidFill>
              <a:schemeClr val="tx1">
                <a:lumMod val="85000"/>
                <a:lumOff val="15000"/>
              </a:schemeClr>
            </a:solidFill>
          </a:ln>
        </p:spPr>
        <p:txBody>
          <a:bodyPr wrap="square">
            <a:spAutoFit/>
          </a:bodyPr>
          <a:lstStyle/>
          <a:p>
            <a:pPr>
              <a:tabLst>
                <a:tab pos="775527" algn="l"/>
                <a:tab pos="1551055" algn="l"/>
                <a:tab pos="2326582" algn="l"/>
                <a:tab pos="3102109" algn="l"/>
                <a:tab pos="3877636" algn="l"/>
                <a:tab pos="4653164" algn="l"/>
                <a:tab pos="5428691" algn="l"/>
                <a:tab pos="6204218" algn="l"/>
                <a:tab pos="6979746" algn="l"/>
                <a:tab pos="7755273" algn="l"/>
                <a:tab pos="8530800" algn="l"/>
                <a:tab pos="9306327" algn="l"/>
                <a:tab pos="10081855" algn="l"/>
                <a:tab pos="10857382" algn="l"/>
                <a:tab pos="11632909" algn="l"/>
                <a:tab pos="12408436" algn="l"/>
              </a:tabLst>
              <a:defRPr/>
            </a:pPr>
            <a:r>
              <a:rPr lang="en-US" altLang="zh-CN" sz="1200" kern="1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main</a:t>
            </a:r>
          </a:p>
          <a:p>
            <a:pPr>
              <a:tabLst>
                <a:tab pos="775527" algn="l"/>
                <a:tab pos="1551055" algn="l"/>
                <a:tab pos="2326582" algn="l"/>
                <a:tab pos="3102109" algn="l"/>
                <a:tab pos="3877636" algn="l"/>
                <a:tab pos="4653164" algn="l"/>
                <a:tab pos="5428691" algn="l"/>
                <a:tab pos="6204218" algn="l"/>
                <a:tab pos="6979746" algn="l"/>
                <a:tab pos="7755273" algn="l"/>
                <a:tab pos="8530800" algn="l"/>
                <a:tab pos="9306327" algn="l"/>
                <a:tab pos="10081855" algn="l"/>
                <a:tab pos="10857382" algn="l"/>
                <a:tab pos="11632909" algn="l"/>
                <a:tab pos="12408436" algn="l"/>
              </a:tabLst>
              <a:defRPr/>
            </a:pPr>
            <a:endParaRPr lang="en-US" altLang="zh-CN" sz="1200" kern="100" dirty="0">
              <a:solidFill>
                <a:schemeClr val="tx1">
                  <a:lumMod val="85000"/>
                  <a:lumOff val="15000"/>
                </a:schemeClr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>
              <a:tabLst>
                <a:tab pos="775527" algn="l"/>
                <a:tab pos="1551055" algn="l"/>
                <a:tab pos="2326582" algn="l"/>
                <a:tab pos="3102109" algn="l"/>
                <a:tab pos="3877636" algn="l"/>
                <a:tab pos="4653164" algn="l"/>
                <a:tab pos="5428691" algn="l"/>
                <a:tab pos="6204218" algn="l"/>
                <a:tab pos="6979746" algn="l"/>
                <a:tab pos="7755273" algn="l"/>
                <a:tab pos="8530800" algn="l"/>
                <a:tab pos="9306327" algn="l"/>
                <a:tab pos="10081855" algn="l"/>
                <a:tab pos="10857382" algn="l"/>
                <a:tab pos="11632909" algn="l"/>
                <a:tab pos="12408436" algn="l"/>
              </a:tabLst>
              <a:defRPr/>
            </a:pPr>
            <a:endParaRPr lang="en-US" altLang="zh-CN" sz="1200" kern="100" dirty="0">
              <a:solidFill>
                <a:schemeClr val="tx1">
                  <a:lumMod val="85000"/>
                  <a:lumOff val="15000"/>
                </a:schemeClr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>
              <a:tabLst>
                <a:tab pos="775527" algn="l"/>
                <a:tab pos="1551055" algn="l"/>
                <a:tab pos="2326582" algn="l"/>
                <a:tab pos="3102109" algn="l"/>
                <a:tab pos="3877636" algn="l"/>
                <a:tab pos="4653164" algn="l"/>
                <a:tab pos="5428691" algn="l"/>
                <a:tab pos="6204218" algn="l"/>
                <a:tab pos="6979746" algn="l"/>
                <a:tab pos="7755273" algn="l"/>
                <a:tab pos="8530800" algn="l"/>
                <a:tab pos="9306327" algn="l"/>
                <a:tab pos="10081855" algn="l"/>
                <a:tab pos="10857382" algn="l"/>
                <a:tab pos="11632909" algn="l"/>
                <a:tab pos="12408436" algn="l"/>
              </a:tabLst>
              <a:defRPr/>
            </a:pPr>
            <a:endParaRPr lang="en-US" altLang="zh-CN" sz="1200" kern="100" dirty="0">
              <a:solidFill>
                <a:schemeClr val="tx1">
                  <a:lumMod val="85000"/>
                  <a:lumOff val="15000"/>
                </a:schemeClr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>
              <a:tabLst>
                <a:tab pos="775527" algn="l"/>
                <a:tab pos="1551055" algn="l"/>
                <a:tab pos="2326582" algn="l"/>
                <a:tab pos="3102109" algn="l"/>
                <a:tab pos="3877636" algn="l"/>
                <a:tab pos="4653164" algn="l"/>
                <a:tab pos="5428691" algn="l"/>
                <a:tab pos="6204218" algn="l"/>
                <a:tab pos="6979746" algn="l"/>
                <a:tab pos="7755273" algn="l"/>
                <a:tab pos="8530800" algn="l"/>
                <a:tab pos="9306327" algn="l"/>
                <a:tab pos="10081855" algn="l"/>
                <a:tab pos="10857382" algn="l"/>
                <a:tab pos="11632909" algn="l"/>
                <a:tab pos="12408436" algn="l"/>
              </a:tabLst>
              <a:defRPr/>
            </a:pPr>
            <a:endParaRPr lang="en-US" altLang="zh-CN" sz="1200" kern="100" dirty="0">
              <a:solidFill>
                <a:schemeClr val="tx1">
                  <a:lumMod val="85000"/>
                  <a:lumOff val="15000"/>
                </a:schemeClr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>
              <a:tabLst>
                <a:tab pos="775527" algn="l"/>
                <a:tab pos="1551055" algn="l"/>
                <a:tab pos="2326582" algn="l"/>
                <a:tab pos="3102109" algn="l"/>
                <a:tab pos="3877636" algn="l"/>
                <a:tab pos="4653164" algn="l"/>
                <a:tab pos="5428691" algn="l"/>
                <a:tab pos="6204218" algn="l"/>
                <a:tab pos="6979746" algn="l"/>
                <a:tab pos="7755273" algn="l"/>
                <a:tab pos="8530800" algn="l"/>
                <a:tab pos="9306327" algn="l"/>
                <a:tab pos="10081855" algn="l"/>
                <a:tab pos="10857382" algn="l"/>
                <a:tab pos="11632909" algn="l"/>
                <a:tab pos="12408436" algn="l"/>
              </a:tabLst>
              <a:defRPr/>
            </a:pPr>
            <a:endParaRPr lang="en-US" altLang="zh-CN" sz="1200" kern="100" dirty="0">
              <a:solidFill>
                <a:schemeClr val="tx1">
                  <a:lumMod val="85000"/>
                  <a:lumOff val="15000"/>
                </a:schemeClr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>
              <a:tabLst>
                <a:tab pos="775527" algn="l"/>
                <a:tab pos="1551055" algn="l"/>
                <a:tab pos="2326582" algn="l"/>
                <a:tab pos="3102109" algn="l"/>
                <a:tab pos="3877636" algn="l"/>
                <a:tab pos="4653164" algn="l"/>
                <a:tab pos="5428691" algn="l"/>
                <a:tab pos="6204218" algn="l"/>
                <a:tab pos="6979746" algn="l"/>
                <a:tab pos="7755273" algn="l"/>
                <a:tab pos="8530800" algn="l"/>
                <a:tab pos="9306327" algn="l"/>
                <a:tab pos="10081855" algn="l"/>
                <a:tab pos="10857382" algn="l"/>
                <a:tab pos="11632909" algn="l"/>
                <a:tab pos="12408436" algn="l"/>
              </a:tabLst>
              <a:defRPr/>
            </a:pPr>
            <a:endParaRPr lang="en-US" altLang="zh-CN" sz="1200" kern="100" dirty="0">
              <a:solidFill>
                <a:schemeClr val="tx1">
                  <a:lumMod val="85000"/>
                  <a:lumOff val="15000"/>
                </a:schemeClr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>
              <a:tabLst>
                <a:tab pos="775527" algn="l"/>
                <a:tab pos="1551055" algn="l"/>
                <a:tab pos="2326582" algn="l"/>
                <a:tab pos="3102109" algn="l"/>
                <a:tab pos="3877636" algn="l"/>
                <a:tab pos="4653164" algn="l"/>
                <a:tab pos="5428691" algn="l"/>
                <a:tab pos="6204218" algn="l"/>
                <a:tab pos="6979746" algn="l"/>
                <a:tab pos="7755273" algn="l"/>
                <a:tab pos="8530800" algn="l"/>
                <a:tab pos="9306327" algn="l"/>
                <a:tab pos="10081855" algn="l"/>
                <a:tab pos="10857382" algn="l"/>
                <a:tab pos="11632909" algn="l"/>
                <a:tab pos="12408436" algn="l"/>
              </a:tabLst>
              <a:defRPr/>
            </a:pPr>
            <a:endParaRPr lang="en-US" altLang="zh-CN" sz="1200" kern="100" dirty="0">
              <a:solidFill>
                <a:schemeClr val="tx1">
                  <a:lumMod val="85000"/>
                  <a:lumOff val="15000"/>
                </a:schemeClr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>
              <a:tabLst>
                <a:tab pos="775527" algn="l"/>
                <a:tab pos="1551055" algn="l"/>
                <a:tab pos="2326582" algn="l"/>
                <a:tab pos="3102109" algn="l"/>
                <a:tab pos="3877636" algn="l"/>
                <a:tab pos="4653164" algn="l"/>
                <a:tab pos="5428691" algn="l"/>
                <a:tab pos="6204218" algn="l"/>
                <a:tab pos="6979746" algn="l"/>
                <a:tab pos="7755273" algn="l"/>
                <a:tab pos="8530800" algn="l"/>
                <a:tab pos="9306327" algn="l"/>
                <a:tab pos="10081855" algn="l"/>
                <a:tab pos="10857382" algn="l"/>
                <a:tab pos="11632909" algn="l"/>
                <a:tab pos="12408436" algn="l"/>
              </a:tabLst>
              <a:defRPr/>
            </a:pPr>
            <a:endParaRPr lang="en-US" altLang="zh-CN" sz="1200" kern="100" dirty="0">
              <a:solidFill>
                <a:schemeClr val="tx1">
                  <a:lumMod val="85000"/>
                  <a:lumOff val="15000"/>
                </a:schemeClr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>
              <a:tabLst>
                <a:tab pos="775527" algn="l"/>
                <a:tab pos="1551055" algn="l"/>
                <a:tab pos="2326582" algn="l"/>
                <a:tab pos="3102109" algn="l"/>
                <a:tab pos="3877636" algn="l"/>
                <a:tab pos="4653164" algn="l"/>
                <a:tab pos="5428691" algn="l"/>
                <a:tab pos="6204218" algn="l"/>
                <a:tab pos="6979746" algn="l"/>
                <a:tab pos="7755273" algn="l"/>
                <a:tab pos="8530800" algn="l"/>
                <a:tab pos="9306327" algn="l"/>
                <a:tab pos="10081855" algn="l"/>
                <a:tab pos="10857382" algn="l"/>
                <a:tab pos="11632909" algn="l"/>
                <a:tab pos="12408436" algn="l"/>
              </a:tabLst>
              <a:defRPr/>
            </a:pPr>
            <a:endParaRPr lang="en-US" altLang="zh-CN" sz="1200" kern="100" dirty="0">
              <a:solidFill>
                <a:schemeClr val="tx1">
                  <a:lumMod val="85000"/>
                  <a:lumOff val="15000"/>
                </a:schemeClr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>
              <a:tabLst>
                <a:tab pos="775527" algn="l"/>
                <a:tab pos="1551055" algn="l"/>
                <a:tab pos="2326582" algn="l"/>
                <a:tab pos="3102109" algn="l"/>
                <a:tab pos="3877636" algn="l"/>
                <a:tab pos="4653164" algn="l"/>
                <a:tab pos="5428691" algn="l"/>
                <a:tab pos="6204218" algn="l"/>
                <a:tab pos="6979746" algn="l"/>
                <a:tab pos="7755273" algn="l"/>
                <a:tab pos="8530800" algn="l"/>
                <a:tab pos="9306327" algn="l"/>
                <a:tab pos="10081855" algn="l"/>
                <a:tab pos="10857382" algn="l"/>
                <a:tab pos="11632909" algn="l"/>
                <a:tab pos="12408436" algn="l"/>
              </a:tabLst>
              <a:defRPr/>
            </a:pPr>
            <a:endParaRPr lang="en-US" altLang="zh-CN" sz="1200" kern="100" dirty="0">
              <a:solidFill>
                <a:schemeClr val="tx1">
                  <a:lumMod val="85000"/>
                  <a:lumOff val="15000"/>
                </a:schemeClr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>
              <a:tabLst>
                <a:tab pos="775527" algn="l"/>
                <a:tab pos="1551055" algn="l"/>
                <a:tab pos="2326582" algn="l"/>
                <a:tab pos="3102109" algn="l"/>
                <a:tab pos="3877636" algn="l"/>
                <a:tab pos="4653164" algn="l"/>
                <a:tab pos="5428691" algn="l"/>
                <a:tab pos="6204218" algn="l"/>
                <a:tab pos="6979746" algn="l"/>
                <a:tab pos="7755273" algn="l"/>
                <a:tab pos="8530800" algn="l"/>
                <a:tab pos="9306327" algn="l"/>
                <a:tab pos="10081855" algn="l"/>
                <a:tab pos="10857382" algn="l"/>
                <a:tab pos="11632909" algn="l"/>
                <a:tab pos="12408436" algn="l"/>
              </a:tabLst>
              <a:defRPr/>
            </a:pPr>
            <a:endParaRPr lang="en-US" altLang="zh-CN" sz="1200" kern="100" dirty="0">
              <a:solidFill>
                <a:schemeClr val="tx1">
                  <a:lumMod val="85000"/>
                  <a:lumOff val="15000"/>
                </a:schemeClr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07" name="矩形: 圆角 106">
            <a:extLst>
              <a:ext uri="{FF2B5EF4-FFF2-40B4-BE49-F238E27FC236}">
                <a16:creationId xmlns:a16="http://schemas.microsoft.com/office/drawing/2014/main" id="{70AADD70-3A3E-40C5-8896-A2BF0EC34E11}"/>
              </a:ext>
            </a:extLst>
          </p:cNvPr>
          <p:cNvSpPr/>
          <p:nvPr/>
        </p:nvSpPr>
        <p:spPr>
          <a:xfrm>
            <a:off x="6073442" y="4030462"/>
            <a:ext cx="2137107" cy="436959"/>
          </a:xfrm>
          <a:prstGeom prst="round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8" name="矩形: 圆角 107">
            <a:extLst>
              <a:ext uri="{FF2B5EF4-FFF2-40B4-BE49-F238E27FC236}">
                <a16:creationId xmlns:a16="http://schemas.microsoft.com/office/drawing/2014/main" id="{F16ABA24-F797-45C3-B1D9-3B77512AD998}"/>
              </a:ext>
            </a:extLst>
          </p:cNvPr>
          <p:cNvSpPr/>
          <p:nvPr/>
        </p:nvSpPr>
        <p:spPr>
          <a:xfrm>
            <a:off x="6073442" y="4565691"/>
            <a:ext cx="2137107" cy="436959"/>
          </a:xfrm>
          <a:prstGeom prst="round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9" name="文本框 108">
            <a:extLst>
              <a:ext uri="{FF2B5EF4-FFF2-40B4-BE49-F238E27FC236}">
                <a16:creationId xmlns:a16="http://schemas.microsoft.com/office/drawing/2014/main" id="{1112385C-5A14-4BB0-8D65-78A4893994DF}"/>
              </a:ext>
            </a:extLst>
          </p:cNvPr>
          <p:cNvSpPr txBox="1"/>
          <p:nvPr/>
        </p:nvSpPr>
        <p:spPr>
          <a:xfrm>
            <a:off x="6097634" y="4626971"/>
            <a:ext cx="1808825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11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int</a:t>
            </a:r>
            <a:r>
              <a:rPr lang="en-US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[]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a</a:t>
            </a:r>
            <a:r>
              <a:rPr lang="en-US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rray2</a:t>
            </a:r>
            <a:endParaRPr lang="zh-CN" altLang="en-US" sz="1100" dirty="0">
              <a:latin typeface="Consolas" panose="020B0609020204030204" pitchFamily="49" charset="0"/>
            </a:endParaRPr>
          </a:p>
        </p:txBody>
      </p:sp>
      <p:sp>
        <p:nvSpPr>
          <p:cNvPr id="110" name="文本框 109">
            <a:extLst>
              <a:ext uri="{FF2B5EF4-FFF2-40B4-BE49-F238E27FC236}">
                <a16:creationId xmlns:a16="http://schemas.microsoft.com/office/drawing/2014/main" id="{4880D0EE-4441-4A92-A2CB-DAE0BFA21C30}"/>
              </a:ext>
            </a:extLst>
          </p:cNvPr>
          <p:cNvSpPr txBox="1"/>
          <p:nvPr/>
        </p:nvSpPr>
        <p:spPr>
          <a:xfrm>
            <a:off x="6096000" y="4098046"/>
            <a:ext cx="1808825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11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int</a:t>
            </a:r>
            <a:r>
              <a:rPr lang="en-US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[]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a</a:t>
            </a:r>
            <a:r>
              <a:rPr lang="en-US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rray1</a:t>
            </a:r>
            <a:endParaRPr lang="zh-CN" altLang="en-US" sz="1100" dirty="0">
              <a:latin typeface="Consolas" panose="020B0609020204030204" pitchFamily="49" charset="0"/>
            </a:endParaRPr>
          </a:p>
        </p:txBody>
      </p:sp>
      <p:sp>
        <p:nvSpPr>
          <p:cNvPr id="111" name="矩形 110">
            <a:extLst>
              <a:ext uri="{FF2B5EF4-FFF2-40B4-BE49-F238E27FC236}">
                <a16:creationId xmlns:a16="http://schemas.microsoft.com/office/drawing/2014/main" id="{A3EE73D9-4355-4BEE-A39B-D611ED9D320F}"/>
              </a:ext>
            </a:extLst>
          </p:cNvPr>
          <p:cNvSpPr/>
          <p:nvPr/>
        </p:nvSpPr>
        <p:spPr>
          <a:xfrm>
            <a:off x="9341696" y="2591111"/>
            <a:ext cx="1921933" cy="349251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sz="1400" dirty="0" err="1">
                <a:solidFill>
                  <a:schemeClr val="accent2"/>
                </a:solidFill>
                <a:latin typeface="Consolas" panose="020B0609020204030204" pitchFamily="49" charset="0"/>
                <a:ea typeface="思源黑体 CN Bold" panose="020B0800000000000000" pitchFamily="34" charset="-122"/>
              </a:rPr>
              <a:t>int</a:t>
            </a:r>
            <a:r>
              <a:rPr lang="en-US" altLang="zh-CN" sz="1400" dirty="0">
                <a:solidFill>
                  <a:schemeClr val="accent2"/>
                </a:solidFill>
                <a:latin typeface="Consolas" panose="020B0609020204030204" pitchFamily="49" charset="0"/>
                <a:ea typeface="思源黑体 CN Bold" panose="020B0800000000000000" pitchFamily="34" charset="-122"/>
              </a:rPr>
              <a:t>[]</a:t>
            </a:r>
          </a:p>
        </p:txBody>
      </p:sp>
      <p:sp>
        <p:nvSpPr>
          <p:cNvPr id="112" name="矩形 111">
            <a:extLst>
              <a:ext uri="{FF2B5EF4-FFF2-40B4-BE49-F238E27FC236}">
                <a16:creationId xmlns:a16="http://schemas.microsoft.com/office/drawing/2014/main" id="{77B94224-98C5-41AA-A314-C1C7F4AD33B8}"/>
              </a:ext>
            </a:extLst>
          </p:cNvPr>
          <p:cNvSpPr/>
          <p:nvPr/>
        </p:nvSpPr>
        <p:spPr>
          <a:xfrm>
            <a:off x="9341696" y="3289611"/>
            <a:ext cx="768351" cy="349251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sz="1400" dirty="0">
                <a:latin typeface="Consolas" panose="020B0609020204030204" pitchFamily="49" charset="0"/>
                <a:ea typeface="思源黑体 CN Bold" panose="020B0800000000000000" pitchFamily="34" charset="-122"/>
              </a:rPr>
              <a:t>0</a:t>
            </a:r>
          </a:p>
        </p:txBody>
      </p:sp>
      <p:sp>
        <p:nvSpPr>
          <p:cNvPr id="113" name="矩形 112">
            <a:extLst>
              <a:ext uri="{FF2B5EF4-FFF2-40B4-BE49-F238E27FC236}">
                <a16:creationId xmlns:a16="http://schemas.microsoft.com/office/drawing/2014/main" id="{0B558F46-AEA8-46C6-AEED-826CF1F92482}"/>
              </a:ext>
            </a:extLst>
          </p:cNvPr>
          <p:cNvSpPr/>
          <p:nvPr/>
        </p:nvSpPr>
        <p:spPr>
          <a:xfrm>
            <a:off x="9341696" y="3638862"/>
            <a:ext cx="768351" cy="347133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sz="1400" dirty="0">
                <a:latin typeface="Consolas" panose="020B0609020204030204" pitchFamily="49" charset="0"/>
                <a:ea typeface="思源黑体 CN Bold" panose="020B0800000000000000" pitchFamily="34" charset="-122"/>
              </a:rPr>
              <a:t>1</a:t>
            </a:r>
          </a:p>
        </p:txBody>
      </p:sp>
      <p:sp>
        <p:nvSpPr>
          <p:cNvPr id="114" name="矩形 113">
            <a:extLst>
              <a:ext uri="{FF2B5EF4-FFF2-40B4-BE49-F238E27FC236}">
                <a16:creationId xmlns:a16="http://schemas.microsoft.com/office/drawing/2014/main" id="{87B41165-E7B1-4EFB-AEA1-CFE9D858782D}"/>
              </a:ext>
            </a:extLst>
          </p:cNvPr>
          <p:cNvSpPr/>
          <p:nvPr/>
        </p:nvSpPr>
        <p:spPr>
          <a:xfrm>
            <a:off x="9341696" y="2940362"/>
            <a:ext cx="768351" cy="349249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sz="1200" b="1" dirty="0">
                <a:solidFill>
                  <a:schemeClr val="accent2"/>
                </a:solidFill>
                <a:latin typeface="Consolas" panose="020B0609020204030204" pitchFamily="49" charset="0"/>
                <a:ea typeface="思源黑体 CN Heavy" panose="020B0A00000000000000" pitchFamily="34" charset="-122"/>
                <a:cs typeface="Courier New" panose="02070309020205020404" pitchFamily="49" charset="0"/>
              </a:rPr>
              <a:t>length</a:t>
            </a:r>
            <a:endParaRPr lang="en-US" altLang="zh-CN" sz="1200" dirty="0">
              <a:solidFill>
                <a:schemeClr val="accent2"/>
              </a:solidFill>
              <a:latin typeface="Consolas" panose="020B0609020204030204" pitchFamily="49" charset="0"/>
              <a:ea typeface="思源黑体 CN Bold" panose="020B0800000000000000" pitchFamily="34" charset="-122"/>
            </a:endParaRPr>
          </a:p>
        </p:txBody>
      </p:sp>
      <p:sp>
        <p:nvSpPr>
          <p:cNvPr id="115" name="矩形 114">
            <a:extLst>
              <a:ext uri="{FF2B5EF4-FFF2-40B4-BE49-F238E27FC236}">
                <a16:creationId xmlns:a16="http://schemas.microsoft.com/office/drawing/2014/main" id="{53C45AC2-D70B-4CC9-B88A-0C4A2D7C25EE}"/>
              </a:ext>
            </a:extLst>
          </p:cNvPr>
          <p:cNvSpPr/>
          <p:nvPr/>
        </p:nvSpPr>
        <p:spPr>
          <a:xfrm>
            <a:off x="10110047" y="2940362"/>
            <a:ext cx="1153583" cy="349249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sz="1400" dirty="0">
                <a:latin typeface="Consolas" panose="020B0609020204030204" pitchFamily="49" charset="0"/>
                <a:ea typeface="思源黑体 CN Bold" panose="020B0800000000000000" pitchFamily="34" charset="-122"/>
              </a:rPr>
              <a:t>3</a:t>
            </a:r>
          </a:p>
        </p:txBody>
      </p:sp>
      <p:sp>
        <p:nvSpPr>
          <p:cNvPr id="121" name="TextBox 4">
            <a:extLst>
              <a:ext uri="{FF2B5EF4-FFF2-40B4-BE49-F238E27FC236}">
                <a16:creationId xmlns:a16="http://schemas.microsoft.com/office/drawing/2014/main" id="{A2A9EA89-7CB4-4533-A5C6-70357CDDB3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662370" y="2267600"/>
            <a:ext cx="1024467" cy="247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r">
              <a:lnSpc>
                <a:spcPct val="150000"/>
              </a:lnSpc>
            </a:pPr>
            <a:r>
              <a:rPr lang="zh-CN" altLang="en-US" sz="1200" b="1" dirty="0">
                <a:solidFill>
                  <a:srgbClr val="7030A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10f87f48</a:t>
            </a:r>
          </a:p>
        </p:txBody>
      </p:sp>
      <p:sp>
        <p:nvSpPr>
          <p:cNvPr id="118" name="TextBox 4">
            <a:extLst>
              <a:ext uri="{FF2B5EF4-FFF2-40B4-BE49-F238E27FC236}">
                <a16:creationId xmlns:a16="http://schemas.microsoft.com/office/drawing/2014/main" id="{A66280DD-6772-49AC-BFF1-1B745BB4B8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662371" y="2267600"/>
            <a:ext cx="1024467" cy="247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r">
              <a:lnSpc>
                <a:spcPct val="150000"/>
              </a:lnSpc>
            </a:pPr>
            <a:r>
              <a:rPr lang="zh-CN" altLang="en-US" sz="1200" b="1" dirty="0">
                <a:solidFill>
                  <a:srgbClr val="7030A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10f87f48</a:t>
            </a:r>
          </a:p>
        </p:txBody>
      </p:sp>
      <p:sp>
        <p:nvSpPr>
          <p:cNvPr id="119" name="矩形 118">
            <a:extLst>
              <a:ext uri="{FF2B5EF4-FFF2-40B4-BE49-F238E27FC236}">
                <a16:creationId xmlns:a16="http://schemas.microsoft.com/office/drawing/2014/main" id="{9BDDF3AC-73FF-4D56-B9B2-B396E013D59E}"/>
              </a:ext>
            </a:extLst>
          </p:cNvPr>
          <p:cNvSpPr/>
          <p:nvPr/>
        </p:nvSpPr>
        <p:spPr>
          <a:xfrm>
            <a:off x="9341695" y="3982920"/>
            <a:ext cx="768351" cy="347133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sz="1400" dirty="0">
                <a:latin typeface="Consolas" panose="020B0609020204030204" pitchFamily="49" charset="0"/>
                <a:ea typeface="思源黑体 CN Bold" panose="020B0800000000000000" pitchFamily="34" charset="-122"/>
              </a:rPr>
              <a:t>2</a:t>
            </a:r>
          </a:p>
        </p:txBody>
      </p:sp>
      <p:cxnSp>
        <p:nvCxnSpPr>
          <p:cNvPr id="122" name="肘形连接符 56">
            <a:extLst>
              <a:ext uri="{FF2B5EF4-FFF2-40B4-BE49-F238E27FC236}">
                <a16:creationId xmlns:a16="http://schemas.microsoft.com/office/drawing/2014/main" id="{5CB13529-7415-41A2-A93C-42302DC7DE02}"/>
              </a:ext>
            </a:extLst>
          </p:cNvPr>
          <p:cNvCxnSpPr>
            <a:cxnSpLocks/>
          </p:cNvCxnSpPr>
          <p:nvPr/>
        </p:nvCxnSpPr>
        <p:spPr>
          <a:xfrm flipV="1">
            <a:off x="7650480" y="2391545"/>
            <a:ext cx="2036260" cy="1638917"/>
          </a:xfrm>
          <a:prstGeom prst="bentConnector3">
            <a:avLst>
              <a:gd name="adj1" fmla="val 1103"/>
            </a:avLst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3" name="矩形 122">
            <a:extLst>
              <a:ext uri="{FF2B5EF4-FFF2-40B4-BE49-F238E27FC236}">
                <a16:creationId xmlns:a16="http://schemas.microsoft.com/office/drawing/2014/main" id="{A7601AFE-E052-4B98-8A33-8A418E18ED29}"/>
              </a:ext>
            </a:extLst>
          </p:cNvPr>
          <p:cNvSpPr/>
          <p:nvPr/>
        </p:nvSpPr>
        <p:spPr>
          <a:xfrm>
            <a:off x="10110042" y="3291465"/>
            <a:ext cx="1153583" cy="349251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sz="1400" b="1" dirty="0">
                <a:solidFill>
                  <a:srgbClr val="00B050"/>
                </a:solidFill>
                <a:latin typeface="Consolas" panose="020B0609020204030204" pitchFamily="49" charset="0"/>
                <a:ea typeface="思源黑体 CN Bold" panose="020B0800000000000000" pitchFamily="34" charset="-122"/>
                <a:cs typeface="Courier New" panose="02070309020205020404" pitchFamily="49" charset="0"/>
              </a:rPr>
              <a:t>11</a:t>
            </a:r>
            <a:endParaRPr lang="en-US" altLang="zh-CN" sz="1400" b="1" dirty="0">
              <a:solidFill>
                <a:srgbClr val="00B050"/>
              </a:solidFill>
              <a:latin typeface="Consolas" panose="020B0609020204030204" pitchFamily="49" charset="0"/>
              <a:ea typeface="思源黑体 CN Bold" panose="020B0800000000000000" pitchFamily="34" charset="-122"/>
            </a:endParaRPr>
          </a:p>
        </p:txBody>
      </p:sp>
      <p:sp>
        <p:nvSpPr>
          <p:cNvPr id="124" name="矩形 123">
            <a:extLst>
              <a:ext uri="{FF2B5EF4-FFF2-40B4-BE49-F238E27FC236}">
                <a16:creationId xmlns:a16="http://schemas.microsoft.com/office/drawing/2014/main" id="{36FF96A1-B4EE-45A9-8677-EA310705E8F6}"/>
              </a:ext>
            </a:extLst>
          </p:cNvPr>
          <p:cNvSpPr/>
          <p:nvPr/>
        </p:nvSpPr>
        <p:spPr>
          <a:xfrm>
            <a:off x="10110044" y="3636045"/>
            <a:ext cx="1153583" cy="349251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sz="1400" b="1" dirty="0">
                <a:solidFill>
                  <a:srgbClr val="00B050"/>
                </a:solidFill>
                <a:latin typeface="Consolas" panose="020B0609020204030204" pitchFamily="49" charset="0"/>
                <a:ea typeface="思源黑体 CN Bold" panose="020B0800000000000000" pitchFamily="34" charset="-122"/>
                <a:cs typeface="Courier New" panose="02070309020205020404" pitchFamily="49" charset="0"/>
              </a:rPr>
              <a:t>22</a:t>
            </a:r>
            <a:endParaRPr lang="en-US" altLang="zh-CN" sz="1400" b="1" dirty="0">
              <a:solidFill>
                <a:srgbClr val="00B050"/>
              </a:solidFill>
              <a:latin typeface="Consolas" panose="020B0609020204030204" pitchFamily="49" charset="0"/>
              <a:ea typeface="思源黑体 CN Bold" panose="020B0800000000000000" pitchFamily="34" charset="-122"/>
            </a:endParaRPr>
          </a:p>
        </p:txBody>
      </p:sp>
      <p:sp>
        <p:nvSpPr>
          <p:cNvPr id="125" name="矩形 124">
            <a:extLst>
              <a:ext uri="{FF2B5EF4-FFF2-40B4-BE49-F238E27FC236}">
                <a16:creationId xmlns:a16="http://schemas.microsoft.com/office/drawing/2014/main" id="{7E922767-D369-4EE8-8CE2-DE07DE1A6890}"/>
              </a:ext>
            </a:extLst>
          </p:cNvPr>
          <p:cNvSpPr/>
          <p:nvPr/>
        </p:nvSpPr>
        <p:spPr>
          <a:xfrm>
            <a:off x="10110044" y="3983970"/>
            <a:ext cx="1153583" cy="349251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sz="1400" b="1" dirty="0">
                <a:solidFill>
                  <a:srgbClr val="00B050"/>
                </a:solidFill>
                <a:latin typeface="Consolas" panose="020B0609020204030204" pitchFamily="49" charset="0"/>
                <a:ea typeface="思源黑体 CN Bold" panose="020B0800000000000000" pitchFamily="34" charset="-122"/>
                <a:cs typeface="Courier New" panose="02070309020205020404" pitchFamily="49" charset="0"/>
              </a:rPr>
              <a:t>33</a:t>
            </a:r>
            <a:endParaRPr lang="en-US" altLang="zh-CN" sz="1400" b="1" dirty="0">
              <a:solidFill>
                <a:srgbClr val="00B050"/>
              </a:solidFill>
              <a:latin typeface="Consolas" panose="020B0609020204030204" pitchFamily="49" charset="0"/>
              <a:ea typeface="思源黑体 CN Bold" panose="020B0800000000000000" pitchFamily="34" charset="-122"/>
            </a:endParaRPr>
          </a:p>
        </p:txBody>
      </p:sp>
      <p:sp>
        <p:nvSpPr>
          <p:cNvPr id="129" name="TextBox 4">
            <a:extLst>
              <a:ext uri="{FF2B5EF4-FFF2-40B4-BE49-F238E27FC236}">
                <a16:creationId xmlns:a16="http://schemas.microsoft.com/office/drawing/2014/main" id="{2D1F1FC0-6EEB-4F9C-A6F2-C77E1828FB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40768" y="4082165"/>
            <a:ext cx="1024467" cy="247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r">
              <a:lnSpc>
                <a:spcPct val="150000"/>
              </a:lnSpc>
            </a:pPr>
            <a:r>
              <a:rPr lang="zh-CN" altLang="en-US" sz="1200" b="1" dirty="0">
                <a:solidFill>
                  <a:srgbClr val="7030A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10f87f48</a:t>
            </a:r>
          </a:p>
        </p:txBody>
      </p:sp>
      <p:cxnSp>
        <p:nvCxnSpPr>
          <p:cNvPr id="27" name="连接符: 肘形 26">
            <a:extLst>
              <a:ext uri="{FF2B5EF4-FFF2-40B4-BE49-F238E27FC236}">
                <a16:creationId xmlns:a16="http://schemas.microsoft.com/office/drawing/2014/main" id="{35BF3EBA-6CE5-4174-B32C-DB7DF38F0763}"/>
              </a:ext>
            </a:extLst>
          </p:cNvPr>
          <p:cNvCxnSpPr>
            <a:cxnSpLocks/>
            <a:endCxn id="121" idx="0"/>
          </p:cNvCxnSpPr>
          <p:nvPr/>
        </p:nvCxnSpPr>
        <p:spPr>
          <a:xfrm flipV="1">
            <a:off x="7538721" y="2267600"/>
            <a:ext cx="2635883" cy="2274714"/>
          </a:xfrm>
          <a:prstGeom prst="bentConnector4">
            <a:avLst>
              <a:gd name="adj1" fmla="val 582"/>
              <a:gd name="adj2" fmla="val 110050"/>
            </a:avLst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1" name="矩形 130">
            <a:extLst>
              <a:ext uri="{FF2B5EF4-FFF2-40B4-BE49-F238E27FC236}">
                <a16:creationId xmlns:a16="http://schemas.microsoft.com/office/drawing/2014/main" id="{C84FFB48-CBE6-468C-80A3-401BC9C743FC}"/>
              </a:ext>
            </a:extLst>
          </p:cNvPr>
          <p:cNvSpPr/>
          <p:nvPr/>
        </p:nvSpPr>
        <p:spPr>
          <a:xfrm>
            <a:off x="603040" y="2676182"/>
            <a:ext cx="4844665" cy="335309"/>
          </a:xfrm>
          <a:prstGeom prst="rect">
            <a:avLst/>
          </a:prstGeom>
          <a:solidFill>
            <a:srgbClr val="FD0000">
              <a:alpha val="20000"/>
            </a:srgbClr>
          </a:solidFill>
          <a:ln w="38100"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sz="2400"/>
          </a:p>
        </p:txBody>
      </p:sp>
      <p:sp>
        <p:nvSpPr>
          <p:cNvPr id="133" name="矩形 132">
            <a:extLst>
              <a:ext uri="{FF2B5EF4-FFF2-40B4-BE49-F238E27FC236}">
                <a16:creationId xmlns:a16="http://schemas.microsoft.com/office/drawing/2014/main" id="{21B9E042-3284-40CA-AC65-02F897A3672D}"/>
              </a:ext>
            </a:extLst>
          </p:cNvPr>
          <p:cNvSpPr/>
          <p:nvPr/>
        </p:nvSpPr>
        <p:spPr>
          <a:xfrm>
            <a:off x="593052" y="3031071"/>
            <a:ext cx="4844665" cy="335309"/>
          </a:xfrm>
          <a:prstGeom prst="rect">
            <a:avLst/>
          </a:prstGeom>
          <a:solidFill>
            <a:srgbClr val="FD0000">
              <a:alpha val="20000"/>
            </a:srgbClr>
          </a:solidFill>
          <a:ln w="38100"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sz="2400"/>
          </a:p>
        </p:txBody>
      </p:sp>
      <p:sp>
        <p:nvSpPr>
          <p:cNvPr id="136" name="矩形 135">
            <a:extLst>
              <a:ext uri="{FF2B5EF4-FFF2-40B4-BE49-F238E27FC236}">
                <a16:creationId xmlns:a16="http://schemas.microsoft.com/office/drawing/2014/main" id="{E47E74E1-6C32-4725-AE6E-4BB4A4489D19}"/>
              </a:ext>
            </a:extLst>
          </p:cNvPr>
          <p:cNvSpPr/>
          <p:nvPr/>
        </p:nvSpPr>
        <p:spPr>
          <a:xfrm>
            <a:off x="9341696" y="3288722"/>
            <a:ext cx="768351" cy="349251"/>
          </a:xfrm>
          <a:prstGeom prst="rect">
            <a:avLst/>
          </a:prstGeom>
          <a:solidFill>
            <a:srgbClr val="0070C0"/>
          </a:solidFill>
          <a:ln>
            <a:solidFill>
              <a:schemeClr val="tx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sz="1400" dirty="0">
                <a:latin typeface="Consolas" panose="020B0609020204030204" pitchFamily="49" charset="0"/>
                <a:ea typeface="思源黑体 CN Bold" panose="020B0800000000000000" pitchFamily="34" charset="-122"/>
              </a:rPr>
              <a:t>0</a:t>
            </a:r>
          </a:p>
        </p:txBody>
      </p:sp>
      <p:sp>
        <p:nvSpPr>
          <p:cNvPr id="137" name="矩形 136">
            <a:extLst>
              <a:ext uri="{FF2B5EF4-FFF2-40B4-BE49-F238E27FC236}">
                <a16:creationId xmlns:a16="http://schemas.microsoft.com/office/drawing/2014/main" id="{FB5D9476-B915-4270-8DBE-F08DDA675991}"/>
              </a:ext>
            </a:extLst>
          </p:cNvPr>
          <p:cNvSpPr/>
          <p:nvPr/>
        </p:nvSpPr>
        <p:spPr>
          <a:xfrm>
            <a:off x="10110042" y="3288036"/>
            <a:ext cx="1153583" cy="349251"/>
          </a:xfrm>
          <a:prstGeom prst="rect">
            <a:avLst/>
          </a:prstGeom>
          <a:solidFill>
            <a:srgbClr val="0070C0"/>
          </a:solidFill>
          <a:ln>
            <a:solidFill>
              <a:schemeClr val="tx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sz="1400" b="1" dirty="0">
                <a:solidFill>
                  <a:srgbClr val="C00000"/>
                </a:solidFill>
                <a:latin typeface="Consolas" panose="020B0609020204030204" pitchFamily="49" charset="0"/>
                <a:ea typeface="思源黑体 CN Bold" panose="020B0800000000000000" pitchFamily="34" charset="-122"/>
                <a:cs typeface="Courier New" panose="02070309020205020404" pitchFamily="49" charset="0"/>
              </a:rPr>
              <a:t>100</a:t>
            </a:r>
            <a:endParaRPr lang="en-US" altLang="zh-CN" sz="1400" b="1" dirty="0">
              <a:solidFill>
                <a:srgbClr val="C00000"/>
              </a:solidFill>
              <a:latin typeface="Consolas" panose="020B0609020204030204" pitchFamily="49" charset="0"/>
              <a:ea typeface="思源黑体 CN Bold" panose="020B0800000000000000" pitchFamily="34" charset="-122"/>
            </a:endParaRPr>
          </a:p>
        </p:txBody>
      </p:sp>
      <p:sp>
        <p:nvSpPr>
          <p:cNvPr id="138" name="文本框 137">
            <a:extLst>
              <a:ext uri="{FF2B5EF4-FFF2-40B4-BE49-F238E27FC236}">
                <a16:creationId xmlns:a16="http://schemas.microsoft.com/office/drawing/2014/main" id="{33EFDCE9-9025-438C-A6E9-468F613E0E78}"/>
              </a:ext>
            </a:extLst>
          </p:cNvPr>
          <p:cNvSpPr txBox="1"/>
          <p:nvPr/>
        </p:nvSpPr>
        <p:spPr>
          <a:xfrm>
            <a:off x="600240" y="5399439"/>
            <a:ext cx="1930161" cy="646331"/>
          </a:xfrm>
          <a:prstGeom prst="rect">
            <a:avLst/>
          </a:prstGeom>
          <a:solidFill>
            <a:srgbClr val="0C0C0C"/>
          </a:solidFill>
          <a:ln>
            <a:solidFill>
              <a:schemeClr val="tx1">
                <a:lumMod val="85000"/>
                <a:lumOff val="1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100</a:t>
            </a:r>
          </a:p>
          <a:p>
            <a:r>
              <a:rPr lang="en-US" altLang="zh-CN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100</a:t>
            </a:r>
          </a:p>
        </p:txBody>
      </p:sp>
      <p:pic>
        <p:nvPicPr>
          <p:cNvPr id="132" name="图片 131">
            <a:extLst>
              <a:ext uri="{FF2B5EF4-FFF2-40B4-BE49-F238E27FC236}">
                <a16:creationId xmlns:a16="http://schemas.microsoft.com/office/drawing/2014/main" id="{3F7F3E10-B576-4FCD-89F3-31E1CE60601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41622" y="3672650"/>
            <a:ext cx="1771897" cy="20386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57165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2)">
                                      <p:cBhvr>
                                        <p:cTn id="7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2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2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2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2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500"/>
                            </p:stCondLst>
                            <p:childTnLst>
                              <p:par>
                                <p:cTn id="70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1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50" presetClass="pat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39 -0.00069 L -0.10769 -0.00069 C -0.15599 -0.00069 -0.21511 0.07222 -0.21511 0.13125 L -0.21511 0.26458 " pathEditMode="relative" rAng="0" ptsTypes="AAAA">
                                      <p:cBhvr>
                                        <p:cTn id="122" dur="1000" fill="hold"/>
                                        <p:tgtEl>
                                          <p:spTgt spid="1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0781" y="1326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7"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2" dur="5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26" presetClass="emph" presetSubtype="0" repeatCount="indefinite" fill="hold" grpId="1" nodeType="click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36" dur="500" tmFilter="0, 0; .2, .5; .8, .5; 1, 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7" dur="250" autoRev="1" fill="hold"/>
                                        <p:tgtEl>
                                          <p:spTgt spid="13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indefinite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6" fill="hold">
                      <p:stCondLst>
                        <p:cond delay="indefinite"/>
                      </p:stCondLst>
                      <p:childTnLst>
                        <p:par>
                          <p:cTn id="147" fill="hold">
                            <p:stCondLst>
                              <p:cond delay="0"/>
                            </p:stCondLst>
                            <p:childTnLst>
                              <p:par>
                                <p:cTn id="14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0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04167E-6 -4.44444E-6 L -1.04167E-6 0.07871 " pathEditMode="relative" rAng="0" ptsTypes="AA">
                                      <p:cBhvr>
                                        <p:cTn id="151" dur="1000" fill="hold"/>
                                        <p:tgtEl>
                                          <p:spTgt spid="1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393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2" fill="hold">
                      <p:stCondLst>
                        <p:cond delay="indefinite"/>
                      </p:stCondLst>
                      <p:childTnLst>
                        <p:par>
                          <p:cTn id="153" fill="hold">
                            <p:stCondLst>
                              <p:cond delay="0"/>
                            </p:stCondLst>
                            <p:childTnLst>
                              <p:par>
                                <p:cTn id="15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7" fill="hold">
                      <p:stCondLst>
                        <p:cond delay="indefinite"/>
                      </p:stCondLst>
                      <p:childTnLst>
                        <p:par>
                          <p:cTn id="158" fill="hold">
                            <p:stCondLst>
                              <p:cond delay="0"/>
                            </p:stCondLst>
                            <p:childTnLst>
                              <p:par>
                                <p:cTn id="159" presetID="22" presetClass="exit" presetSubtype="4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60" dur="5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2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4" dur="5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5" fill="hold">
                      <p:stCondLst>
                        <p:cond delay="indefinite"/>
                      </p:stCondLst>
                      <p:childTnLst>
                        <p:par>
                          <p:cTn id="166" fill="hold">
                            <p:stCondLst>
                              <p:cond delay="0"/>
                            </p:stCondLst>
                            <p:childTnLst>
                              <p:par>
                                <p:cTn id="16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9" dur="5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0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2" dur="5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3" fill="hold">
                      <p:stCondLst>
                        <p:cond delay="indefinite"/>
                      </p:stCondLst>
                      <p:childTnLst>
                        <p:par>
                          <p:cTn id="174" fill="hold">
                            <p:stCondLst>
                              <p:cond delay="0"/>
                            </p:stCondLst>
                            <p:childTnLst>
                              <p:par>
                                <p:cTn id="17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7" dur="5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8" fill="hold">
                      <p:stCondLst>
                        <p:cond delay="indefinite"/>
                      </p:stCondLst>
                      <p:childTnLst>
                        <p:par>
                          <p:cTn id="179" fill="hold">
                            <p:stCondLst>
                              <p:cond delay="0"/>
                            </p:stCondLst>
                            <p:childTnLst>
                              <p:par>
                                <p:cTn id="180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2" dur="500" fill="hold"/>
                                        <p:tgtEl>
                                          <p:spTgt spid="1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3" dur="500" fill="hold"/>
                                        <p:tgtEl>
                                          <p:spTgt spid="1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 animBg="1"/>
      <p:bldP spid="60" grpId="0"/>
      <p:bldP spid="13" grpId="0"/>
      <p:bldP spid="14" grpId="0"/>
      <p:bldP spid="63" grpId="0"/>
      <p:bldP spid="65" grpId="0"/>
      <p:bldP spid="101" grpId="0" animBg="1"/>
      <p:bldP spid="106" grpId="0" animBg="1"/>
      <p:bldP spid="107" grpId="0" animBg="1"/>
      <p:bldP spid="108" grpId="0" animBg="1"/>
      <p:bldP spid="109" grpId="0"/>
      <p:bldP spid="110" grpId="0"/>
      <p:bldP spid="111" grpId="0" animBg="1"/>
      <p:bldP spid="112" grpId="0" animBg="1"/>
      <p:bldP spid="113" grpId="0" animBg="1"/>
      <p:bldP spid="114" grpId="0" animBg="1"/>
      <p:bldP spid="115" grpId="0" animBg="1"/>
      <p:bldP spid="121" grpId="0"/>
      <p:bldP spid="121" grpId="1"/>
      <p:bldP spid="118" grpId="0"/>
      <p:bldP spid="119" grpId="0" animBg="1"/>
      <p:bldP spid="123" grpId="0" animBg="1"/>
      <p:bldP spid="124" grpId="0" animBg="1"/>
      <p:bldP spid="125" grpId="0" animBg="1"/>
      <p:bldP spid="129" grpId="0"/>
      <p:bldP spid="129" grpId="1"/>
      <p:bldP spid="131" grpId="0" animBg="1"/>
      <p:bldP spid="131" grpId="1" animBg="1"/>
      <p:bldP spid="131" grpId="2" animBg="1"/>
      <p:bldP spid="133" grpId="0" animBg="1"/>
      <p:bldP spid="136" grpId="0" animBg="1"/>
      <p:bldP spid="137" grpId="0" animBg="1"/>
      <p:bldP spid="138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占位符 1">
            <a:extLst>
              <a:ext uri="{FF2B5EF4-FFF2-40B4-BE49-F238E27FC236}">
                <a16:creationId xmlns:a16="http://schemas.microsoft.com/office/drawing/2014/main" id="{0CB639D3-85AA-4E64-7B78-26EF179477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1" y="-25399"/>
            <a:ext cx="7177617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9pPr>
          </a:lstStyle>
          <a:p>
            <a:pPr>
              <a:defRPr/>
            </a:pPr>
            <a:r>
              <a:rPr lang="zh-CN" altLang="en-US" sz="3200" b="1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endParaRPr lang="zh-TW" altLang="zh-CN" sz="3200" b="1" kern="0" dirty="0">
              <a:solidFill>
                <a:schemeClr val="tx1">
                  <a:lumMod val="65000"/>
                  <a:lumOff val="3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E8E7A24-C3A1-757D-F22B-7840FCCE6E17}"/>
              </a:ext>
            </a:extLst>
          </p:cNvPr>
          <p:cNvSpPr txBox="1"/>
          <p:nvPr/>
        </p:nvSpPr>
        <p:spPr>
          <a:xfrm>
            <a:off x="1121834" y="1509185"/>
            <a:ext cx="4686300" cy="58105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zh-CN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386A0FB-10DF-70B3-C2ED-99695CFA261A}"/>
              </a:ext>
            </a:extLst>
          </p:cNvPr>
          <p:cNvSpPr txBox="1"/>
          <p:nvPr/>
        </p:nvSpPr>
        <p:spPr>
          <a:xfrm>
            <a:off x="312373" y="1232887"/>
            <a:ext cx="5783627" cy="2677656"/>
          </a:xfrm>
          <a:prstGeom prst="rect">
            <a:avLst/>
          </a:prstGeom>
          <a:solidFill>
            <a:srgbClr val="FFFFE4"/>
          </a:solidFill>
          <a:ln w="127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zh-CN" sz="14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public class 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ArgsTest1 </a:t>
            </a: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{</a:t>
            </a:r>
            <a:b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</a:t>
            </a:r>
            <a:r>
              <a:rPr lang="zh-CN" altLang="zh-CN" sz="14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public static void </a:t>
            </a:r>
            <a:r>
              <a:rPr lang="zh-CN" altLang="zh-CN" sz="1400" dirty="0">
                <a:solidFill>
                  <a:srgbClr val="00627A"/>
                </a:solidFill>
                <a:latin typeface="Consolas" panose="020B0609020204030204" pitchFamily="49" charset="0"/>
                <a:ea typeface="JetBrains Mono"/>
              </a:rPr>
              <a:t>main</a:t>
            </a: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(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String</a:t>
            </a: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[] args) {</a:t>
            </a:r>
            <a:b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    </a:t>
            </a:r>
            <a:r>
              <a:rPr lang="zh-CN" altLang="zh-CN" sz="14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int 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number </a:t>
            </a: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= </a:t>
            </a:r>
            <a:r>
              <a:rPr lang="zh-CN" altLang="zh-CN" sz="1400" dirty="0">
                <a:solidFill>
                  <a:srgbClr val="1750EB"/>
                </a:solidFill>
                <a:latin typeface="Consolas" panose="020B0609020204030204" pitchFamily="49" charset="0"/>
                <a:ea typeface="JetBrains Mono"/>
              </a:rPr>
              <a:t>100</a:t>
            </a: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;</a:t>
            </a:r>
            <a:b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    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System</a:t>
            </a: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.</a:t>
            </a:r>
            <a:r>
              <a:rPr lang="zh-CN" altLang="zh-CN" sz="1400" i="1" dirty="0">
                <a:solidFill>
                  <a:srgbClr val="871094"/>
                </a:solidFill>
                <a:latin typeface="Consolas" panose="020B0609020204030204" pitchFamily="49" charset="0"/>
                <a:ea typeface="JetBrains Mono"/>
              </a:rPr>
              <a:t>out</a:t>
            </a: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.println(</a:t>
            </a:r>
            <a:r>
              <a:rPr lang="zh-CN" altLang="zh-CN" sz="1400" dirty="0">
                <a:solidFill>
                  <a:srgbClr val="067D17"/>
                </a:solidFill>
                <a:latin typeface="Consolas" panose="020B0609020204030204" pitchFamily="49" charset="0"/>
                <a:ea typeface="JetBrains Mono"/>
              </a:rPr>
              <a:t>"</a:t>
            </a:r>
            <a:r>
              <a:rPr lang="zh-CN" altLang="zh-CN" sz="1400" dirty="0">
                <a:solidFill>
                  <a:srgbClr val="067D17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调用</a:t>
            </a:r>
            <a:r>
              <a:rPr lang="zh-CN" altLang="zh-CN" sz="1400" dirty="0">
                <a:solidFill>
                  <a:srgbClr val="067D17"/>
                </a:solidFill>
                <a:latin typeface="Consolas" panose="020B0609020204030204" pitchFamily="49" charset="0"/>
                <a:ea typeface="JetBrains Mono"/>
              </a:rPr>
              <a:t>change</a:t>
            </a:r>
            <a:r>
              <a:rPr lang="zh-CN" altLang="zh-CN" sz="1400" dirty="0">
                <a:solidFill>
                  <a:srgbClr val="067D17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方法前</a:t>
            </a:r>
            <a:r>
              <a:rPr lang="zh-CN" altLang="zh-CN" sz="1400" dirty="0">
                <a:solidFill>
                  <a:srgbClr val="067D17"/>
                </a:solidFill>
                <a:latin typeface="Consolas" panose="020B0609020204030204" pitchFamily="49" charset="0"/>
                <a:ea typeface="JetBrains Mono"/>
              </a:rPr>
              <a:t>:" </a:t>
            </a: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+ 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number</a:t>
            </a: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);</a:t>
            </a:r>
            <a:b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    </a:t>
            </a:r>
            <a:r>
              <a:rPr lang="zh-CN" altLang="zh-CN" sz="1400" i="1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change</a:t>
            </a: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(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number</a:t>
            </a: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);</a:t>
            </a:r>
            <a:b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    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System</a:t>
            </a: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.</a:t>
            </a:r>
            <a:r>
              <a:rPr lang="zh-CN" altLang="zh-CN" sz="1400" i="1" dirty="0">
                <a:solidFill>
                  <a:srgbClr val="871094"/>
                </a:solidFill>
                <a:latin typeface="Consolas" panose="020B0609020204030204" pitchFamily="49" charset="0"/>
                <a:ea typeface="JetBrains Mono"/>
              </a:rPr>
              <a:t>out</a:t>
            </a: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.println(</a:t>
            </a:r>
            <a:r>
              <a:rPr lang="zh-CN" altLang="zh-CN" sz="1400" dirty="0">
                <a:solidFill>
                  <a:srgbClr val="067D17"/>
                </a:solidFill>
                <a:latin typeface="Consolas" panose="020B0609020204030204" pitchFamily="49" charset="0"/>
                <a:ea typeface="JetBrains Mono"/>
              </a:rPr>
              <a:t>"</a:t>
            </a:r>
            <a:r>
              <a:rPr lang="zh-CN" altLang="zh-CN" sz="1400" dirty="0">
                <a:solidFill>
                  <a:srgbClr val="067D17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调用</a:t>
            </a:r>
            <a:r>
              <a:rPr lang="zh-CN" altLang="zh-CN" sz="1400" dirty="0">
                <a:solidFill>
                  <a:srgbClr val="067D17"/>
                </a:solidFill>
                <a:latin typeface="Consolas" panose="020B0609020204030204" pitchFamily="49" charset="0"/>
                <a:ea typeface="JetBrains Mono"/>
              </a:rPr>
              <a:t>change</a:t>
            </a:r>
            <a:r>
              <a:rPr lang="zh-CN" altLang="zh-CN" sz="1400" dirty="0">
                <a:solidFill>
                  <a:srgbClr val="067D17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方法后</a:t>
            </a:r>
            <a:r>
              <a:rPr lang="zh-CN" altLang="zh-CN" sz="1400" dirty="0">
                <a:solidFill>
                  <a:srgbClr val="067D17"/>
                </a:solidFill>
                <a:latin typeface="Consolas" panose="020B0609020204030204" pitchFamily="49" charset="0"/>
                <a:ea typeface="JetBrains Mono"/>
              </a:rPr>
              <a:t>:" </a:t>
            </a: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+ 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number</a:t>
            </a: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);</a:t>
            </a:r>
            <a:b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}</a:t>
            </a:r>
            <a:b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b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</a:t>
            </a:r>
            <a:r>
              <a:rPr lang="zh-CN" altLang="zh-CN" sz="14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public static void </a:t>
            </a:r>
            <a:r>
              <a:rPr lang="zh-CN" altLang="zh-CN" sz="1400" dirty="0">
                <a:solidFill>
                  <a:srgbClr val="00627A"/>
                </a:solidFill>
                <a:latin typeface="Consolas" panose="020B0609020204030204" pitchFamily="49" charset="0"/>
                <a:ea typeface="JetBrains Mono"/>
              </a:rPr>
              <a:t>change</a:t>
            </a: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(</a:t>
            </a:r>
            <a:r>
              <a:rPr lang="zh-CN" altLang="zh-CN" sz="14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int </a:t>
            </a: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number) {</a:t>
            </a:r>
            <a:b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    number = </a:t>
            </a:r>
            <a:r>
              <a:rPr lang="zh-CN" altLang="zh-CN" sz="1400" dirty="0">
                <a:solidFill>
                  <a:srgbClr val="1750EB"/>
                </a:solidFill>
                <a:latin typeface="Consolas" panose="020B0609020204030204" pitchFamily="49" charset="0"/>
                <a:ea typeface="JetBrains Mono"/>
              </a:rPr>
              <a:t>200</a:t>
            </a: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;</a:t>
            </a:r>
            <a:b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}</a:t>
            </a:r>
            <a:b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}</a:t>
            </a:r>
            <a:endParaRPr lang="zh-CN" altLang="zh-CN" sz="1400" dirty="0">
              <a:latin typeface="Consolas" panose="020B0609020204030204" pitchFamily="49" charset="0"/>
            </a:endParaRPr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F349288A-68BF-BD6C-09F8-C9CF8D484B0D}"/>
              </a:ext>
            </a:extLst>
          </p:cNvPr>
          <p:cNvGrpSpPr>
            <a:grpSpLocks/>
          </p:cNvGrpSpPr>
          <p:nvPr/>
        </p:nvGrpSpPr>
        <p:grpSpPr bwMode="auto">
          <a:xfrm>
            <a:off x="6312310" y="1054101"/>
            <a:ext cx="5171767" cy="5453048"/>
            <a:chOff x="4441895" y="1347668"/>
            <a:chExt cx="1771200" cy="3600177"/>
          </a:xfrm>
        </p:grpSpPr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545F6397-9BC8-0370-446A-412141DC2CBC}"/>
                </a:ext>
              </a:extLst>
            </p:cNvPr>
            <p:cNvSpPr/>
            <p:nvPr/>
          </p:nvSpPr>
          <p:spPr bwMode="auto">
            <a:xfrm>
              <a:off x="4472076" y="1350843"/>
              <a:ext cx="1728310" cy="3597002"/>
            </a:xfrm>
            <a:prstGeom prst="rect">
              <a:avLst/>
            </a:prstGeom>
            <a:solidFill>
              <a:srgbClr val="FD0000">
                <a:alpha val="10000"/>
              </a:srgbClr>
            </a:solidFill>
            <a:ln w="38100">
              <a:noFill/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sz="2400">
                <a:latin typeface="思源黑体 CN Bold" panose="020B0800000000000000" pitchFamily="34" charset="-122"/>
                <a:ea typeface="思源黑体 CN Bold" panose="020B0800000000000000" pitchFamily="34" charset="-122"/>
              </a:endParaRPr>
            </a:p>
          </p:txBody>
        </p:sp>
        <p:sp>
          <p:nvSpPr>
            <p:cNvPr id="9" name="TextBox 2">
              <a:extLst>
                <a:ext uri="{FF2B5EF4-FFF2-40B4-BE49-F238E27FC236}">
                  <a16:creationId xmlns:a16="http://schemas.microsoft.com/office/drawing/2014/main" id="{C8C639B5-CF51-38D0-2A16-F82C15431CC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68464" y="4457474"/>
              <a:ext cx="935038" cy="4410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150000"/>
                </a:lnSpc>
              </a:pPr>
              <a:r>
                <a:rPr lang="zh-CN" altLang="en-US" sz="2400" b="1" dirty="0">
                  <a:solidFill>
                    <a:schemeClr val="accent2"/>
                  </a:solidFill>
                  <a:latin typeface="思源黑体 CN Bold" panose="020B0800000000000000" pitchFamily="34" charset="-122"/>
                  <a:ea typeface="思源黑体 CN Bold" panose="020B0800000000000000" pitchFamily="34" charset="-122"/>
                </a:rPr>
                <a:t>栈内存</a:t>
              </a:r>
              <a:endParaRPr lang="en-US" altLang="zh-CN" sz="2400" b="1" dirty="0">
                <a:solidFill>
                  <a:schemeClr val="accent2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endParaRPr>
            </a:p>
          </p:txBody>
        </p:sp>
        <p:cxnSp>
          <p:nvCxnSpPr>
            <p:cNvPr id="11" name="直接连接符 10">
              <a:extLst>
                <a:ext uri="{FF2B5EF4-FFF2-40B4-BE49-F238E27FC236}">
                  <a16:creationId xmlns:a16="http://schemas.microsoft.com/office/drawing/2014/main" id="{12AE03CB-2455-9FBE-93C1-BEDB5640188A}"/>
                </a:ext>
              </a:extLst>
            </p:cNvPr>
            <p:cNvCxnSpPr/>
            <p:nvPr/>
          </p:nvCxnSpPr>
          <p:spPr>
            <a:xfrm>
              <a:off x="4448249" y="1347668"/>
              <a:ext cx="11119" cy="3597002"/>
            </a:xfrm>
            <a:prstGeom prst="line">
              <a:avLst/>
            </a:prstGeom>
            <a:ln w="381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直接连接符 11">
              <a:extLst>
                <a:ext uri="{FF2B5EF4-FFF2-40B4-BE49-F238E27FC236}">
                  <a16:creationId xmlns:a16="http://schemas.microsoft.com/office/drawing/2014/main" id="{FA5253D6-DC1E-1E63-879A-AC7E28452D4D}"/>
                </a:ext>
              </a:extLst>
            </p:cNvPr>
            <p:cNvCxnSpPr/>
            <p:nvPr/>
          </p:nvCxnSpPr>
          <p:spPr>
            <a:xfrm>
              <a:off x="6184502" y="1350843"/>
              <a:ext cx="11120" cy="3597002"/>
            </a:xfrm>
            <a:prstGeom prst="line">
              <a:avLst/>
            </a:prstGeom>
            <a:ln w="381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接连接符 12">
              <a:extLst>
                <a:ext uri="{FF2B5EF4-FFF2-40B4-BE49-F238E27FC236}">
                  <a16:creationId xmlns:a16="http://schemas.microsoft.com/office/drawing/2014/main" id="{75D0C688-FC23-171E-13D1-953159A898DA}"/>
                </a:ext>
              </a:extLst>
            </p:cNvPr>
            <p:cNvCxnSpPr/>
            <p:nvPr/>
          </p:nvCxnSpPr>
          <p:spPr>
            <a:xfrm flipH="1">
              <a:off x="4441895" y="4944670"/>
              <a:ext cx="1771200" cy="0"/>
            </a:xfrm>
            <a:prstGeom prst="line">
              <a:avLst/>
            </a:prstGeom>
            <a:ln w="381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" name="TextBox 3">
            <a:extLst>
              <a:ext uri="{FF2B5EF4-FFF2-40B4-BE49-F238E27FC236}">
                <a16:creationId xmlns:a16="http://schemas.microsoft.com/office/drawing/2014/main" id="{3CBEF8AD-0EB6-0161-3D2F-7D209B1A4F83}"/>
              </a:ext>
            </a:extLst>
          </p:cNvPr>
          <p:cNvSpPr txBox="1"/>
          <p:nvPr/>
        </p:nvSpPr>
        <p:spPr>
          <a:xfrm>
            <a:off x="6483925" y="3731106"/>
            <a:ext cx="4879554" cy="2339102"/>
          </a:xfrm>
          <a:prstGeom prst="rect">
            <a:avLst/>
          </a:prstGeom>
          <a:solidFill>
            <a:srgbClr val="FFFFE4"/>
          </a:solidFill>
          <a:ln w="12700">
            <a:solidFill>
              <a:schemeClr val="tx1">
                <a:lumMod val="85000"/>
                <a:lumOff val="15000"/>
              </a:schemeClr>
            </a:solidFill>
          </a:ln>
        </p:spPr>
        <p:txBody>
          <a:bodyPr wrap="square">
            <a:spAutoFit/>
          </a:bodyPr>
          <a:lstStyle/>
          <a:p>
            <a:pPr>
              <a:tabLst>
                <a:tab pos="775527" algn="l"/>
                <a:tab pos="1551055" algn="l"/>
                <a:tab pos="2326582" algn="l"/>
                <a:tab pos="3102109" algn="l"/>
                <a:tab pos="3877636" algn="l"/>
                <a:tab pos="4653164" algn="l"/>
                <a:tab pos="5428691" algn="l"/>
                <a:tab pos="6204218" algn="l"/>
                <a:tab pos="6979746" algn="l"/>
                <a:tab pos="7755273" algn="l"/>
                <a:tab pos="8530800" algn="l"/>
                <a:tab pos="9306327" algn="l"/>
                <a:tab pos="10081855" algn="l"/>
                <a:tab pos="10857382" algn="l"/>
                <a:tab pos="11632909" algn="l"/>
                <a:tab pos="12408436" algn="l"/>
              </a:tabLst>
              <a:defRPr/>
            </a:pPr>
            <a:r>
              <a:rPr lang="en-US" altLang="zh-CN" sz="1400" kern="1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main</a:t>
            </a:r>
            <a:endParaRPr lang="en-US" altLang="zh-CN" sz="1200" kern="100" dirty="0">
              <a:solidFill>
                <a:schemeClr val="tx1">
                  <a:lumMod val="85000"/>
                  <a:lumOff val="15000"/>
                </a:schemeClr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>
              <a:tabLst>
                <a:tab pos="775527" algn="l"/>
                <a:tab pos="1551055" algn="l"/>
                <a:tab pos="2326582" algn="l"/>
                <a:tab pos="3102109" algn="l"/>
                <a:tab pos="3877636" algn="l"/>
                <a:tab pos="4653164" algn="l"/>
                <a:tab pos="5428691" algn="l"/>
                <a:tab pos="6204218" algn="l"/>
                <a:tab pos="6979746" algn="l"/>
                <a:tab pos="7755273" algn="l"/>
                <a:tab pos="8530800" algn="l"/>
                <a:tab pos="9306327" algn="l"/>
                <a:tab pos="10081855" algn="l"/>
                <a:tab pos="10857382" algn="l"/>
                <a:tab pos="11632909" algn="l"/>
                <a:tab pos="12408436" algn="l"/>
              </a:tabLst>
              <a:defRPr/>
            </a:pPr>
            <a:endParaRPr lang="en-US" altLang="zh-CN" sz="1200" kern="100" dirty="0">
              <a:solidFill>
                <a:schemeClr val="tx1">
                  <a:lumMod val="85000"/>
                  <a:lumOff val="15000"/>
                </a:schemeClr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>
              <a:tabLst>
                <a:tab pos="775527" algn="l"/>
                <a:tab pos="1551055" algn="l"/>
                <a:tab pos="2326582" algn="l"/>
                <a:tab pos="3102109" algn="l"/>
                <a:tab pos="3877636" algn="l"/>
                <a:tab pos="4653164" algn="l"/>
                <a:tab pos="5428691" algn="l"/>
                <a:tab pos="6204218" algn="l"/>
                <a:tab pos="6979746" algn="l"/>
                <a:tab pos="7755273" algn="l"/>
                <a:tab pos="8530800" algn="l"/>
                <a:tab pos="9306327" algn="l"/>
                <a:tab pos="10081855" algn="l"/>
                <a:tab pos="10857382" algn="l"/>
                <a:tab pos="11632909" algn="l"/>
                <a:tab pos="12408436" algn="l"/>
              </a:tabLst>
              <a:defRPr/>
            </a:pPr>
            <a:endParaRPr lang="en-US" altLang="zh-CN" sz="1200" kern="100" dirty="0">
              <a:solidFill>
                <a:schemeClr val="tx1">
                  <a:lumMod val="85000"/>
                  <a:lumOff val="15000"/>
                </a:schemeClr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>
              <a:tabLst>
                <a:tab pos="775527" algn="l"/>
                <a:tab pos="1551055" algn="l"/>
                <a:tab pos="2326582" algn="l"/>
                <a:tab pos="3102109" algn="l"/>
                <a:tab pos="3877636" algn="l"/>
                <a:tab pos="4653164" algn="l"/>
                <a:tab pos="5428691" algn="l"/>
                <a:tab pos="6204218" algn="l"/>
                <a:tab pos="6979746" algn="l"/>
                <a:tab pos="7755273" algn="l"/>
                <a:tab pos="8530800" algn="l"/>
                <a:tab pos="9306327" algn="l"/>
                <a:tab pos="10081855" algn="l"/>
                <a:tab pos="10857382" algn="l"/>
                <a:tab pos="11632909" algn="l"/>
                <a:tab pos="12408436" algn="l"/>
              </a:tabLst>
              <a:defRPr/>
            </a:pPr>
            <a:endParaRPr lang="en-US" altLang="zh-CN" sz="1200" kern="100" dirty="0">
              <a:solidFill>
                <a:schemeClr val="tx1">
                  <a:lumMod val="85000"/>
                  <a:lumOff val="15000"/>
                </a:schemeClr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>
              <a:tabLst>
                <a:tab pos="775527" algn="l"/>
                <a:tab pos="1551055" algn="l"/>
                <a:tab pos="2326582" algn="l"/>
                <a:tab pos="3102109" algn="l"/>
                <a:tab pos="3877636" algn="l"/>
                <a:tab pos="4653164" algn="l"/>
                <a:tab pos="5428691" algn="l"/>
                <a:tab pos="6204218" algn="l"/>
                <a:tab pos="6979746" algn="l"/>
                <a:tab pos="7755273" algn="l"/>
                <a:tab pos="8530800" algn="l"/>
                <a:tab pos="9306327" algn="l"/>
                <a:tab pos="10081855" algn="l"/>
                <a:tab pos="10857382" algn="l"/>
                <a:tab pos="11632909" algn="l"/>
                <a:tab pos="12408436" algn="l"/>
              </a:tabLst>
              <a:defRPr/>
            </a:pPr>
            <a:endParaRPr lang="en-US" altLang="zh-CN" sz="1200" kern="100" dirty="0">
              <a:solidFill>
                <a:schemeClr val="tx1">
                  <a:lumMod val="85000"/>
                  <a:lumOff val="15000"/>
                </a:schemeClr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>
              <a:tabLst>
                <a:tab pos="775527" algn="l"/>
                <a:tab pos="1551055" algn="l"/>
                <a:tab pos="2326582" algn="l"/>
                <a:tab pos="3102109" algn="l"/>
                <a:tab pos="3877636" algn="l"/>
                <a:tab pos="4653164" algn="l"/>
                <a:tab pos="5428691" algn="l"/>
                <a:tab pos="6204218" algn="l"/>
                <a:tab pos="6979746" algn="l"/>
                <a:tab pos="7755273" algn="l"/>
                <a:tab pos="8530800" algn="l"/>
                <a:tab pos="9306327" algn="l"/>
                <a:tab pos="10081855" algn="l"/>
                <a:tab pos="10857382" algn="l"/>
                <a:tab pos="11632909" algn="l"/>
                <a:tab pos="12408436" algn="l"/>
              </a:tabLst>
              <a:defRPr/>
            </a:pPr>
            <a:endParaRPr lang="en-US" altLang="zh-CN" sz="1200" kern="100" dirty="0">
              <a:solidFill>
                <a:schemeClr val="tx1">
                  <a:lumMod val="85000"/>
                  <a:lumOff val="15000"/>
                </a:schemeClr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>
              <a:tabLst>
                <a:tab pos="775527" algn="l"/>
                <a:tab pos="1551055" algn="l"/>
                <a:tab pos="2326582" algn="l"/>
                <a:tab pos="3102109" algn="l"/>
                <a:tab pos="3877636" algn="l"/>
                <a:tab pos="4653164" algn="l"/>
                <a:tab pos="5428691" algn="l"/>
                <a:tab pos="6204218" algn="l"/>
                <a:tab pos="6979746" algn="l"/>
                <a:tab pos="7755273" algn="l"/>
                <a:tab pos="8530800" algn="l"/>
                <a:tab pos="9306327" algn="l"/>
                <a:tab pos="10081855" algn="l"/>
                <a:tab pos="10857382" algn="l"/>
                <a:tab pos="11632909" algn="l"/>
                <a:tab pos="12408436" algn="l"/>
              </a:tabLst>
              <a:defRPr/>
            </a:pPr>
            <a:endParaRPr lang="en-US" altLang="zh-CN" sz="1200" kern="100" dirty="0">
              <a:solidFill>
                <a:schemeClr val="tx1">
                  <a:lumMod val="85000"/>
                  <a:lumOff val="15000"/>
                </a:schemeClr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>
              <a:tabLst>
                <a:tab pos="775527" algn="l"/>
                <a:tab pos="1551055" algn="l"/>
                <a:tab pos="2326582" algn="l"/>
                <a:tab pos="3102109" algn="l"/>
                <a:tab pos="3877636" algn="l"/>
                <a:tab pos="4653164" algn="l"/>
                <a:tab pos="5428691" algn="l"/>
                <a:tab pos="6204218" algn="l"/>
                <a:tab pos="6979746" algn="l"/>
                <a:tab pos="7755273" algn="l"/>
                <a:tab pos="8530800" algn="l"/>
                <a:tab pos="9306327" algn="l"/>
                <a:tab pos="10081855" algn="l"/>
                <a:tab pos="10857382" algn="l"/>
                <a:tab pos="11632909" algn="l"/>
                <a:tab pos="12408436" algn="l"/>
              </a:tabLst>
              <a:defRPr/>
            </a:pPr>
            <a:endParaRPr lang="en-US" altLang="zh-CN" sz="1200" kern="100" dirty="0">
              <a:solidFill>
                <a:schemeClr val="tx1">
                  <a:lumMod val="85000"/>
                  <a:lumOff val="15000"/>
                </a:schemeClr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>
              <a:tabLst>
                <a:tab pos="775527" algn="l"/>
                <a:tab pos="1551055" algn="l"/>
                <a:tab pos="2326582" algn="l"/>
                <a:tab pos="3102109" algn="l"/>
                <a:tab pos="3877636" algn="l"/>
                <a:tab pos="4653164" algn="l"/>
                <a:tab pos="5428691" algn="l"/>
                <a:tab pos="6204218" algn="l"/>
                <a:tab pos="6979746" algn="l"/>
                <a:tab pos="7755273" algn="l"/>
                <a:tab pos="8530800" algn="l"/>
                <a:tab pos="9306327" algn="l"/>
                <a:tab pos="10081855" algn="l"/>
                <a:tab pos="10857382" algn="l"/>
                <a:tab pos="11632909" algn="l"/>
                <a:tab pos="12408436" algn="l"/>
              </a:tabLst>
              <a:defRPr/>
            </a:pPr>
            <a:endParaRPr lang="en-US" altLang="zh-CN" sz="1200" kern="100" dirty="0">
              <a:solidFill>
                <a:schemeClr val="tx1">
                  <a:lumMod val="85000"/>
                  <a:lumOff val="15000"/>
                </a:schemeClr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>
              <a:tabLst>
                <a:tab pos="775527" algn="l"/>
                <a:tab pos="1551055" algn="l"/>
                <a:tab pos="2326582" algn="l"/>
                <a:tab pos="3102109" algn="l"/>
                <a:tab pos="3877636" algn="l"/>
                <a:tab pos="4653164" algn="l"/>
                <a:tab pos="5428691" algn="l"/>
                <a:tab pos="6204218" algn="l"/>
                <a:tab pos="6979746" algn="l"/>
                <a:tab pos="7755273" algn="l"/>
                <a:tab pos="8530800" algn="l"/>
                <a:tab pos="9306327" algn="l"/>
                <a:tab pos="10081855" algn="l"/>
                <a:tab pos="10857382" algn="l"/>
                <a:tab pos="11632909" algn="l"/>
                <a:tab pos="12408436" algn="l"/>
              </a:tabLst>
              <a:defRPr/>
            </a:pPr>
            <a:endParaRPr lang="en-US" altLang="zh-CN" sz="1200" kern="100" dirty="0">
              <a:solidFill>
                <a:schemeClr val="tx1">
                  <a:lumMod val="85000"/>
                  <a:lumOff val="15000"/>
                </a:schemeClr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>
              <a:tabLst>
                <a:tab pos="775527" algn="l"/>
                <a:tab pos="1551055" algn="l"/>
                <a:tab pos="2326582" algn="l"/>
                <a:tab pos="3102109" algn="l"/>
                <a:tab pos="3877636" algn="l"/>
                <a:tab pos="4653164" algn="l"/>
                <a:tab pos="5428691" algn="l"/>
                <a:tab pos="6204218" algn="l"/>
                <a:tab pos="6979746" algn="l"/>
                <a:tab pos="7755273" algn="l"/>
                <a:tab pos="8530800" algn="l"/>
                <a:tab pos="9306327" algn="l"/>
                <a:tab pos="10081855" algn="l"/>
                <a:tab pos="10857382" algn="l"/>
                <a:tab pos="11632909" algn="l"/>
                <a:tab pos="12408436" algn="l"/>
              </a:tabLst>
              <a:defRPr/>
            </a:pPr>
            <a:endParaRPr lang="en-US" altLang="zh-CN" sz="1200" kern="100" dirty="0">
              <a:solidFill>
                <a:schemeClr val="tx1">
                  <a:lumMod val="85000"/>
                  <a:lumOff val="15000"/>
                </a:schemeClr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>
              <a:tabLst>
                <a:tab pos="775527" algn="l"/>
                <a:tab pos="1551055" algn="l"/>
                <a:tab pos="2326582" algn="l"/>
                <a:tab pos="3102109" algn="l"/>
                <a:tab pos="3877636" algn="l"/>
                <a:tab pos="4653164" algn="l"/>
                <a:tab pos="5428691" algn="l"/>
                <a:tab pos="6204218" algn="l"/>
                <a:tab pos="6979746" algn="l"/>
                <a:tab pos="7755273" algn="l"/>
                <a:tab pos="8530800" algn="l"/>
                <a:tab pos="9306327" algn="l"/>
                <a:tab pos="10081855" algn="l"/>
                <a:tab pos="10857382" algn="l"/>
                <a:tab pos="11632909" algn="l"/>
                <a:tab pos="12408436" algn="l"/>
              </a:tabLst>
              <a:defRPr/>
            </a:pPr>
            <a:endParaRPr lang="en-US" altLang="zh-CN" sz="1200" kern="100" dirty="0">
              <a:solidFill>
                <a:schemeClr val="tx1">
                  <a:lumMod val="85000"/>
                  <a:lumOff val="15000"/>
                </a:schemeClr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0DC1E838-B897-DB3A-E33E-01AA19264D74}"/>
              </a:ext>
            </a:extLst>
          </p:cNvPr>
          <p:cNvSpPr/>
          <p:nvPr/>
        </p:nvSpPr>
        <p:spPr>
          <a:xfrm>
            <a:off x="6537269" y="4084710"/>
            <a:ext cx="4663384" cy="436959"/>
          </a:xfrm>
          <a:prstGeom prst="round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725FBE8-5F76-1975-A91F-9350880C9C94}"/>
              </a:ext>
            </a:extLst>
          </p:cNvPr>
          <p:cNvSpPr txBox="1"/>
          <p:nvPr/>
        </p:nvSpPr>
        <p:spPr>
          <a:xfrm>
            <a:off x="6537269" y="4154680"/>
            <a:ext cx="242172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14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int 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number </a:t>
            </a: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= </a:t>
            </a:r>
            <a:r>
              <a:rPr lang="zh-CN" altLang="zh-CN" sz="1400" dirty="0">
                <a:solidFill>
                  <a:srgbClr val="1750EB"/>
                </a:solidFill>
                <a:latin typeface="Consolas" panose="020B0609020204030204" pitchFamily="49" charset="0"/>
                <a:ea typeface="JetBrains Mono"/>
              </a:rPr>
              <a:t>100</a:t>
            </a: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;</a:t>
            </a:r>
            <a:b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endParaRPr lang="zh-CN" altLang="en-US" sz="1400" dirty="0">
              <a:latin typeface="Consolas" panose="020B0609020204030204" pitchFamily="49" charset="0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90ED97BA-486A-F807-F1D4-3F3169ABC551}"/>
              </a:ext>
            </a:extLst>
          </p:cNvPr>
          <p:cNvSpPr txBox="1"/>
          <p:nvPr/>
        </p:nvSpPr>
        <p:spPr>
          <a:xfrm>
            <a:off x="6537269" y="4656347"/>
            <a:ext cx="487955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System</a:t>
            </a: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.</a:t>
            </a:r>
            <a:r>
              <a:rPr lang="zh-CN" altLang="zh-CN" sz="1400" i="1" dirty="0">
                <a:solidFill>
                  <a:srgbClr val="871094"/>
                </a:solidFill>
                <a:latin typeface="Consolas" panose="020B0609020204030204" pitchFamily="49" charset="0"/>
                <a:ea typeface="JetBrains Mono"/>
              </a:rPr>
              <a:t>out</a:t>
            </a: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.println(</a:t>
            </a:r>
            <a:r>
              <a:rPr lang="zh-CN" altLang="zh-CN" sz="1400" dirty="0">
                <a:solidFill>
                  <a:srgbClr val="067D17"/>
                </a:solidFill>
                <a:latin typeface="Consolas" panose="020B0609020204030204" pitchFamily="49" charset="0"/>
                <a:ea typeface="JetBrains Mono"/>
              </a:rPr>
              <a:t>"</a:t>
            </a:r>
            <a:r>
              <a:rPr lang="zh-CN" altLang="zh-CN" sz="1400" dirty="0">
                <a:solidFill>
                  <a:srgbClr val="067D17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调用</a:t>
            </a:r>
            <a:r>
              <a:rPr lang="zh-CN" altLang="zh-CN" sz="1400" dirty="0">
                <a:solidFill>
                  <a:srgbClr val="067D17"/>
                </a:solidFill>
                <a:latin typeface="Consolas" panose="020B0609020204030204" pitchFamily="49" charset="0"/>
                <a:ea typeface="JetBrains Mono"/>
              </a:rPr>
              <a:t>change</a:t>
            </a:r>
            <a:r>
              <a:rPr lang="zh-CN" altLang="zh-CN" sz="1400" dirty="0">
                <a:solidFill>
                  <a:srgbClr val="067D17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方法前</a:t>
            </a:r>
            <a:r>
              <a:rPr lang="zh-CN" altLang="zh-CN" sz="1400" dirty="0">
                <a:solidFill>
                  <a:srgbClr val="067D17"/>
                </a:solidFill>
                <a:latin typeface="Consolas" panose="020B0609020204030204" pitchFamily="49" charset="0"/>
                <a:ea typeface="JetBrains Mono"/>
              </a:rPr>
              <a:t>:" </a:t>
            </a: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+ 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number</a:t>
            </a: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);</a:t>
            </a:r>
            <a:b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endParaRPr lang="zh-CN" altLang="en-US" sz="1400" dirty="0">
              <a:latin typeface="Consolas" panose="020B0609020204030204" pitchFamily="49" charset="0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2E6B99FB-EAE1-1946-5584-4972608F7393}"/>
              </a:ext>
            </a:extLst>
          </p:cNvPr>
          <p:cNvSpPr txBox="1"/>
          <p:nvPr/>
        </p:nvSpPr>
        <p:spPr>
          <a:xfrm>
            <a:off x="427702" y="4614252"/>
            <a:ext cx="4417182" cy="369332"/>
          </a:xfrm>
          <a:prstGeom prst="rect">
            <a:avLst/>
          </a:prstGeom>
          <a:solidFill>
            <a:srgbClr val="0C0C0C"/>
          </a:solidFill>
          <a:ln>
            <a:solidFill>
              <a:schemeClr val="tx1">
                <a:lumMod val="85000"/>
                <a:lumOff val="1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chemeClr val="bg1">
                    <a:lumMod val="95000"/>
                  </a:schemeClr>
                </a:solidFill>
                <a:latin typeface="Alibaba PuHuiTi M"/>
              </a:rPr>
              <a:t>调用</a:t>
            </a:r>
            <a:r>
              <a:rPr lang="en-US" altLang="zh-CN" dirty="0">
                <a:solidFill>
                  <a:schemeClr val="bg1">
                    <a:lumMod val="95000"/>
                  </a:schemeClr>
                </a:solidFill>
                <a:latin typeface="Alibaba PuHuiTi M"/>
              </a:rPr>
              <a:t>change</a:t>
            </a:r>
            <a:r>
              <a:rPr lang="zh-CN" altLang="en-US" dirty="0">
                <a:solidFill>
                  <a:schemeClr val="bg1">
                    <a:lumMod val="95000"/>
                  </a:schemeClr>
                </a:solidFill>
                <a:latin typeface="Alibaba PuHuiTi M"/>
              </a:rPr>
              <a:t>方法前</a:t>
            </a:r>
            <a:r>
              <a:rPr lang="en-US" altLang="zh-CN" dirty="0">
                <a:solidFill>
                  <a:schemeClr val="bg1">
                    <a:lumMod val="95000"/>
                  </a:schemeClr>
                </a:solidFill>
                <a:latin typeface="Alibaba PuHuiTi M"/>
              </a:rPr>
              <a:t>:100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4DF35D5A-7C88-DF86-71EE-0AFDDFA5156A}"/>
              </a:ext>
            </a:extLst>
          </p:cNvPr>
          <p:cNvSpPr txBox="1"/>
          <p:nvPr/>
        </p:nvSpPr>
        <p:spPr>
          <a:xfrm>
            <a:off x="6537269" y="5039883"/>
            <a:ext cx="242172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1400" i="1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change</a:t>
            </a: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(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number</a:t>
            </a: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);</a:t>
            </a:r>
            <a:endParaRPr lang="zh-CN" altLang="en-US" sz="1400" dirty="0">
              <a:latin typeface="Consolas" panose="020B0609020204030204" pitchFamily="49" charset="0"/>
            </a:endParaRPr>
          </a:p>
        </p:txBody>
      </p:sp>
      <p:sp>
        <p:nvSpPr>
          <p:cNvPr id="20" name="TextBox 3">
            <a:extLst>
              <a:ext uri="{FF2B5EF4-FFF2-40B4-BE49-F238E27FC236}">
                <a16:creationId xmlns:a16="http://schemas.microsoft.com/office/drawing/2014/main" id="{345BEA5F-5CF4-E55F-037A-30193A738FA7}"/>
              </a:ext>
            </a:extLst>
          </p:cNvPr>
          <p:cNvSpPr txBox="1"/>
          <p:nvPr/>
        </p:nvSpPr>
        <p:spPr>
          <a:xfrm>
            <a:off x="6476971" y="1303282"/>
            <a:ext cx="4823825" cy="2031325"/>
          </a:xfrm>
          <a:prstGeom prst="rect">
            <a:avLst/>
          </a:prstGeom>
          <a:solidFill>
            <a:srgbClr val="FFFFE4"/>
          </a:solidFill>
          <a:ln w="12700">
            <a:solidFill>
              <a:schemeClr val="tx1">
                <a:lumMod val="85000"/>
                <a:lumOff val="15000"/>
              </a:schemeClr>
            </a:solidFill>
          </a:ln>
        </p:spPr>
        <p:txBody>
          <a:bodyPr wrap="square">
            <a:spAutoFit/>
          </a:bodyPr>
          <a:lstStyle/>
          <a:p>
            <a:pPr>
              <a:tabLst>
                <a:tab pos="775527" algn="l"/>
                <a:tab pos="1551055" algn="l"/>
                <a:tab pos="2326582" algn="l"/>
                <a:tab pos="3102109" algn="l"/>
                <a:tab pos="3877636" algn="l"/>
                <a:tab pos="4653164" algn="l"/>
                <a:tab pos="5428691" algn="l"/>
                <a:tab pos="6204218" algn="l"/>
                <a:tab pos="6979746" algn="l"/>
                <a:tab pos="7755273" algn="l"/>
                <a:tab pos="8530800" algn="l"/>
                <a:tab pos="9306327" algn="l"/>
                <a:tab pos="10081855" algn="l"/>
                <a:tab pos="10857382" algn="l"/>
                <a:tab pos="11632909" algn="l"/>
                <a:tab pos="12408436" algn="l"/>
              </a:tabLst>
              <a:defRPr/>
            </a:pPr>
            <a:r>
              <a:rPr lang="en-US" altLang="zh-CN" sz="1400" kern="1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change</a:t>
            </a:r>
          </a:p>
          <a:p>
            <a:pPr>
              <a:tabLst>
                <a:tab pos="775527" algn="l"/>
                <a:tab pos="1551055" algn="l"/>
                <a:tab pos="2326582" algn="l"/>
                <a:tab pos="3102109" algn="l"/>
                <a:tab pos="3877636" algn="l"/>
                <a:tab pos="4653164" algn="l"/>
                <a:tab pos="5428691" algn="l"/>
                <a:tab pos="6204218" algn="l"/>
                <a:tab pos="6979746" algn="l"/>
                <a:tab pos="7755273" algn="l"/>
                <a:tab pos="8530800" algn="l"/>
                <a:tab pos="9306327" algn="l"/>
                <a:tab pos="10081855" algn="l"/>
                <a:tab pos="10857382" algn="l"/>
                <a:tab pos="11632909" algn="l"/>
                <a:tab pos="12408436" algn="l"/>
              </a:tabLst>
              <a:defRPr/>
            </a:pPr>
            <a:endParaRPr lang="en-US" altLang="zh-CN" sz="1400" kern="100" dirty="0">
              <a:solidFill>
                <a:schemeClr val="tx1">
                  <a:lumMod val="85000"/>
                  <a:lumOff val="15000"/>
                </a:schemeClr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>
              <a:tabLst>
                <a:tab pos="775527" algn="l"/>
                <a:tab pos="1551055" algn="l"/>
                <a:tab pos="2326582" algn="l"/>
                <a:tab pos="3102109" algn="l"/>
                <a:tab pos="3877636" algn="l"/>
                <a:tab pos="4653164" algn="l"/>
                <a:tab pos="5428691" algn="l"/>
                <a:tab pos="6204218" algn="l"/>
                <a:tab pos="6979746" algn="l"/>
                <a:tab pos="7755273" algn="l"/>
                <a:tab pos="8530800" algn="l"/>
                <a:tab pos="9306327" algn="l"/>
                <a:tab pos="10081855" algn="l"/>
                <a:tab pos="10857382" algn="l"/>
                <a:tab pos="11632909" algn="l"/>
                <a:tab pos="12408436" algn="l"/>
              </a:tabLst>
              <a:defRPr/>
            </a:pPr>
            <a:endParaRPr lang="en-US" altLang="zh-CN" sz="1400" kern="100" dirty="0">
              <a:solidFill>
                <a:schemeClr val="tx1">
                  <a:lumMod val="85000"/>
                  <a:lumOff val="15000"/>
                </a:schemeClr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>
              <a:tabLst>
                <a:tab pos="775527" algn="l"/>
                <a:tab pos="1551055" algn="l"/>
                <a:tab pos="2326582" algn="l"/>
                <a:tab pos="3102109" algn="l"/>
                <a:tab pos="3877636" algn="l"/>
                <a:tab pos="4653164" algn="l"/>
                <a:tab pos="5428691" algn="l"/>
                <a:tab pos="6204218" algn="l"/>
                <a:tab pos="6979746" algn="l"/>
                <a:tab pos="7755273" algn="l"/>
                <a:tab pos="8530800" algn="l"/>
                <a:tab pos="9306327" algn="l"/>
                <a:tab pos="10081855" algn="l"/>
                <a:tab pos="10857382" algn="l"/>
                <a:tab pos="11632909" algn="l"/>
                <a:tab pos="12408436" algn="l"/>
              </a:tabLst>
              <a:defRPr/>
            </a:pPr>
            <a:endParaRPr lang="en-US" altLang="zh-CN" sz="1400" kern="100" dirty="0">
              <a:solidFill>
                <a:schemeClr val="tx1">
                  <a:lumMod val="85000"/>
                  <a:lumOff val="15000"/>
                </a:schemeClr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>
              <a:tabLst>
                <a:tab pos="775527" algn="l"/>
                <a:tab pos="1551055" algn="l"/>
                <a:tab pos="2326582" algn="l"/>
                <a:tab pos="3102109" algn="l"/>
                <a:tab pos="3877636" algn="l"/>
                <a:tab pos="4653164" algn="l"/>
                <a:tab pos="5428691" algn="l"/>
                <a:tab pos="6204218" algn="l"/>
                <a:tab pos="6979746" algn="l"/>
                <a:tab pos="7755273" algn="l"/>
                <a:tab pos="8530800" algn="l"/>
                <a:tab pos="9306327" algn="l"/>
                <a:tab pos="10081855" algn="l"/>
                <a:tab pos="10857382" algn="l"/>
                <a:tab pos="11632909" algn="l"/>
                <a:tab pos="12408436" algn="l"/>
              </a:tabLst>
              <a:defRPr/>
            </a:pPr>
            <a:endParaRPr lang="en-US" altLang="zh-CN" sz="1400" kern="100" dirty="0">
              <a:solidFill>
                <a:schemeClr val="tx1">
                  <a:lumMod val="85000"/>
                  <a:lumOff val="15000"/>
                </a:schemeClr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>
              <a:tabLst>
                <a:tab pos="775527" algn="l"/>
                <a:tab pos="1551055" algn="l"/>
                <a:tab pos="2326582" algn="l"/>
                <a:tab pos="3102109" algn="l"/>
                <a:tab pos="3877636" algn="l"/>
                <a:tab pos="4653164" algn="l"/>
                <a:tab pos="5428691" algn="l"/>
                <a:tab pos="6204218" algn="l"/>
                <a:tab pos="6979746" algn="l"/>
                <a:tab pos="7755273" algn="l"/>
                <a:tab pos="8530800" algn="l"/>
                <a:tab pos="9306327" algn="l"/>
                <a:tab pos="10081855" algn="l"/>
                <a:tab pos="10857382" algn="l"/>
                <a:tab pos="11632909" algn="l"/>
                <a:tab pos="12408436" algn="l"/>
              </a:tabLst>
              <a:defRPr/>
            </a:pPr>
            <a:endParaRPr lang="en-US" altLang="zh-CN" sz="1400" kern="100" dirty="0">
              <a:solidFill>
                <a:schemeClr val="tx1">
                  <a:lumMod val="85000"/>
                  <a:lumOff val="15000"/>
                </a:schemeClr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>
              <a:tabLst>
                <a:tab pos="775527" algn="l"/>
                <a:tab pos="1551055" algn="l"/>
                <a:tab pos="2326582" algn="l"/>
                <a:tab pos="3102109" algn="l"/>
                <a:tab pos="3877636" algn="l"/>
                <a:tab pos="4653164" algn="l"/>
                <a:tab pos="5428691" algn="l"/>
                <a:tab pos="6204218" algn="l"/>
                <a:tab pos="6979746" algn="l"/>
                <a:tab pos="7755273" algn="l"/>
                <a:tab pos="8530800" algn="l"/>
                <a:tab pos="9306327" algn="l"/>
                <a:tab pos="10081855" algn="l"/>
                <a:tab pos="10857382" algn="l"/>
                <a:tab pos="11632909" algn="l"/>
                <a:tab pos="12408436" algn="l"/>
              </a:tabLst>
              <a:defRPr/>
            </a:pPr>
            <a:endParaRPr lang="en-US" altLang="zh-CN" sz="1400" kern="100" dirty="0">
              <a:solidFill>
                <a:schemeClr val="tx1">
                  <a:lumMod val="85000"/>
                  <a:lumOff val="15000"/>
                </a:schemeClr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>
              <a:tabLst>
                <a:tab pos="775527" algn="l"/>
                <a:tab pos="1551055" algn="l"/>
                <a:tab pos="2326582" algn="l"/>
                <a:tab pos="3102109" algn="l"/>
                <a:tab pos="3877636" algn="l"/>
                <a:tab pos="4653164" algn="l"/>
                <a:tab pos="5428691" algn="l"/>
                <a:tab pos="6204218" algn="l"/>
                <a:tab pos="6979746" algn="l"/>
                <a:tab pos="7755273" algn="l"/>
                <a:tab pos="8530800" algn="l"/>
                <a:tab pos="9306327" algn="l"/>
                <a:tab pos="10081855" algn="l"/>
                <a:tab pos="10857382" algn="l"/>
                <a:tab pos="11632909" algn="l"/>
                <a:tab pos="12408436" algn="l"/>
              </a:tabLst>
              <a:defRPr/>
            </a:pPr>
            <a:endParaRPr lang="en-US" altLang="zh-CN" sz="1400" kern="100" dirty="0">
              <a:solidFill>
                <a:schemeClr val="tx1">
                  <a:lumMod val="85000"/>
                  <a:lumOff val="15000"/>
                </a:schemeClr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>
              <a:tabLst>
                <a:tab pos="775527" algn="l"/>
                <a:tab pos="1551055" algn="l"/>
                <a:tab pos="2326582" algn="l"/>
                <a:tab pos="3102109" algn="l"/>
                <a:tab pos="3877636" algn="l"/>
                <a:tab pos="4653164" algn="l"/>
                <a:tab pos="5428691" algn="l"/>
                <a:tab pos="6204218" algn="l"/>
                <a:tab pos="6979746" algn="l"/>
                <a:tab pos="7755273" algn="l"/>
                <a:tab pos="8530800" algn="l"/>
                <a:tab pos="9306327" algn="l"/>
                <a:tab pos="10081855" algn="l"/>
                <a:tab pos="10857382" algn="l"/>
                <a:tab pos="11632909" algn="l"/>
                <a:tab pos="12408436" algn="l"/>
              </a:tabLst>
              <a:defRPr/>
            </a:pPr>
            <a:endParaRPr lang="en-US" altLang="zh-CN" sz="1400" kern="100" dirty="0">
              <a:solidFill>
                <a:schemeClr val="tx1">
                  <a:lumMod val="85000"/>
                  <a:lumOff val="15000"/>
                </a:schemeClr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1DBE6B88-1CC9-9C02-614F-85D87DBEE3F5}"/>
              </a:ext>
            </a:extLst>
          </p:cNvPr>
          <p:cNvSpPr/>
          <p:nvPr/>
        </p:nvSpPr>
        <p:spPr>
          <a:xfrm>
            <a:off x="6550267" y="1760862"/>
            <a:ext cx="4663384" cy="436959"/>
          </a:xfrm>
          <a:prstGeom prst="round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999C4D16-FE27-2145-9D70-2DE9C7DA63FC}"/>
              </a:ext>
            </a:extLst>
          </p:cNvPr>
          <p:cNvSpPr txBox="1"/>
          <p:nvPr/>
        </p:nvSpPr>
        <p:spPr>
          <a:xfrm>
            <a:off x="6550267" y="1830832"/>
            <a:ext cx="242172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14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int 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number </a:t>
            </a: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= </a:t>
            </a:r>
            <a:r>
              <a:rPr lang="zh-CN" altLang="zh-CN" sz="1400" dirty="0">
                <a:solidFill>
                  <a:srgbClr val="1750EB"/>
                </a:solidFill>
                <a:latin typeface="Consolas" panose="020B0609020204030204" pitchFamily="49" charset="0"/>
                <a:ea typeface="JetBrains Mono"/>
              </a:rPr>
              <a:t>100</a:t>
            </a: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;</a:t>
            </a:r>
            <a:b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endParaRPr lang="zh-CN" altLang="en-US" sz="1400" dirty="0">
              <a:latin typeface="Consolas" panose="020B0609020204030204" pitchFamily="49" charset="0"/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5957C43A-BDA6-2553-5511-2548F8C16A52}"/>
              </a:ext>
            </a:extLst>
          </p:cNvPr>
          <p:cNvSpPr txBox="1"/>
          <p:nvPr/>
        </p:nvSpPr>
        <p:spPr>
          <a:xfrm>
            <a:off x="6550267" y="2381385"/>
            <a:ext cx="242172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number = </a:t>
            </a:r>
            <a:r>
              <a:rPr lang="zh-CN" altLang="zh-CN" sz="1400" dirty="0">
                <a:solidFill>
                  <a:srgbClr val="1750EB"/>
                </a:solidFill>
                <a:latin typeface="Consolas" panose="020B0609020204030204" pitchFamily="49" charset="0"/>
                <a:ea typeface="JetBrains Mono"/>
              </a:rPr>
              <a:t>200</a:t>
            </a: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;</a:t>
            </a:r>
            <a:endParaRPr lang="zh-CN" altLang="en-US" sz="1400" dirty="0">
              <a:latin typeface="Consolas" panose="020B0609020204030204" pitchFamily="49" charset="0"/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E3691D5D-DE78-078E-B425-BC6579C4D453}"/>
              </a:ext>
            </a:extLst>
          </p:cNvPr>
          <p:cNvSpPr txBox="1"/>
          <p:nvPr/>
        </p:nvSpPr>
        <p:spPr>
          <a:xfrm>
            <a:off x="6550267" y="1830832"/>
            <a:ext cx="242172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14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int 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number </a:t>
            </a: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= </a:t>
            </a:r>
            <a:r>
              <a:rPr lang="en-US" altLang="zh-CN" sz="1400" dirty="0">
                <a:solidFill>
                  <a:srgbClr val="1750EB"/>
                </a:solidFill>
                <a:latin typeface="Consolas" panose="020B0609020204030204" pitchFamily="49" charset="0"/>
                <a:ea typeface="JetBrains Mono"/>
              </a:rPr>
              <a:t>2</a:t>
            </a:r>
            <a:r>
              <a:rPr lang="zh-CN" altLang="zh-CN" sz="1400" dirty="0">
                <a:solidFill>
                  <a:srgbClr val="1750EB"/>
                </a:solidFill>
                <a:latin typeface="Consolas" panose="020B0609020204030204" pitchFamily="49" charset="0"/>
                <a:ea typeface="JetBrains Mono"/>
              </a:rPr>
              <a:t>00</a:t>
            </a: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;</a:t>
            </a:r>
            <a:b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endParaRPr lang="zh-CN" altLang="en-US" sz="1400" dirty="0">
              <a:latin typeface="Consolas" panose="020B0609020204030204" pitchFamily="49" charset="0"/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47ED5B8B-8D69-7CEA-C79E-3E31C10201FD}"/>
              </a:ext>
            </a:extLst>
          </p:cNvPr>
          <p:cNvSpPr txBox="1"/>
          <p:nvPr/>
        </p:nvSpPr>
        <p:spPr>
          <a:xfrm>
            <a:off x="6567414" y="5443734"/>
            <a:ext cx="487955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System</a:t>
            </a: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.</a:t>
            </a:r>
            <a:r>
              <a:rPr lang="zh-CN" altLang="zh-CN" sz="1400" i="1" dirty="0">
                <a:solidFill>
                  <a:srgbClr val="871094"/>
                </a:solidFill>
                <a:latin typeface="Consolas" panose="020B0609020204030204" pitchFamily="49" charset="0"/>
                <a:ea typeface="JetBrains Mono"/>
              </a:rPr>
              <a:t>out</a:t>
            </a: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.println(</a:t>
            </a:r>
            <a:r>
              <a:rPr lang="zh-CN" altLang="zh-CN" sz="1400" dirty="0">
                <a:solidFill>
                  <a:srgbClr val="067D17"/>
                </a:solidFill>
                <a:latin typeface="Consolas" panose="020B0609020204030204" pitchFamily="49" charset="0"/>
                <a:ea typeface="JetBrains Mono"/>
              </a:rPr>
              <a:t>"</a:t>
            </a:r>
            <a:r>
              <a:rPr lang="zh-CN" altLang="zh-CN" sz="1400" dirty="0">
                <a:solidFill>
                  <a:srgbClr val="067D17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调用</a:t>
            </a:r>
            <a:r>
              <a:rPr lang="zh-CN" altLang="zh-CN" sz="1400" dirty="0">
                <a:solidFill>
                  <a:srgbClr val="067D17"/>
                </a:solidFill>
                <a:latin typeface="Consolas" panose="020B0609020204030204" pitchFamily="49" charset="0"/>
                <a:ea typeface="JetBrains Mono"/>
              </a:rPr>
              <a:t>change</a:t>
            </a:r>
            <a:r>
              <a:rPr lang="zh-CN" altLang="zh-CN" sz="1400" dirty="0">
                <a:solidFill>
                  <a:srgbClr val="067D17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方法后</a:t>
            </a:r>
            <a:r>
              <a:rPr lang="zh-CN" altLang="zh-CN" sz="1400" dirty="0">
                <a:solidFill>
                  <a:srgbClr val="067D17"/>
                </a:solidFill>
                <a:latin typeface="Consolas" panose="020B0609020204030204" pitchFamily="49" charset="0"/>
                <a:ea typeface="JetBrains Mono"/>
              </a:rPr>
              <a:t>:" </a:t>
            </a: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+ 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number</a:t>
            </a: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);</a:t>
            </a:r>
            <a:b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endParaRPr lang="zh-CN" altLang="en-US" sz="1400" dirty="0">
              <a:latin typeface="Consolas" panose="020B0609020204030204" pitchFamily="49" charset="0"/>
            </a:endParaRP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0E57C2C5-AB69-5833-EB50-D5BAC1A41396}"/>
              </a:ext>
            </a:extLst>
          </p:cNvPr>
          <p:cNvSpPr txBox="1"/>
          <p:nvPr/>
        </p:nvSpPr>
        <p:spPr>
          <a:xfrm>
            <a:off x="427702" y="4614252"/>
            <a:ext cx="4417182" cy="646331"/>
          </a:xfrm>
          <a:prstGeom prst="rect">
            <a:avLst/>
          </a:prstGeom>
          <a:solidFill>
            <a:srgbClr val="0C0C0C"/>
          </a:solidFill>
          <a:ln>
            <a:solidFill>
              <a:schemeClr val="tx1">
                <a:lumMod val="85000"/>
                <a:lumOff val="1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chemeClr val="bg1">
                    <a:lumMod val="95000"/>
                  </a:schemeClr>
                </a:solidFill>
                <a:latin typeface="Alibaba PuHuiTi M"/>
              </a:rPr>
              <a:t>调用</a:t>
            </a:r>
            <a:r>
              <a:rPr lang="en-US" altLang="zh-CN" dirty="0">
                <a:solidFill>
                  <a:schemeClr val="bg1">
                    <a:lumMod val="95000"/>
                  </a:schemeClr>
                </a:solidFill>
                <a:latin typeface="Alibaba PuHuiTi M"/>
              </a:rPr>
              <a:t>change</a:t>
            </a:r>
            <a:r>
              <a:rPr lang="zh-CN" altLang="en-US" dirty="0">
                <a:solidFill>
                  <a:schemeClr val="bg1">
                    <a:lumMod val="95000"/>
                  </a:schemeClr>
                </a:solidFill>
                <a:latin typeface="Alibaba PuHuiTi M"/>
              </a:rPr>
              <a:t>方法前</a:t>
            </a:r>
            <a:r>
              <a:rPr lang="en-US" altLang="zh-CN" dirty="0">
                <a:solidFill>
                  <a:schemeClr val="bg1">
                    <a:lumMod val="95000"/>
                  </a:schemeClr>
                </a:solidFill>
                <a:latin typeface="Alibaba PuHuiTi M"/>
              </a:rPr>
              <a:t>:100</a:t>
            </a:r>
          </a:p>
          <a:p>
            <a:r>
              <a:rPr lang="zh-CN" altLang="en-US" dirty="0">
                <a:solidFill>
                  <a:schemeClr val="bg1">
                    <a:lumMod val="95000"/>
                  </a:schemeClr>
                </a:solidFill>
                <a:latin typeface="Alibaba PuHuiTi M"/>
              </a:rPr>
              <a:t>调用</a:t>
            </a:r>
            <a:r>
              <a:rPr lang="en-US" altLang="zh-CN" dirty="0">
                <a:solidFill>
                  <a:schemeClr val="bg1">
                    <a:lumMod val="95000"/>
                  </a:schemeClr>
                </a:solidFill>
                <a:latin typeface="Alibaba PuHuiTi M"/>
              </a:rPr>
              <a:t>change</a:t>
            </a:r>
            <a:r>
              <a:rPr lang="zh-CN" altLang="en-US" dirty="0">
                <a:solidFill>
                  <a:schemeClr val="bg1">
                    <a:lumMod val="95000"/>
                  </a:schemeClr>
                </a:solidFill>
                <a:latin typeface="Alibaba PuHuiTi M"/>
              </a:rPr>
              <a:t>方法后</a:t>
            </a:r>
            <a:r>
              <a:rPr lang="en-US" altLang="zh-CN" dirty="0">
                <a:solidFill>
                  <a:schemeClr val="bg1">
                    <a:lumMod val="95000"/>
                  </a:schemeClr>
                </a:solidFill>
                <a:latin typeface="Alibaba PuHuiTi M"/>
              </a:rPr>
              <a:t>:100</a:t>
            </a: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ED85F0F4-6548-9FA8-F158-C34C605C5F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方法参数传递内存图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xit" presetSubtype="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6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2" presetClass="exit" presetSubtype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70" dur="5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1" dur="5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2" presetClass="exit" presetSubtype="1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74" dur="5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5" dur="5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2" presetClass="exit" presetSubtype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78" dur="5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9" dur="5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2" presetClass="exit" presetSubtype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82" dur="5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3" dur="5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/>
      <p:bldP spid="17" grpId="0"/>
      <p:bldP spid="18" grpId="0" animBg="1"/>
      <p:bldP spid="19" grpId="0"/>
      <p:bldP spid="20" grpId="0" animBg="1"/>
      <p:bldP spid="20" grpId="1" animBg="1"/>
      <p:bldP spid="21" grpId="0" animBg="1"/>
      <p:bldP spid="21" grpId="1" animBg="1"/>
      <p:bldP spid="24" grpId="0"/>
      <p:bldP spid="24" grpId="1"/>
      <p:bldP spid="24" grpId="2"/>
      <p:bldP spid="25" grpId="0"/>
      <p:bldP spid="25" grpId="1"/>
      <p:bldP spid="27" grpId="0"/>
      <p:bldP spid="27" grpId="1"/>
      <p:bldP spid="28" grpId="0"/>
      <p:bldP spid="29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占位符 1">
            <a:extLst>
              <a:ext uri="{FF2B5EF4-FFF2-40B4-BE49-F238E27FC236}">
                <a16:creationId xmlns:a16="http://schemas.microsoft.com/office/drawing/2014/main" id="{0CB639D3-85AA-4E64-7B78-26EF179477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1" y="-25399"/>
            <a:ext cx="7177617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9pPr>
          </a:lstStyle>
          <a:p>
            <a:pPr>
              <a:defRPr/>
            </a:pPr>
            <a:r>
              <a:rPr lang="zh-CN" altLang="en-US" sz="3200" b="1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endParaRPr lang="zh-TW" altLang="zh-CN" sz="3200" b="1" kern="0" dirty="0">
              <a:solidFill>
                <a:schemeClr val="tx1">
                  <a:lumMod val="65000"/>
                  <a:lumOff val="3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E8E7A24-C3A1-757D-F22B-7840FCCE6E17}"/>
              </a:ext>
            </a:extLst>
          </p:cNvPr>
          <p:cNvSpPr txBox="1"/>
          <p:nvPr/>
        </p:nvSpPr>
        <p:spPr>
          <a:xfrm>
            <a:off x="1121834" y="1509185"/>
            <a:ext cx="4686300" cy="58105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zh-CN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386A0FB-10DF-70B3-C2ED-99695CFA261A}"/>
              </a:ext>
            </a:extLst>
          </p:cNvPr>
          <p:cNvSpPr txBox="1"/>
          <p:nvPr/>
        </p:nvSpPr>
        <p:spPr>
          <a:xfrm>
            <a:off x="312373" y="1232887"/>
            <a:ext cx="5783627" cy="2893100"/>
          </a:xfrm>
          <a:prstGeom prst="rect">
            <a:avLst/>
          </a:prstGeom>
          <a:solidFill>
            <a:srgbClr val="FFFFE4"/>
          </a:solidFill>
          <a:ln w="127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JetBrains Mono"/>
              </a:rPr>
              <a:t>public class 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JetBrains Mono"/>
              </a:rPr>
              <a:t>ArgsTest1 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{</a:t>
            </a:r>
            <a:b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    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JetBrains Mono"/>
              </a:rPr>
              <a:t>public static void 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0627A"/>
                </a:solidFill>
                <a:effectLst/>
                <a:latin typeface="Consolas" panose="020B0609020204030204" pitchFamily="49" charset="0"/>
                <a:ea typeface="JetBrains Mono"/>
              </a:rPr>
              <a:t>main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(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JetBrains Mono"/>
              </a:rPr>
              <a:t>String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[] args) {</a:t>
            </a:r>
            <a:b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        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JetBrains Mono"/>
              </a:rPr>
              <a:t>int 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number = 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Consolas" panose="020B0609020204030204" pitchFamily="49" charset="0"/>
                <a:ea typeface="JetBrains Mono"/>
              </a:rPr>
              <a:t>100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;</a:t>
            </a:r>
            <a:b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        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JetBrains Mono"/>
              </a:rPr>
              <a:t>System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.</a:t>
            </a:r>
            <a:r>
              <a:rPr kumimoji="0" lang="zh-CN" altLang="zh-CN" sz="1400" b="0" i="1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Consolas" panose="020B0609020204030204" pitchFamily="49" charset="0"/>
                <a:ea typeface="JetBrains Mono"/>
              </a:rPr>
              <a:t>out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.println(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  <a:ea typeface="JetBrains Mono"/>
              </a:rPr>
              <a:t>"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</a:rPr>
              <a:t>调用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  <a:ea typeface="JetBrains Mono"/>
              </a:rPr>
              <a:t>change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</a:rPr>
              <a:t>方法前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  <a:ea typeface="JetBrains Mono"/>
              </a:rPr>
              <a:t>:" 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+ number);</a:t>
            </a:r>
            <a:b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        number = </a:t>
            </a:r>
            <a:r>
              <a:rPr kumimoji="0" lang="zh-CN" altLang="zh-CN" sz="1400" b="0" i="1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change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(number);</a:t>
            </a:r>
            <a:b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        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JetBrains Mono"/>
              </a:rPr>
              <a:t>System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.</a:t>
            </a:r>
            <a:r>
              <a:rPr kumimoji="0" lang="zh-CN" altLang="zh-CN" sz="1400" b="0" i="1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Consolas" panose="020B0609020204030204" pitchFamily="49" charset="0"/>
                <a:ea typeface="JetBrains Mono"/>
              </a:rPr>
              <a:t>out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.println(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  <a:ea typeface="JetBrains Mono"/>
              </a:rPr>
              <a:t>"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</a:rPr>
              <a:t>调用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  <a:ea typeface="JetBrains Mono"/>
              </a:rPr>
              <a:t>change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</a:rPr>
              <a:t>方法后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  <a:ea typeface="JetBrains Mono"/>
              </a:rPr>
              <a:t>:" 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+ number);</a:t>
            </a:r>
            <a:b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    }</a:t>
            </a:r>
            <a:b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b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    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JetBrains Mono"/>
              </a:rPr>
              <a:t>public static int 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0627A"/>
                </a:solidFill>
                <a:effectLst/>
                <a:latin typeface="Consolas" panose="020B0609020204030204" pitchFamily="49" charset="0"/>
                <a:ea typeface="JetBrains Mono"/>
              </a:rPr>
              <a:t>change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(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JetBrains Mono"/>
              </a:rPr>
              <a:t>int 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number) {</a:t>
            </a:r>
            <a:b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        number = 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Consolas" panose="020B0609020204030204" pitchFamily="49" charset="0"/>
                <a:ea typeface="JetBrains Mono"/>
              </a:rPr>
              <a:t>200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;</a:t>
            </a:r>
            <a:b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        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JetBrains Mono"/>
              </a:rPr>
              <a:t>return 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number;</a:t>
            </a:r>
            <a:b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    }</a:t>
            </a:r>
            <a:b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}</a:t>
            </a:r>
            <a:endParaRPr kumimoji="0" lang="zh-CN" altLang="zh-CN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</a:endParaRPr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F349288A-68BF-BD6C-09F8-C9CF8D484B0D}"/>
              </a:ext>
            </a:extLst>
          </p:cNvPr>
          <p:cNvGrpSpPr>
            <a:grpSpLocks/>
          </p:cNvGrpSpPr>
          <p:nvPr/>
        </p:nvGrpSpPr>
        <p:grpSpPr bwMode="auto">
          <a:xfrm>
            <a:off x="6312310" y="1054101"/>
            <a:ext cx="5171767" cy="5453048"/>
            <a:chOff x="4441895" y="1347668"/>
            <a:chExt cx="1771200" cy="3600177"/>
          </a:xfrm>
        </p:grpSpPr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545F6397-9BC8-0370-446A-412141DC2CBC}"/>
                </a:ext>
              </a:extLst>
            </p:cNvPr>
            <p:cNvSpPr/>
            <p:nvPr/>
          </p:nvSpPr>
          <p:spPr bwMode="auto">
            <a:xfrm>
              <a:off x="4472076" y="1350843"/>
              <a:ext cx="1728310" cy="3597002"/>
            </a:xfrm>
            <a:prstGeom prst="rect">
              <a:avLst/>
            </a:prstGeom>
            <a:solidFill>
              <a:srgbClr val="FD0000">
                <a:alpha val="10000"/>
              </a:srgbClr>
            </a:solidFill>
            <a:ln w="38100">
              <a:noFill/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sz="2400">
                <a:latin typeface="思源黑体 CN Bold" panose="020B0800000000000000" pitchFamily="34" charset="-122"/>
                <a:ea typeface="思源黑体 CN Bold" panose="020B0800000000000000" pitchFamily="34" charset="-122"/>
              </a:endParaRPr>
            </a:p>
          </p:txBody>
        </p:sp>
        <p:sp>
          <p:nvSpPr>
            <p:cNvPr id="9" name="TextBox 2">
              <a:extLst>
                <a:ext uri="{FF2B5EF4-FFF2-40B4-BE49-F238E27FC236}">
                  <a16:creationId xmlns:a16="http://schemas.microsoft.com/office/drawing/2014/main" id="{C8C639B5-CF51-38D0-2A16-F82C15431CC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68464" y="4457474"/>
              <a:ext cx="935038" cy="4410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150000"/>
                </a:lnSpc>
              </a:pPr>
              <a:r>
                <a:rPr lang="zh-CN" altLang="en-US" sz="2400" b="1" dirty="0">
                  <a:solidFill>
                    <a:schemeClr val="accent2"/>
                  </a:solidFill>
                  <a:latin typeface="思源黑体 CN Bold" panose="020B0800000000000000" pitchFamily="34" charset="-122"/>
                  <a:ea typeface="思源黑体 CN Bold" panose="020B0800000000000000" pitchFamily="34" charset="-122"/>
                </a:rPr>
                <a:t>栈内存</a:t>
              </a:r>
              <a:endParaRPr lang="en-US" altLang="zh-CN" sz="2400" b="1" dirty="0">
                <a:solidFill>
                  <a:schemeClr val="accent2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endParaRPr>
            </a:p>
          </p:txBody>
        </p:sp>
        <p:cxnSp>
          <p:nvCxnSpPr>
            <p:cNvPr id="11" name="直接连接符 10">
              <a:extLst>
                <a:ext uri="{FF2B5EF4-FFF2-40B4-BE49-F238E27FC236}">
                  <a16:creationId xmlns:a16="http://schemas.microsoft.com/office/drawing/2014/main" id="{12AE03CB-2455-9FBE-93C1-BEDB5640188A}"/>
                </a:ext>
              </a:extLst>
            </p:cNvPr>
            <p:cNvCxnSpPr/>
            <p:nvPr/>
          </p:nvCxnSpPr>
          <p:spPr>
            <a:xfrm>
              <a:off x="4448249" y="1347668"/>
              <a:ext cx="11119" cy="3597002"/>
            </a:xfrm>
            <a:prstGeom prst="line">
              <a:avLst/>
            </a:prstGeom>
            <a:ln w="381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直接连接符 11">
              <a:extLst>
                <a:ext uri="{FF2B5EF4-FFF2-40B4-BE49-F238E27FC236}">
                  <a16:creationId xmlns:a16="http://schemas.microsoft.com/office/drawing/2014/main" id="{FA5253D6-DC1E-1E63-879A-AC7E28452D4D}"/>
                </a:ext>
              </a:extLst>
            </p:cNvPr>
            <p:cNvCxnSpPr/>
            <p:nvPr/>
          </p:nvCxnSpPr>
          <p:spPr>
            <a:xfrm>
              <a:off x="6184502" y="1350843"/>
              <a:ext cx="11120" cy="3597002"/>
            </a:xfrm>
            <a:prstGeom prst="line">
              <a:avLst/>
            </a:prstGeom>
            <a:ln w="381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接连接符 12">
              <a:extLst>
                <a:ext uri="{FF2B5EF4-FFF2-40B4-BE49-F238E27FC236}">
                  <a16:creationId xmlns:a16="http://schemas.microsoft.com/office/drawing/2014/main" id="{75D0C688-FC23-171E-13D1-953159A898DA}"/>
                </a:ext>
              </a:extLst>
            </p:cNvPr>
            <p:cNvCxnSpPr/>
            <p:nvPr/>
          </p:nvCxnSpPr>
          <p:spPr>
            <a:xfrm flipH="1">
              <a:off x="4441895" y="4944670"/>
              <a:ext cx="1771200" cy="0"/>
            </a:xfrm>
            <a:prstGeom prst="line">
              <a:avLst/>
            </a:prstGeom>
            <a:ln w="381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" name="TextBox 3">
            <a:extLst>
              <a:ext uri="{FF2B5EF4-FFF2-40B4-BE49-F238E27FC236}">
                <a16:creationId xmlns:a16="http://schemas.microsoft.com/office/drawing/2014/main" id="{3CBEF8AD-0EB6-0161-3D2F-7D209B1A4F83}"/>
              </a:ext>
            </a:extLst>
          </p:cNvPr>
          <p:cNvSpPr txBox="1"/>
          <p:nvPr/>
        </p:nvSpPr>
        <p:spPr>
          <a:xfrm>
            <a:off x="6483925" y="3731106"/>
            <a:ext cx="4879554" cy="2339102"/>
          </a:xfrm>
          <a:prstGeom prst="rect">
            <a:avLst/>
          </a:prstGeom>
          <a:solidFill>
            <a:srgbClr val="FFFFE4"/>
          </a:solidFill>
          <a:ln w="12700">
            <a:solidFill>
              <a:schemeClr val="tx1">
                <a:lumMod val="85000"/>
                <a:lumOff val="15000"/>
              </a:schemeClr>
            </a:solidFill>
          </a:ln>
        </p:spPr>
        <p:txBody>
          <a:bodyPr wrap="square">
            <a:spAutoFit/>
          </a:bodyPr>
          <a:lstStyle/>
          <a:p>
            <a:pPr>
              <a:tabLst>
                <a:tab pos="775527" algn="l"/>
                <a:tab pos="1551055" algn="l"/>
                <a:tab pos="2326582" algn="l"/>
                <a:tab pos="3102109" algn="l"/>
                <a:tab pos="3877636" algn="l"/>
                <a:tab pos="4653164" algn="l"/>
                <a:tab pos="5428691" algn="l"/>
                <a:tab pos="6204218" algn="l"/>
                <a:tab pos="6979746" algn="l"/>
                <a:tab pos="7755273" algn="l"/>
                <a:tab pos="8530800" algn="l"/>
                <a:tab pos="9306327" algn="l"/>
                <a:tab pos="10081855" algn="l"/>
                <a:tab pos="10857382" algn="l"/>
                <a:tab pos="11632909" algn="l"/>
                <a:tab pos="12408436" algn="l"/>
              </a:tabLst>
              <a:defRPr/>
            </a:pPr>
            <a:r>
              <a:rPr lang="en-US" altLang="zh-CN" sz="1400" kern="1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main</a:t>
            </a:r>
            <a:endParaRPr lang="en-US" altLang="zh-CN" sz="1200" kern="100" dirty="0">
              <a:solidFill>
                <a:schemeClr val="tx1">
                  <a:lumMod val="85000"/>
                  <a:lumOff val="15000"/>
                </a:schemeClr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>
              <a:tabLst>
                <a:tab pos="775527" algn="l"/>
                <a:tab pos="1551055" algn="l"/>
                <a:tab pos="2326582" algn="l"/>
                <a:tab pos="3102109" algn="l"/>
                <a:tab pos="3877636" algn="l"/>
                <a:tab pos="4653164" algn="l"/>
                <a:tab pos="5428691" algn="l"/>
                <a:tab pos="6204218" algn="l"/>
                <a:tab pos="6979746" algn="l"/>
                <a:tab pos="7755273" algn="l"/>
                <a:tab pos="8530800" algn="l"/>
                <a:tab pos="9306327" algn="l"/>
                <a:tab pos="10081855" algn="l"/>
                <a:tab pos="10857382" algn="l"/>
                <a:tab pos="11632909" algn="l"/>
                <a:tab pos="12408436" algn="l"/>
              </a:tabLst>
              <a:defRPr/>
            </a:pPr>
            <a:endParaRPr lang="en-US" altLang="zh-CN" sz="1200" kern="100" dirty="0">
              <a:solidFill>
                <a:schemeClr val="tx1">
                  <a:lumMod val="85000"/>
                  <a:lumOff val="15000"/>
                </a:schemeClr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>
              <a:tabLst>
                <a:tab pos="775527" algn="l"/>
                <a:tab pos="1551055" algn="l"/>
                <a:tab pos="2326582" algn="l"/>
                <a:tab pos="3102109" algn="l"/>
                <a:tab pos="3877636" algn="l"/>
                <a:tab pos="4653164" algn="l"/>
                <a:tab pos="5428691" algn="l"/>
                <a:tab pos="6204218" algn="l"/>
                <a:tab pos="6979746" algn="l"/>
                <a:tab pos="7755273" algn="l"/>
                <a:tab pos="8530800" algn="l"/>
                <a:tab pos="9306327" algn="l"/>
                <a:tab pos="10081855" algn="l"/>
                <a:tab pos="10857382" algn="l"/>
                <a:tab pos="11632909" algn="l"/>
                <a:tab pos="12408436" algn="l"/>
              </a:tabLst>
              <a:defRPr/>
            </a:pPr>
            <a:endParaRPr lang="en-US" altLang="zh-CN" sz="1200" kern="100" dirty="0">
              <a:solidFill>
                <a:schemeClr val="tx1">
                  <a:lumMod val="85000"/>
                  <a:lumOff val="15000"/>
                </a:schemeClr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>
              <a:tabLst>
                <a:tab pos="775527" algn="l"/>
                <a:tab pos="1551055" algn="l"/>
                <a:tab pos="2326582" algn="l"/>
                <a:tab pos="3102109" algn="l"/>
                <a:tab pos="3877636" algn="l"/>
                <a:tab pos="4653164" algn="l"/>
                <a:tab pos="5428691" algn="l"/>
                <a:tab pos="6204218" algn="l"/>
                <a:tab pos="6979746" algn="l"/>
                <a:tab pos="7755273" algn="l"/>
                <a:tab pos="8530800" algn="l"/>
                <a:tab pos="9306327" algn="l"/>
                <a:tab pos="10081855" algn="l"/>
                <a:tab pos="10857382" algn="l"/>
                <a:tab pos="11632909" algn="l"/>
                <a:tab pos="12408436" algn="l"/>
              </a:tabLst>
              <a:defRPr/>
            </a:pPr>
            <a:endParaRPr lang="en-US" altLang="zh-CN" sz="1200" kern="100" dirty="0">
              <a:solidFill>
                <a:schemeClr val="tx1">
                  <a:lumMod val="85000"/>
                  <a:lumOff val="15000"/>
                </a:schemeClr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>
              <a:tabLst>
                <a:tab pos="775527" algn="l"/>
                <a:tab pos="1551055" algn="l"/>
                <a:tab pos="2326582" algn="l"/>
                <a:tab pos="3102109" algn="l"/>
                <a:tab pos="3877636" algn="l"/>
                <a:tab pos="4653164" algn="l"/>
                <a:tab pos="5428691" algn="l"/>
                <a:tab pos="6204218" algn="l"/>
                <a:tab pos="6979746" algn="l"/>
                <a:tab pos="7755273" algn="l"/>
                <a:tab pos="8530800" algn="l"/>
                <a:tab pos="9306327" algn="l"/>
                <a:tab pos="10081855" algn="l"/>
                <a:tab pos="10857382" algn="l"/>
                <a:tab pos="11632909" algn="l"/>
                <a:tab pos="12408436" algn="l"/>
              </a:tabLst>
              <a:defRPr/>
            </a:pPr>
            <a:endParaRPr lang="en-US" altLang="zh-CN" sz="1200" kern="100" dirty="0">
              <a:solidFill>
                <a:schemeClr val="tx1">
                  <a:lumMod val="85000"/>
                  <a:lumOff val="15000"/>
                </a:schemeClr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>
              <a:tabLst>
                <a:tab pos="775527" algn="l"/>
                <a:tab pos="1551055" algn="l"/>
                <a:tab pos="2326582" algn="l"/>
                <a:tab pos="3102109" algn="l"/>
                <a:tab pos="3877636" algn="l"/>
                <a:tab pos="4653164" algn="l"/>
                <a:tab pos="5428691" algn="l"/>
                <a:tab pos="6204218" algn="l"/>
                <a:tab pos="6979746" algn="l"/>
                <a:tab pos="7755273" algn="l"/>
                <a:tab pos="8530800" algn="l"/>
                <a:tab pos="9306327" algn="l"/>
                <a:tab pos="10081855" algn="l"/>
                <a:tab pos="10857382" algn="l"/>
                <a:tab pos="11632909" algn="l"/>
                <a:tab pos="12408436" algn="l"/>
              </a:tabLst>
              <a:defRPr/>
            </a:pPr>
            <a:endParaRPr lang="en-US" altLang="zh-CN" sz="1200" kern="100" dirty="0">
              <a:solidFill>
                <a:schemeClr val="tx1">
                  <a:lumMod val="85000"/>
                  <a:lumOff val="15000"/>
                </a:schemeClr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>
              <a:tabLst>
                <a:tab pos="775527" algn="l"/>
                <a:tab pos="1551055" algn="l"/>
                <a:tab pos="2326582" algn="l"/>
                <a:tab pos="3102109" algn="l"/>
                <a:tab pos="3877636" algn="l"/>
                <a:tab pos="4653164" algn="l"/>
                <a:tab pos="5428691" algn="l"/>
                <a:tab pos="6204218" algn="l"/>
                <a:tab pos="6979746" algn="l"/>
                <a:tab pos="7755273" algn="l"/>
                <a:tab pos="8530800" algn="l"/>
                <a:tab pos="9306327" algn="l"/>
                <a:tab pos="10081855" algn="l"/>
                <a:tab pos="10857382" algn="l"/>
                <a:tab pos="11632909" algn="l"/>
                <a:tab pos="12408436" algn="l"/>
              </a:tabLst>
              <a:defRPr/>
            </a:pPr>
            <a:endParaRPr lang="en-US" altLang="zh-CN" sz="1200" kern="100" dirty="0">
              <a:solidFill>
                <a:schemeClr val="tx1">
                  <a:lumMod val="85000"/>
                  <a:lumOff val="15000"/>
                </a:schemeClr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>
              <a:tabLst>
                <a:tab pos="775527" algn="l"/>
                <a:tab pos="1551055" algn="l"/>
                <a:tab pos="2326582" algn="l"/>
                <a:tab pos="3102109" algn="l"/>
                <a:tab pos="3877636" algn="l"/>
                <a:tab pos="4653164" algn="l"/>
                <a:tab pos="5428691" algn="l"/>
                <a:tab pos="6204218" algn="l"/>
                <a:tab pos="6979746" algn="l"/>
                <a:tab pos="7755273" algn="l"/>
                <a:tab pos="8530800" algn="l"/>
                <a:tab pos="9306327" algn="l"/>
                <a:tab pos="10081855" algn="l"/>
                <a:tab pos="10857382" algn="l"/>
                <a:tab pos="11632909" algn="l"/>
                <a:tab pos="12408436" algn="l"/>
              </a:tabLst>
              <a:defRPr/>
            </a:pPr>
            <a:endParaRPr lang="en-US" altLang="zh-CN" sz="1200" kern="100" dirty="0">
              <a:solidFill>
                <a:schemeClr val="tx1">
                  <a:lumMod val="85000"/>
                  <a:lumOff val="15000"/>
                </a:schemeClr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>
              <a:tabLst>
                <a:tab pos="775527" algn="l"/>
                <a:tab pos="1551055" algn="l"/>
                <a:tab pos="2326582" algn="l"/>
                <a:tab pos="3102109" algn="l"/>
                <a:tab pos="3877636" algn="l"/>
                <a:tab pos="4653164" algn="l"/>
                <a:tab pos="5428691" algn="l"/>
                <a:tab pos="6204218" algn="l"/>
                <a:tab pos="6979746" algn="l"/>
                <a:tab pos="7755273" algn="l"/>
                <a:tab pos="8530800" algn="l"/>
                <a:tab pos="9306327" algn="l"/>
                <a:tab pos="10081855" algn="l"/>
                <a:tab pos="10857382" algn="l"/>
                <a:tab pos="11632909" algn="l"/>
                <a:tab pos="12408436" algn="l"/>
              </a:tabLst>
              <a:defRPr/>
            </a:pPr>
            <a:endParaRPr lang="en-US" altLang="zh-CN" sz="1200" kern="100" dirty="0">
              <a:solidFill>
                <a:schemeClr val="tx1">
                  <a:lumMod val="85000"/>
                  <a:lumOff val="15000"/>
                </a:schemeClr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>
              <a:tabLst>
                <a:tab pos="775527" algn="l"/>
                <a:tab pos="1551055" algn="l"/>
                <a:tab pos="2326582" algn="l"/>
                <a:tab pos="3102109" algn="l"/>
                <a:tab pos="3877636" algn="l"/>
                <a:tab pos="4653164" algn="l"/>
                <a:tab pos="5428691" algn="l"/>
                <a:tab pos="6204218" algn="l"/>
                <a:tab pos="6979746" algn="l"/>
                <a:tab pos="7755273" algn="l"/>
                <a:tab pos="8530800" algn="l"/>
                <a:tab pos="9306327" algn="l"/>
                <a:tab pos="10081855" algn="l"/>
                <a:tab pos="10857382" algn="l"/>
                <a:tab pos="11632909" algn="l"/>
                <a:tab pos="12408436" algn="l"/>
              </a:tabLst>
              <a:defRPr/>
            </a:pPr>
            <a:endParaRPr lang="en-US" altLang="zh-CN" sz="1200" kern="100" dirty="0">
              <a:solidFill>
                <a:schemeClr val="tx1">
                  <a:lumMod val="85000"/>
                  <a:lumOff val="15000"/>
                </a:schemeClr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>
              <a:tabLst>
                <a:tab pos="775527" algn="l"/>
                <a:tab pos="1551055" algn="l"/>
                <a:tab pos="2326582" algn="l"/>
                <a:tab pos="3102109" algn="l"/>
                <a:tab pos="3877636" algn="l"/>
                <a:tab pos="4653164" algn="l"/>
                <a:tab pos="5428691" algn="l"/>
                <a:tab pos="6204218" algn="l"/>
                <a:tab pos="6979746" algn="l"/>
                <a:tab pos="7755273" algn="l"/>
                <a:tab pos="8530800" algn="l"/>
                <a:tab pos="9306327" algn="l"/>
                <a:tab pos="10081855" algn="l"/>
                <a:tab pos="10857382" algn="l"/>
                <a:tab pos="11632909" algn="l"/>
                <a:tab pos="12408436" algn="l"/>
              </a:tabLst>
              <a:defRPr/>
            </a:pPr>
            <a:endParaRPr lang="en-US" altLang="zh-CN" sz="1200" kern="100" dirty="0">
              <a:solidFill>
                <a:schemeClr val="tx1">
                  <a:lumMod val="85000"/>
                  <a:lumOff val="15000"/>
                </a:schemeClr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>
              <a:tabLst>
                <a:tab pos="775527" algn="l"/>
                <a:tab pos="1551055" algn="l"/>
                <a:tab pos="2326582" algn="l"/>
                <a:tab pos="3102109" algn="l"/>
                <a:tab pos="3877636" algn="l"/>
                <a:tab pos="4653164" algn="l"/>
                <a:tab pos="5428691" algn="l"/>
                <a:tab pos="6204218" algn="l"/>
                <a:tab pos="6979746" algn="l"/>
                <a:tab pos="7755273" algn="l"/>
                <a:tab pos="8530800" algn="l"/>
                <a:tab pos="9306327" algn="l"/>
                <a:tab pos="10081855" algn="l"/>
                <a:tab pos="10857382" algn="l"/>
                <a:tab pos="11632909" algn="l"/>
                <a:tab pos="12408436" algn="l"/>
              </a:tabLst>
              <a:defRPr/>
            </a:pPr>
            <a:endParaRPr lang="en-US" altLang="zh-CN" sz="1200" kern="100" dirty="0">
              <a:solidFill>
                <a:schemeClr val="tx1">
                  <a:lumMod val="85000"/>
                  <a:lumOff val="15000"/>
                </a:schemeClr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0DC1E838-B897-DB3A-E33E-01AA19264D74}"/>
              </a:ext>
            </a:extLst>
          </p:cNvPr>
          <p:cNvSpPr/>
          <p:nvPr/>
        </p:nvSpPr>
        <p:spPr>
          <a:xfrm>
            <a:off x="6537269" y="4084710"/>
            <a:ext cx="4663384" cy="436959"/>
          </a:xfrm>
          <a:prstGeom prst="round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725FBE8-5F76-1975-A91F-9350880C9C94}"/>
              </a:ext>
            </a:extLst>
          </p:cNvPr>
          <p:cNvSpPr txBox="1"/>
          <p:nvPr/>
        </p:nvSpPr>
        <p:spPr>
          <a:xfrm>
            <a:off x="6537269" y="4151980"/>
            <a:ext cx="242172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14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int 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number </a:t>
            </a: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= </a:t>
            </a:r>
            <a:r>
              <a:rPr lang="zh-CN" altLang="zh-CN" sz="1400" dirty="0">
                <a:solidFill>
                  <a:srgbClr val="1750EB"/>
                </a:solidFill>
                <a:latin typeface="Consolas" panose="020B0609020204030204" pitchFamily="49" charset="0"/>
                <a:ea typeface="JetBrains Mono"/>
              </a:rPr>
              <a:t>100</a:t>
            </a: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;</a:t>
            </a:r>
            <a:b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endParaRPr lang="zh-CN" altLang="en-US" sz="1400" dirty="0">
              <a:latin typeface="Consolas" panose="020B0609020204030204" pitchFamily="49" charset="0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90ED97BA-486A-F807-F1D4-3F3169ABC551}"/>
              </a:ext>
            </a:extLst>
          </p:cNvPr>
          <p:cNvSpPr txBox="1"/>
          <p:nvPr/>
        </p:nvSpPr>
        <p:spPr>
          <a:xfrm>
            <a:off x="6537269" y="4656347"/>
            <a:ext cx="487955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System</a:t>
            </a: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.</a:t>
            </a:r>
            <a:r>
              <a:rPr lang="zh-CN" altLang="zh-CN" sz="1400" i="1" dirty="0">
                <a:solidFill>
                  <a:srgbClr val="871094"/>
                </a:solidFill>
                <a:latin typeface="Consolas" panose="020B0609020204030204" pitchFamily="49" charset="0"/>
                <a:ea typeface="JetBrains Mono"/>
              </a:rPr>
              <a:t>out</a:t>
            </a: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.println(</a:t>
            </a:r>
            <a:r>
              <a:rPr lang="zh-CN" altLang="zh-CN" sz="1400" dirty="0">
                <a:solidFill>
                  <a:srgbClr val="067D17"/>
                </a:solidFill>
                <a:latin typeface="Consolas" panose="020B0609020204030204" pitchFamily="49" charset="0"/>
                <a:ea typeface="JetBrains Mono"/>
              </a:rPr>
              <a:t>"</a:t>
            </a:r>
            <a:r>
              <a:rPr lang="zh-CN" altLang="zh-CN" sz="1400" dirty="0">
                <a:solidFill>
                  <a:srgbClr val="067D17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调用</a:t>
            </a:r>
            <a:r>
              <a:rPr lang="zh-CN" altLang="zh-CN" sz="1400" dirty="0">
                <a:solidFill>
                  <a:srgbClr val="067D17"/>
                </a:solidFill>
                <a:latin typeface="Consolas" panose="020B0609020204030204" pitchFamily="49" charset="0"/>
                <a:ea typeface="JetBrains Mono"/>
              </a:rPr>
              <a:t>change</a:t>
            </a:r>
            <a:r>
              <a:rPr lang="zh-CN" altLang="zh-CN" sz="1400" dirty="0">
                <a:solidFill>
                  <a:srgbClr val="067D17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方法前</a:t>
            </a:r>
            <a:r>
              <a:rPr lang="zh-CN" altLang="zh-CN" sz="1400" dirty="0">
                <a:solidFill>
                  <a:srgbClr val="067D17"/>
                </a:solidFill>
                <a:latin typeface="Consolas" panose="020B0609020204030204" pitchFamily="49" charset="0"/>
                <a:ea typeface="JetBrains Mono"/>
              </a:rPr>
              <a:t>:" </a:t>
            </a: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+ 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number</a:t>
            </a: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);</a:t>
            </a:r>
            <a:b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endParaRPr lang="zh-CN" altLang="en-US" sz="1400" dirty="0">
              <a:latin typeface="Consolas" panose="020B0609020204030204" pitchFamily="49" charset="0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2E6B99FB-EAE1-1946-5584-4972608F7393}"/>
              </a:ext>
            </a:extLst>
          </p:cNvPr>
          <p:cNvSpPr txBox="1"/>
          <p:nvPr/>
        </p:nvSpPr>
        <p:spPr>
          <a:xfrm>
            <a:off x="427702" y="4614252"/>
            <a:ext cx="4417182" cy="369332"/>
          </a:xfrm>
          <a:prstGeom prst="rect">
            <a:avLst/>
          </a:prstGeom>
          <a:solidFill>
            <a:srgbClr val="0C0C0C"/>
          </a:solidFill>
          <a:ln>
            <a:solidFill>
              <a:schemeClr val="tx1">
                <a:lumMod val="85000"/>
                <a:lumOff val="1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chemeClr val="bg1">
                    <a:lumMod val="95000"/>
                  </a:schemeClr>
                </a:solidFill>
                <a:latin typeface="Alibaba PuHuiTi M"/>
              </a:rPr>
              <a:t>调用</a:t>
            </a:r>
            <a:r>
              <a:rPr lang="en-US" altLang="zh-CN" dirty="0">
                <a:solidFill>
                  <a:schemeClr val="bg1">
                    <a:lumMod val="95000"/>
                  </a:schemeClr>
                </a:solidFill>
                <a:latin typeface="Alibaba PuHuiTi M"/>
              </a:rPr>
              <a:t>change</a:t>
            </a:r>
            <a:r>
              <a:rPr lang="zh-CN" altLang="en-US" dirty="0">
                <a:solidFill>
                  <a:schemeClr val="bg1">
                    <a:lumMod val="95000"/>
                  </a:schemeClr>
                </a:solidFill>
                <a:latin typeface="Alibaba PuHuiTi M"/>
              </a:rPr>
              <a:t>方法前</a:t>
            </a:r>
            <a:r>
              <a:rPr lang="en-US" altLang="zh-CN" dirty="0">
                <a:solidFill>
                  <a:schemeClr val="bg1">
                    <a:lumMod val="95000"/>
                  </a:schemeClr>
                </a:solidFill>
                <a:latin typeface="Alibaba PuHuiTi M"/>
              </a:rPr>
              <a:t>:100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4DF35D5A-7C88-DF86-71EE-0AFDDFA5156A}"/>
              </a:ext>
            </a:extLst>
          </p:cNvPr>
          <p:cNvSpPr txBox="1"/>
          <p:nvPr/>
        </p:nvSpPr>
        <p:spPr>
          <a:xfrm>
            <a:off x="6537269" y="5039883"/>
            <a:ext cx="242172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1400" i="1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change</a:t>
            </a: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(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number</a:t>
            </a: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);</a:t>
            </a:r>
            <a:endParaRPr lang="zh-CN" altLang="en-US" sz="1400" dirty="0">
              <a:latin typeface="Consolas" panose="020B0609020204030204" pitchFamily="49" charset="0"/>
            </a:endParaRPr>
          </a:p>
        </p:txBody>
      </p:sp>
      <p:sp>
        <p:nvSpPr>
          <p:cNvPr id="20" name="TextBox 3">
            <a:extLst>
              <a:ext uri="{FF2B5EF4-FFF2-40B4-BE49-F238E27FC236}">
                <a16:creationId xmlns:a16="http://schemas.microsoft.com/office/drawing/2014/main" id="{345BEA5F-5CF4-E55F-037A-30193A738FA7}"/>
              </a:ext>
            </a:extLst>
          </p:cNvPr>
          <p:cNvSpPr txBox="1"/>
          <p:nvPr/>
        </p:nvSpPr>
        <p:spPr>
          <a:xfrm>
            <a:off x="6476971" y="1303282"/>
            <a:ext cx="4823825" cy="2031325"/>
          </a:xfrm>
          <a:prstGeom prst="rect">
            <a:avLst/>
          </a:prstGeom>
          <a:solidFill>
            <a:srgbClr val="FFFFE4"/>
          </a:solidFill>
          <a:ln w="12700">
            <a:solidFill>
              <a:schemeClr val="tx1">
                <a:lumMod val="85000"/>
                <a:lumOff val="15000"/>
              </a:schemeClr>
            </a:solidFill>
          </a:ln>
        </p:spPr>
        <p:txBody>
          <a:bodyPr wrap="square">
            <a:spAutoFit/>
          </a:bodyPr>
          <a:lstStyle/>
          <a:p>
            <a:pPr>
              <a:tabLst>
                <a:tab pos="775527" algn="l"/>
                <a:tab pos="1551055" algn="l"/>
                <a:tab pos="2326582" algn="l"/>
                <a:tab pos="3102109" algn="l"/>
                <a:tab pos="3877636" algn="l"/>
                <a:tab pos="4653164" algn="l"/>
                <a:tab pos="5428691" algn="l"/>
                <a:tab pos="6204218" algn="l"/>
                <a:tab pos="6979746" algn="l"/>
                <a:tab pos="7755273" algn="l"/>
                <a:tab pos="8530800" algn="l"/>
                <a:tab pos="9306327" algn="l"/>
                <a:tab pos="10081855" algn="l"/>
                <a:tab pos="10857382" algn="l"/>
                <a:tab pos="11632909" algn="l"/>
                <a:tab pos="12408436" algn="l"/>
              </a:tabLst>
              <a:defRPr/>
            </a:pPr>
            <a:r>
              <a:rPr lang="en-US" altLang="zh-CN" sz="1400" kern="1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change</a:t>
            </a:r>
          </a:p>
          <a:p>
            <a:pPr>
              <a:tabLst>
                <a:tab pos="775527" algn="l"/>
                <a:tab pos="1551055" algn="l"/>
                <a:tab pos="2326582" algn="l"/>
                <a:tab pos="3102109" algn="l"/>
                <a:tab pos="3877636" algn="l"/>
                <a:tab pos="4653164" algn="l"/>
                <a:tab pos="5428691" algn="l"/>
                <a:tab pos="6204218" algn="l"/>
                <a:tab pos="6979746" algn="l"/>
                <a:tab pos="7755273" algn="l"/>
                <a:tab pos="8530800" algn="l"/>
                <a:tab pos="9306327" algn="l"/>
                <a:tab pos="10081855" algn="l"/>
                <a:tab pos="10857382" algn="l"/>
                <a:tab pos="11632909" algn="l"/>
                <a:tab pos="12408436" algn="l"/>
              </a:tabLst>
              <a:defRPr/>
            </a:pPr>
            <a:endParaRPr lang="en-US" altLang="zh-CN" sz="1400" kern="100" dirty="0">
              <a:solidFill>
                <a:schemeClr val="tx1">
                  <a:lumMod val="85000"/>
                  <a:lumOff val="15000"/>
                </a:schemeClr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>
              <a:tabLst>
                <a:tab pos="775527" algn="l"/>
                <a:tab pos="1551055" algn="l"/>
                <a:tab pos="2326582" algn="l"/>
                <a:tab pos="3102109" algn="l"/>
                <a:tab pos="3877636" algn="l"/>
                <a:tab pos="4653164" algn="l"/>
                <a:tab pos="5428691" algn="l"/>
                <a:tab pos="6204218" algn="l"/>
                <a:tab pos="6979746" algn="l"/>
                <a:tab pos="7755273" algn="l"/>
                <a:tab pos="8530800" algn="l"/>
                <a:tab pos="9306327" algn="l"/>
                <a:tab pos="10081855" algn="l"/>
                <a:tab pos="10857382" algn="l"/>
                <a:tab pos="11632909" algn="l"/>
                <a:tab pos="12408436" algn="l"/>
              </a:tabLst>
              <a:defRPr/>
            </a:pPr>
            <a:endParaRPr lang="en-US" altLang="zh-CN" sz="1400" kern="100" dirty="0">
              <a:solidFill>
                <a:schemeClr val="tx1">
                  <a:lumMod val="85000"/>
                  <a:lumOff val="15000"/>
                </a:schemeClr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>
              <a:tabLst>
                <a:tab pos="775527" algn="l"/>
                <a:tab pos="1551055" algn="l"/>
                <a:tab pos="2326582" algn="l"/>
                <a:tab pos="3102109" algn="l"/>
                <a:tab pos="3877636" algn="l"/>
                <a:tab pos="4653164" algn="l"/>
                <a:tab pos="5428691" algn="l"/>
                <a:tab pos="6204218" algn="l"/>
                <a:tab pos="6979746" algn="l"/>
                <a:tab pos="7755273" algn="l"/>
                <a:tab pos="8530800" algn="l"/>
                <a:tab pos="9306327" algn="l"/>
                <a:tab pos="10081855" algn="l"/>
                <a:tab pos="10857382" algn="l"/>
                <a:tab pos="11632909" algn="l"/>
                <a:tab pos="12408436" algn="l"/>
              </a:tabLst>
              <a:defRPr/>
            </a:pPr>
            <a:endParaRPr lang="en-US" altLang="zh-CN" sz="1400" kern="100" dirty="0">
              <a:solidFill>
                <a:schemeClr val="tx1">
                  <a:lumMod val="85000"/>
                  <a:lumOff val="15000"/>
                </a:schemeClr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>
              <a:tabLst>
                <a:tab pos="775527" algn="l"/>
                <a:tab pos="1551055" algn="l"/>
                <a:tab pos="2326582" algn="l"/>
                <a:tab pos="3102109" algn="l"/>
                <a:tab pos="3877636" algn="l"/>
                <a:tab pos="4653164" algn="l"/>
                <a:tab pos="5428691" algn="l"/>
                <a:tab pos="6204218" algn="l"/>
                <a:tab pos="6979746" algn="l"/>
                <a:tab pos="7755273" algn="l"/>
                <a:tab pos="8530800" algn="l"/>
                <a:tab pos="9306327" algn="l"/>
                <a:tab pos="10081855" algn="l"/>
                <a:tab pos="10857382" algn="l"/>
                <a:tab pos="11632909" algn="l"/>
                <a:tab pos="12408436" algn="l"/>
              </a:tabLst>
              <a:defRPr/>
            </a:pPr>
            <a:endParaRPr lang="en-US" altLang="zh-CN" sz="1400" kern="100" dirty="0">
              <a:solidFill>
                <a:schemeClr val="tx1">
                  <a:lumMod val="85000"/>
                  <a:lumOff val="15000"/>
                </a:schemeClr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>
              <a:tabLst>
                <a:tab pos="775527" algn="l"/>
                <a:tab pos="1551055" algn="l"/>
                <a:tab pos="2326582" algn="l"/>
                <a:tab pos="3102109" algn="l"/>
                <a:tab pos="3877636" algn="l"/>
                <a:tab pos="4653164" algn="l"/>
                <a:tab pos="5428691" algn="l"/>
                <a:tab pos="6204218" algn="l"/>
                <a:tab pos="6979746" algn="l"/>
                <a:tab pos="7755273" algn="l"/>
                <a:tab pos="8530800" algn="l"/>
                <a:tab pos="9306327" algn="l"/>
                <a:tab pos="10081855" algn="l"/>
                <a:tab pos="10857382" algn="l"/>
                <a:tab pos="11632909" algn="l"/>
                <a:tab pos="12408436" algn="l"/>
              </a:tabLst>
              <a:defRPr/>
            </a:pPr>
            <a:endParaRPr lang="en-US" altLang="zh-CN" sz="1400" kern="100" dirty="0">
              <a:solidFill>
                <a:schemeClr val="tx1">
                  <a:lumMod val="85000"/>
                  <a:lumOff val="15000"/>
                </a:schemeClr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>
              <a:tabLst>
                <a:tab pos="775527" algn="l"/>
                <a:tab pos="1551055" algn="l"/>
                <a:tab pos="2326582" algn="l"/>
                <a:tab pos="3102109" algn="l"/>
                <a:tab pos="3877636" algn="l"/>
                <a:tab pos="4653164" algn="l"/>
                <a:tab pos="5428691" algn="l"/>
                <a:tab pos="6204218" algn="l"/>
                <a:tab pos="6979746" algn="l"/>
                <a:tab pos="7755273" algn="l"/>
                <a:tab pos="8530800" algn="l"/>
                <a:tab pos="9306327" algn="l"/>
                <a:tab pos="10081855" algn="l"/>
                <a:tab pos="10857382" algn="l"/>
                <a:tab pos="11632909" algn="l"/>
                <a:tab pos="12408436" algn="l"/>
              </a:tabLst>
              <a:defRPr/>
            </a:pPr>
            <a:endParaRPr lang="en-US" altLang="zh-CN" sz="1400" kern="100" dirty="0">
              <a:solidFill>
                <a:schemeClr val="tx1">
                  <a:lumMod val="85000"/>
                  <a:lumOff val="15000"/>
                </a:schemeClr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>
              <a:tabLst>
                <a:tab pos="775527" algn="l"/>
                <a:tab pos="1551055" algn="l"/>
                <a:tab pos="2326582" algn="l"/>
                <a:tab pos="3102109" algn="l"/>
                <a:tab pos="3877636" algn="l"/>
                <a:tab pos="4653164" algn="l"/>
                <a:tab pos="5428691" algn="l"/>
                <a:tab pos="6204218" algn="l"/>
                <a:tab pos="6979746" algn="l"/>
                <a:tab pos="7755273" algn="l"/>
                <a:tab pos="8530800" algn="l"/>
                <a:tab pos="9306327" algn="l"/>
                <a:tab pos="10081855" algn="l"/>
                <a:tab pos="10857382" algn="l"/>
                <a:tab pos="11632909" algn="l"/>
                <a:tab pos="12408436" algn="l"/>
              </a:tabLst>
              <a:defRPr/>
            </a:pPr>
            <a:endParaRPr lang="en-US" altLang="zh-CN" sz="1400" kern="100" dirty="0">
              <a:solidFill>
                <a:schemeClr val="tx1">
                  <a:lumMod val="85000"/>
                  <a:lumOff val="15000"/>
                </a:schemeClr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>
              <a:tabLst>
                <a:tab pos="775527" algn="l"/>
                <a:tab pos="1551055" algn="l"/>
                <a:tab pos="2326582" algn="l"/>
                <a:tab pos="3102109" algn="l"/>
                <a:tab pos="3877636" algn="l"/>
                <a:tab pos="4653164" algn="l"/>
                <a:tab pos="5428691" algn="l"/>
                <a:tab pos="6204218" algn="l"/>
                <a:tab pos="6979746" algn="l"/>
                <a:tab pos="7755273" algn="l"/>
                <a:tab pos="8530800" algn="l"/>
                <a:tab pos="9306327" algn="l"/>
                <a:tab pos="10081855" algn="l"/>
                <a:tab pos="10857382" algn="l"/>
                <a:tab pos="11632909" algn="l"/>
                <a:tab pos="12408436" algn="l"/>
              </a:tabLst>
              <a:defRPr/>
            </a:pPr>
            <a:endParaRPr lang="en-US" altLang="zh-CN" sz="1400" kern="100" dirty="0">
              <a:solidFill>
                <a:schemeClr val="tx1">
                  <a:lumMod val="85000"/>
                  <a:lumOff val="15000"/>
                </a:schemeClr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1DBE6B88-1CC9-9C02-614F-85D87DBEE3F5}"/>
              </a:ext>
            </a:extLst>
          </p:cNvPr>
          <p:cNvSpPr/>
          <p:nvPr/>
        </p:nvSpPr>
        <p:spPr>
          <a:xfrm>
            <a:off x="6550267" y="1760862"/>
            <a:ext cx="4663384" cy="436959"/>
          </a:xfrm>
          <a:prstGeom prst="round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999C4D16-FE27-2145-9D70-2DE9C7DA63FC}"/>
              </a:ext>
            </a:extLst>
          </p:cNvPr>
          <p:cNvSpPr txBox="1"/>
          <p:nvPr/>
        </p:nvSpPr>
        <p:spPr>
          <a:xfrm>
            <a:off x="6550267" y="1830832"/>
            <a:ext cx="242172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14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int 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number </a:t>
            </a: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= </a:t>
            </a:r>
            <a:r>
              <a:rPr lang="zh-CN" altLang="zh-CN" sz="1400" dirty="0">
                <a:solidFill>
                  <a:srgbClr val="1750EB"/>
                </a:solidFill>
                <a:latin typeface="Consolas" panose="020B0609020204030204" pitchFamily="49" charset="0"/>
                <a:ea typeface="JetBrains Mono"/>
              </a:rPr>
              <a:t>100</a:t>
            </a: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;</a:t>
            </a:r>
            <a:b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endParaRPr lang="zh-CN" altLang="en-US" sz="1400" dirty="0">
              <a:latin typeface="Consolas" panose="020B0609020204030204" pitchFamily="49" charset="0"/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5957C43A-BDA6-2553-5511-2548F8C16A52}"/>
              </a:ext>
            </a:extLst>
          </p:cNvPr>
          <p:cNvSpPr txBox="1"/>
          <p:nvPr/>
        </p:nvSpPr>
        <p:spPr>
          <a:xfrm>
            <a:off x="6550267" y="2381385"/>
            <a:ext cx="242172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number = </a:t>
            </a:r>
            <a:r>
              <a:rPr lang="zh-CN" altLang="zh-CN" sz="1400" dirty="0">
                <a:solidFill>
                  <a:srgbClr val="1750EB"/>
                </a:solidFill>
                <a:latin typeface="Consolas" panose="020B0609020204030204" pitchFamily="49" charset="0"/>
                <a:ea typeface="JetBrains Mono"/>
              </a:rPr>
              <a:t>200</a:t>
            </a: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;</a:t>
            </a:r>
            <a:endParaRPr lang="zh-CN" altLang="en-US" sz="1400" dirty="0">
              <a:latin typeface="Consolas" panose="020B0609020204030204" pitchFamily="49" charset="0"/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E3691D5D-DE78-078E-B425-BC6579C4D453}"/>
              </a:ext>
            </a:extLst>
          </p:cNvPr>
          <p:cNvSpPr txBox="1"/>
          <p:nvPr/>
        </p:nvSpPr>
        <p:spPr>
          <a:xfrm>
            <a:off x="6550267" y="1830832"/>
            <a:ext cx="242172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14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int 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number </a:t>
            </a: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= </a:t>
            </a:r>
            <a:r>
              <a:rPr lang="en-US" altLang="zh-CN" sz="1400" dirty="0">
                <a:solidFill>
                  <a:srgbClr val="1750EB"/>
                </a:solidFill>
                <a:latin typeface="Consolas" panose="020B0609020204030204" pitchFamily="49" charset="0"/>
                <a:ea typeface="JetBrains Mono"/>
              </a:rPr>
              <a:t>2</a:t>
            </a:r>
            <a:r>
              <a:rPr lang="zh-CN" altLang="zh-CN" sz="1400" dirty="0">
                <a:solidFill>
                  <a:srgbClr val="1750EB"/>
                </a:solidFill>
                <a:latin typeface="Consolas" panose="020B0609020204030204" pitchFamily="49" charset="0"/>
                <a:ea typeface="JetBrains Mono"/>
              </a:rPr>
              <a:t>00</a:t>
            </a: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;</a:t>
            </a:r>
            <a:b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endParaRPr lang="zh-CN" altLang="en-US" sz="1400" dirty="0">
              <a:latin typeface="Consolas" panose="020B0609020204030204" pitchFamily="49" charset="0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C67F274-A3AE-443A-501E-2FC5835D0FE4}"/>
              </a:ext>
            </a:extLst>
          </p:cNvPr>
          <p:cNvSpPr txBox="1"/>
          <p:nvPr/>
        </p:nvSpPr>
        <p:spPr>
          <a:xfrm>
            <a:off x="6550267" y="2770901"/>
            <a:ext cx="242172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14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return </a:t>
            </a: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number;</a:t>
            </a:r>
            <a:endParaRPr lang="zh-CN" altLang="en-US" sz="1400" dirty="0">
              <a:latin typeface="Consolas" panose="020B0609020204030204" pitchFamily="49" charset="0"/>
            </a:endParaRPr>
          </a:p>
        </p:txBody>
      </p:sp>
      <p:cxnSp>
        <p:nvCxnSpPr>
          <p:cNvPr id="31" name="连接符: 肘形 30">
            <a:extLst>
              <a:ext uri="{FF2B5EF4-FFF2-40B4-BE49-F238E27FC236}">
                <a16:creationId xmlns:a16="http://schemas.microsoft.com/office/drawing/2014/main" id="{E2847DF5-E084-FAC3-3268-781D585F3AB3}"/>
              </a:ext>
            </a:extLst>
          </p:cNvPr>
          <p:cNvCxnSpPr>
            <a:cxnSpLocks/>
          </p:cNvCxnSpPr>
          <p:nvPr/>
        </p:nvCxnSpPr>
        <p:spPr>
          <a:xfrm rot="16200000" flipH="1">
            <a:off x="7215367" y="3575532"/>
            <a:ext cx="1065532" cy="1"/>
          </a:xfrm>
          <a:prstGeom prst="bentConnector3">
            <a:avLst>
              <a:gd name="adj1" fmla="val 50001"/>
            </a:avLst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文本框 35">
            <a:extLst>
              <a:ext uri="{FF2B5EF4-FFF2-40B4-BE49-F238E27FC236}">
                <a16:creationId xmlns:a16="http://schemas.microsoft.com/office/drawing/2014/main" id="{2097DC64-AEFC-0586-E6AD-6FCC8F1587D1}"/>
              </a:ext>
            </a:extLst>
          </p:cNvPr>
          <p:cNvSpPr txBox="1"/>
          <p:nvPr/>
        </p:nvSpPr>
        <p:spPr>
          <a:xfrm>
            <a:off x="6537269" y="4151980"/>
            <a:ext cx="242172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14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int 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number </a:t>
            </a: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= </a:t>
            </a:r>
            <a:r>
              <a:rPr lang="en-US" altLang="zh-CN" sz="1400" dirty="0">
                <a:solidFill>
                  <a:srgbClr val="1750EB"/>
                </a:solidFill>
                <a:latin typeface="Consolas" panose="020B0609020204030204" pitchFamily="49" charset="0"/>
                <a:ea typeface="JetBrains Mono"/>
              </a:rPr>
              <a:t>2</a:t>
            </a:r>
            <a:r>
              <a:rPr lang="zh-CN" altLang="zh-CN" sz="1400" dirty="0">
                <a:solidFill>
                  <a:srgbClr val="1750EB"/>
                </a:solidFill>
                <a:latin typeface="Consolas" panose="020B0609020204030204" pitchFamily="49" charset="0"/>
                <a:ea typeface="JetBrains Mono"/>
              </a:rPr>
              <a:t>00</a:t>
            </a: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;</a:t>
            </a:r>
            <a:b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endParaRPr lang="zh-CN" altLang="en-US" sz="1400" dirty="0">
              <a:latin typeface="Consolas" panose="020B0609020204030204" pitchFamily="49" charset="0"/>
            </a:endParaRP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AB6DC61D-2DE6-E47D-2D2E-1F07EE538E4B}"/>
              </a:ext>
            </a:extLst>
          </p:cNvPr>
          <p:cNvSpPr txBox="1"/>
          <p:nvPr/>
        </p:nvSpPr>
        <p:spPr>
          <a:xfrm>
            <a:off x="6535986" y="5436177"/>
            <a:ext cx="487955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System</a:t>
            </a: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.</a:t>
            </a:r>
            <a:r>
              <a:rPr lang="zh-CN" altLang="zh-CN" sz="1400" i="1" dirty="0">
                <a:solidFill>
                  <a:srgbClr val="871094"/>
                </a:solidFill>
                <a:latin typeface="Consolas" panose="020B0609020204030204" pitchFamily="49" charset="0"/>
                <a:ea typeface="JetBrains Mono"/>
              </a:rPr>
              <a:t>out</a:t>
            </a: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.println(</a:t>
            </a:r>
            <a:r>
              <a:rPr lang="zh-CN" altLang="zh-CN" sz="1400" dirty="0">
                <a:solidFill>
                  <a:srgbClr val="067D17"/>
                </a:solidFill>
                <a:latin typeface="Consolas" panose="020B0609020204030204" pitchFamily="49" charset="0"/>
                <a:ea typeface="JetBrains Mono"/>
              </a:rPr>
              <a:t>"</a:t>
            </a:r>
            <a:r>
              <a:rPr lang="zh-CN" altLang="zh-CN" sz="1400" dirty="0">
                <a:solidFill>
                  <a:srgbClr val="067D17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调用</a:t>
            </a:r>
            <a:r>
              <a:rPr lang="zh-CN" altLang="zh-CN" sz="1400" dirty="0">
                <a:solidFill>
                  <a:srgbClr val="067D17"/>
                </a:solidFill>
                <a:latin typeface="Consolas" panose="020B0609020204030204" pitchFamily="49" charset="0"/>
                <a:ea typeface="JetBrains Mono"/>
              </a:rPr>
              <a:t>change</a:t>
            </a:r>
            <a:r>
              <a:rPr lang="zh-CN" altLang="zh-CN" sz="1400" dirty="0">
                <a:solidFill>
                  <a:srgbClr val="067D17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方法前</a:t>
            </a:r>
            <a:r>
              <a:rPr lang="zh-CN" altLang="zh-CN" sz="1400" dirty="0">
                <a:solidFill>
                  <a:srgbClr val="067D17"/>
                </a:solidFill>
                <a:latin typeface="Consolas" panose="020B0609020204030204" pitchFamily="49" charset="0"/>
                <a:ea typeface="JetBrains Mono"/>
              </a:rPr>
              <a:t>:" </a:t>
            </a: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+ 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number</a:t>
            </a: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);</a:t>
            </a:r>
            <a:b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endParaRPr lang="zh-CN" altLang="en-US" sz="1400" dirty="0">
              <a:latin typeface="Consolas" panose="020B0609020204030204" pitchFamily="49" charset="0"/>
            </a:endParaRP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7B044675-711C-67DF-1461-6B2F1B79E566}"/>
              </a:ext>
            </a:extLst>
          </p:cNvPr>
          <p:cNvSpPr txBox="1"/>
          <p:nvPr/>
        </p:nvSpPr>
        <p:spPr>
          <a:xfrm>
            <a:off x="427702" y="4614252"/>
            <a:ext cx="4417182" cy="646331"/>
          </a:xfrm>
          <a:prstGeom prst="rect">
            <a:avLst/>
          </a:prstGeom>
          <a:solidFill>
            <a:srgbClr val="0C0C0C"/>
          </a:solidFill>
          <a:ln>
            <a:solidFill>
              <a:schemeClr val="tx1">
                <a:lumMod val="85000"/>
                <a:lumOff val="1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chemeClr val="bg1">
                    <a:lumMod val="95000"/>
                  </a:schemeClr>
                </a:solidFill>
                <a:latin typeface="Alibaba PuHuiTi M"/>
              </a:rPr>
              <a:t>调用</a:t>
            </a:r>
            <a:r>
              <a:rPr lang="en-US" altLang="zh-CN" dirty="0">
                <a:solidFill>
                  <a:schemeClr val="bg1">
                    <a:lumMod val="95000"/>
                  </a:schemeClr>
                </a:solidFill>
                <a:latin typeface="Alibaba PuHuiTi M"/>
              </a:rPr>
              <a:t>change</a:t>
            </a:r>
            <a:r>
              <a:rPr lang="zh-CN" altLang="en-US" dirty="0">
                <a:solidFill>
                  <a:schemeClr val="bg1">
                    <a:lumMod val="95000"/>
                  </a:schemeClr>
                </a:solidFill>
                <a:latin typeface="Alibaba PuHuiTi M"/>
              </a:rPr>
              <a:t>方法前</a:t>
            </a:r>
            <a:r>
              <a:rPr lang="en-US" altLang="zh-CN" dirty="0">
                <a:solidFill>
                  <a:schemeClr val="bg1">
                    <a:lumMod val="95000"/>
                  </a:schemeClr>
                </a:solidFill>
                <a:latin typeface="Alibaba PuHuiTi M"/>
              </a:rPr>
              <a:t>:100</a:t>
            </a:r>
          </a:p>
          <a:p>
            <a:r>
              <a:rPr lang="zh-CN" altLang="en-US" dirty="0">
                <a:solidFill>
                  <a:schemeClr val="bg1">
                    <a:lumMod val="95000"/>
                  </a:schemeClr>
                </a:solidFill>
                <a:latin typeface="Alibaba PuHuiTi M"/>
              </a:rPr>
              <a:t>调用</a:t>
            </a:r>
            <a:r>
              <a:rPr lang="en-US" altLang="zh-CN" dirty="0">
                <a:solidFill>
                  <a:schemeClr val="bg1">
                    <a:lumMod val="95000"/>
                  </a:schemeClr>
                </a:solidFill>
                <a:latin typeface="Alibaba PuHuiTi M"/>
              </a:rPr>
              <a:t>change</a:t>
            </a:r>
            <a:r>
              <a:rPr lang="zh-CN" altLang="en-US" dirty="0">
                <a:solidFill>
                  <a:schemeClr val="bg1">
                    <a:lumMod val="95000"/>
                  </a:schemeClr>
                </a:solidFill>
                <a:latin typeface="Alibaba PuHuiTi M"/>
              </a:rPr>
              <a:t>方法后</a:t>
            </a:r>
            <a:r>
              <a:rPr lang="en-US" altLang="zh-CN" dirty="0">
                <a:solidFill>
                  <a:schemeClr val="bg1">
                    <a:lumMod val="95000"/>
                  </a:schemeClr>
                </a:solidFill>
                <a:latin typeface="Alibaba PuHuiTi M"/>
              </a:rPr>
              <a:t>:200</a:t>
            </a: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56CFF402-F0AA-33F2-C49B-0D3F4886EF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方法参数传递内存图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5391943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4" presetID="2" presetClass="exit" presetSubtype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85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8" presetID="2" presetClass="exit" presetSubtype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89" dur="5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0" dur="5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2" presetID="2" presetClass="exit" presetSubtype="1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93" dur="5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4" dur="5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6" presetID="2" presetClass="exit" presetSubtype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97" dur="5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8" dur="5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0" presetID="2" presetClass="exit" presetSubtype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01" dur="5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2" dur="5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4" presetID="2" presetClass="exit" presetSubtype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05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6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/>
      <p:bldP spid="16" grpId="1"/>
      <p:bldP spid="17" grpId="0"/>
      <p:bldP spid="18" grpId="0" animBg="1"/>
      <p:bldP spid="19" grpId="0"/>
      <p:bldP spid="20" grpId="0" animBg="1"/>
      <p:bldP spid="20" grpId="1" animBg="1"/>
      <p:bldP spid="21" grpId="0" animBg="1"/>
      <p:bldP spid="21" grpId="1" animBg="1"/>
      <p:bldP spid="24" grpId="0"/>
      <p:bldP spid="24" grpId="1"/>
      <p:bldP spid="24" grpId="2"/>
      <p:bldP spid="25" grpId="0"/>
      <p:bldP spid="25" grpId="1"/>
      <p:bldP spid="27" grpId="0"/>
      <p:bldP spid="27" grpId="1"/>
      <p:bldP spid="6" grpId="0"/>
      <p:bldP spid="6" grpId="1"/>
      <p:bldP spid="36" grpId="0"/>
      <p:bldP spid="39" grpId="0"/>
      <p:bldP spid="40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占位符 1">
            <a:extLst>
              <a:ext uri="{FF2B5EF4-FFF2-40B4-BE49-F238E27FC236}">
                <a16:creationId xmlns:a16="http://schemas.microsoft.com/office/drawing/2014/main" id="{0CB639D3-85AA-4E64-7B78-26EF179477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1" y="-25399"/>
            <a:ext cx="7177617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9pPr>
          </a:lstStyle>
          <a:p>
            <a:pPr>
              <a:defRPr/>
            </a:pPr>
            <a:r>
              <a:rPr lang="zh-CN" altLang="en-US" sz="3200" b="1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endParaRPr lang="zh-TW" altLang="zh-CN" sz="3200" b="1" kern="0" dirty="0">
              <a:solidFill>
                <a:schemeClr val="tx1">
                  <a:lumMod val="65000"/>
                  <a:lumOff val="3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E8E7A24-C3A1-757D-F22B-7840FCCE6E17}"/>
              </a:ext>
            </a:extLst>
          </p:cNvPr>
          <p:cNvSpPr txBox="1"/>
          <p:nvPr/>
        </p:nvSpPr>
        <p:spPr>
          <a:xfrm>
            <a:off x="1121834" y="1509185"/>
            <a:ext cx="4686300" cy="58105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zh-CN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386A0FB-10DF-70B3-C2ED-99695CFA261A}"/>
              </a:ext>
            </a:extLst>
          </p:cNvPr>
          <p:cNvSpPr txBox="1"/>
          <p:nvPr/>
        </p:nvSpPr>
        <p:spPr>
          <a:xfrm>
            <a:off x="364878" y="1232887"/>
            <a:ext cx="5390337" cy="3386633"/>
          </a:xfrm>
          <a:prstGeom prst="rect">
            <a:avLst/>
          </a:prstGeom>
          <a:solidFill>
            <a:srgbClr val="FFFFE4"/>
          </a:solidFill>
          <a:ln w="127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JetBrains Mono"/>
              </a:rPr>
              <a:t>public class 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JetBrains Mono"/>
              </a:rPr>
              <a:t>ArgsTest2 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{</a:t>
            </a:r>
            <a:b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    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JetBrains Mono"/>
              </a:rPr>
              <a:t>public static void 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0627A"/>
                </a:solidFill>
                <a:effectLst/>
                <a:latin typeface="Consolas" panose="020B0609020204030204" pitchFamily="49" charset="0"/>
                <a:ea typeface="JetBrains Mono"/>
              </a:rPr>
              <a:t>main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(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JetBrains Mono"/>
              </a:rPr>
              <a:t>String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[] args) {</a:t>
            </a:r>
            <a:b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        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JetBrains Mono"/>
              </a:rPr>
              <a:t>int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[] 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JetBrains Mono"/>
              </a:rPr>
              <a:t>arr 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= {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Consolas" panose="020B0609020204030204" pitchFamily="49" charset="0"/>
                <a:ea typeface="JetBrains Mono"/>
              </a:rPr>
              <a:t>11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, 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Consolas" panose="020B0609020204030204" pitchFamily="49" charset="0"/>
                <a:ea typeface="JetBrains Mono"/>
              </a:rPr>
              <a:t>22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, 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Consolas" panose="020B0609020204030204" pitchFamily="49" charset="0"/>
                <a:ea typeface="JetBrains Mono"/>
              </a:rPr>
              <a:t>33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, 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Consolas" panose="020B0609020204030204" pitchFamily="49" charset="0"/>
                <a:ea typeface="JetBrains Mono"/>
              </a:rPr>
              <a:t>44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, 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Consolas" panose="020B0609020204030204" pitchFamily="49" charset="0"/>
                <a:ea typeface="JetBrains Mono"/>
              </a:rPr>
              <a:t>55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};</a:t>
            </a:r>
            <a:b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        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JetBrains Mono"/>
              </a:rPr>
              <a:t>System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.</a:t>
            </a:r>
            <a:r>
              <a:rPr kumimoji="0" lang="zh-CN" altLang="zh-CN" sz="1200" b="0" i="1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Consolas" panose="020B0609020204030204" pitchFamily="49" charset="0"/>
                <a:ea typeface="JetBrains Mono"/>
              </a:rPr>
              <a:t>out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.println(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  <a:ea typeface="JetBrains Mono"/>
              </a:rPr>
              <a:t>"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</a:rPr>
              <a:t>调用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  <a:ea typeface="JetBrains Mono"/>
              </a:rPr>
              <a:t>change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</a:rPr>
              <a:t>方法之前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  <a:ea typeface="JetBrains Mono"/>
              </a:rPr>
              <a:t>:" 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+ 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JetBrains Mono"/>
              </a:rPr>
              <a:t>arr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[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Consolas" panose="020B0609020204030204" pitchFamily="49" charset="0"/>
                <a:ea typeface="JetBrains Mono"/>
              </a:rPr>
              <a:t>0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]);</a:t>
            </a:r>
            <a:b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        </a:t>
            </a:r>
            <a:r>
              <a:rPr kumimoji="0" lang="zh-CN" altLang="zh-CN" sz="1200" b="0" i="1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change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(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JetBrains Mono"/>
              </a:rPr>
              <a:t>arr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);</a:t>
            </a:r>
            <a:b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        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JetBrains Mono"/>
              </a:rPr>
              <a:t>System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.</a:t>
            </a:r>
            <a:r>
              <a:rPr kumimoji="0" lang="zh-CN" altLang="zh-CN" sz="1200" b="0" i="1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Consolas" panose="020B0609020204030204" pitchFamily="49" charset="0"/>
                <a:ea typeface="JetBrains Mono"/>
              </a:rPr>
              <a:t>out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.println(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  <a:ea typeface="JetBrains Mono"/>
              </a:rPr>
              <a:t>"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</a:rPr>
              <a:t>调用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  <a:ea typeface="JetBrains Mono"/>
              </a:rPr>
              <a:t>change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</a:rPr>
              <a:t>方法之后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  <a:ea typeface="JetBrains Mono"/>
              </a:rPr>
              <a:t>:" 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+ 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JetBrains Mono"/>
              </a:rPr>
              <a:t>arr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[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Consolas" panose="020B0609020204030204" pitchFamily="49" charset="0"/>
                <a:ea typeface="JetBrains Mono"/>
              </a:rPr>
              <a:t>0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]);</a:t>
            </a:r>
            <a:b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    }</a:t>
            </a:r>
            <a:b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b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 </a:t>
            </a:r>
            <a:r>
              <a:rPr kumimoji="0" lang="en-US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    </a:t>
            </a:r>
            <a:r>
              <a:rPr lang="zh-CN" altLang="zh-CN" sz="12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public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JetBrains Mono"/>
              </a:rPr>
              <a:t> static void 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0627A"/>
                </a:solidFill>
                <a:effectLst/>
                <a:latin typeface="Consolas" panose="020B0609020204030204" pitchFamily="49" charset="0"/>
                <a:ea typeface="JetBrains Mono"/>
              </a:rPr>
              <a:t>change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(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JetBrains Mono"/>
              </a:rPr>
              <a:t>int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[] arr) {</a:t>
            </a:r>
            <a:b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        arr[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Consolas" panose="020B0609020204030204" pitchFamily="49" charset="0"/>
                <a:ea typeface="JetBrains Mono"/>
              </a:rPr>
              <a:t>0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] = 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Consolas" panose="020B0609020204030204" pitchFamily="49" charset="0"/>
                <a:ea typeface="JetBrains Mono"/>
              </a:rPr>
              <a:t>66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;</a:t>
            </a:r>
            <a:b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    }</a:t>
            </a:r>
            <a:b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}</a:t>
            </a:r>
            <a:endParaRPr kumimoji="0" lang="zh-CN" altLang="zh-CN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2E6B99FB-EAE1-1946-5584-4972608F7393}"/>
              </a:ext>
            </a:extLst>
          </p:cNvPr>
          <p:cNvSpPr txBox="1"/>
          <p:nvPr/>
        </p:nvSpPr>
        <p:spPr>
          <a:xfrm>
            <a:off x="414401" y="4869355"/>
            <a:ext cx="4417182" cy="369332"/>
          </a:xfrm>
          <a:prstGeom prst="rect">
            <a:avLst/>
          </a:prstGeom>
          <a:solidFill>
            <a:srgbClr val="0C0C0C"/>
          </a:solidFill>
          <a:ln>
            <a:solidFill>
              <a:schemeClr val="tx1">
                <a:lumMod val="85000"/>
                <a:lumOff val="1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chemeClr val="bg1">
                    <a:lumMod val="95000"/>
                  </a:schemeClr>
                </a:solidFill>
                <a:latin typeface="Alibaba PuHuiTi M"/>
              </a:rPr>
              <a:t>调用</a:t>
            </a:r>
            <a:r>
              <a:rPr lang="en-US" altLang="zh-CN" dirty="0">
                <a:solidFill>
                  <a:schemeClr val="bg1">
                    <a:lumMod val="95000"/>
                  </a:schemeClr>
                </a:solidFill>
                <a:latin typeface="Alibaba PuHuiTi M"/>
              </a:rPr>
              <a:t>change</a:t>
            </a:r>
            <a:r>
              <a:rPr lang="zh-CN" altLang="en-US" dirty="0">
                <a:solidFill>
                  <a:schemeClr val="bg1">
                    <a:lumMod val="95000"/>
                  </a:schemeClr>
                </a:solidFill>
                <a:latin typeface="Alibaba PuHuiTi M"/>
              </a:rPr>
              <a:t>方法前</a:t>
            </a:r>
            <a:r>
              <a:rPr lang="en-US" altLang="zh-CN" dirty="0">
                <a:solidFill>
                  <a:schemeClr val="bg1">
                    <a:lumMod val="95000"/>
                  </a:schemeClr>
                </a:solidFill>
                <a:latin typeface="Alibaba PuHuiTi M"/>
              </a:rPr>
              <a:t>: 11</a:t>
            </a:r>
          </a:p>
        </p:txBody>
      </p:sp>
      <p:grpSp>
        <p:nvGrpSpPr>
          <p:cNvPr id="59" name="组合 58">
            <a:extLst>
              <a:ext uri="{FF2B5EF4-FFF2-40B4-BE49-F238E27FC236}">
                <a16:creationId xmlns:a16="http://schemas.microsoft.com/office/drawing/2014/main" id="{09E1C85D-3F65-C58D-6BB0-F444EBDC6157}"/>
              </a:ext>
            </a:extLst>
          </p:cNvPr>
          <p:cNvGrpSpPr>
            <a:grpSpLocks/>
          </p:cNvGrpSpPr>
          <p:nvPr/>
        </p:nvGrpSpPr>
        <p:grpSpPr bwMode="auto">
          <a:xfrm>
            <a:off x="8754534" y="1232888"/>
            <a:ext cx="3198284" cy="5364764"/>
            <a:chOff x="6565874" y="1354975"/>
            <a:chExt cx="2398614" cy="3592863"/>
          </a:xfrm>
        </p:grpSpPr>
        <p:sp>
          <p:nvSpPr>
            <p:cNvPr id="60" name="矩形 59">
              <a:extLst>
                <a:ext uri="{FF2B5EF4-FFF2-40B4-BE49-F238E27FC236}">
                  <a16:creationId xmlns:a16="http://schemas.microsoft.com/office/drawing/2014/main" id="{74D85631-9EFE-D006-E013-D36467624606}"/>
                </a:ext>
              </a:extLst>
            </p:cNvPr>
            <p:cNvSpPr/>
            <p:nvPr/>
          </p:nvSpPr>
          <p:spPr bwMode="auto">
            <a:xfrm>
              <a:off x="6565874" y="1354975"/>
              <a:ext cx="2398614" cy="3592863"/>
            </a:xfrm>
            <a:prstGeom prst="rect">
              <a:avLst/>
            </a:prstGeom>
            <a:solidFill>
              <a:srgbClr val="047FFD">
                <a:alpha val="10000"/>
              </a:srgbClr>
            </a:solidFill>
            <a:ln w="38100">
              <a:solidFill>
                <a:srgbClr val="047FFD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sz="2400">
                <a:latin typeface="思源黑体 CN Bold" panose="020B0800000000000000" pitchFamily="34" charset="-122"/>
                <a:ea typeface="思源黑体 CN Bold" panose="020B0800000000000000" pitchFamily="34" charset="-122"/>
              </a:endParaRPr>
            </a:p>
          </p:txBody>
        </p:sp>
        <p:sp>
          <p:nvSpPr>
            <p:cNvPr id="61" name="TextBox 2">
              <a:extLst>
                <a:ext uri="{FF2B5EF4-FFF2-40B4-BE49-F238E27FC236}">
                  <a16:creationId xmlns:a16="http://schemas.microsoft.com/office/drawing/2014/main" id="{1B7CDAC2-DEA6-388A-8F3C-D9E77CAE6D4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296868" y="4489224"/>
              <a:ext cx="936625" cy="4410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150000"/>
                </a:lnSpc>
              </a:pPr>
              <a:r>
                <a:rPr lang="zh-CN" altLang="en-US" sz="2400" b="1" dirty="0">
                  <a:solidFill>
                    <a:srgbClr val="047FFD"/>
                  </a:solidFill>
                  <a:latin typeface="思源黑体 CN Bold" panose="020B0800000000000000" pitchFamily="34" charset="-122"/>
                  <a:ea typeface="思源黑体 CN Bold" panose="020B0800000000000000" pitchFamily="34" charset="-122"/>
                </a:rPr>
                <a:t>堆内存</a:t>
              </a:r>
            </a:p>
          </p:txBody>
        </p:sp>
      </p:grpSp>
      <p:grpSp>
        <p:nvGrpSpPr>
          <p:cNvPr id="62" name="组合 61">
            <a:extLst>
              <a:ext uri="{FF2B5EF4-FFF2-40B4-BE49-F238E27FC236}">
                <a16:creationId xmlns:a16="http://schemas.microsoft.com/office/drawing/2014/main" id="{03435A86-FE7C-E4DA-32AD-D5DFB58010FC}"/>
              </a:ext>
            </a:extLst>
          </p:cNvPr>
          <p:cNvGrpSpPr>
            <a:grpSpLocks/>
          </p:cNvGrpSpPr>
          <p:nvPr/>
        </p:nvGrpSpPr>
        <p:grpSpPr bwMode="auto">
          <a:xfrm>
            <a:off x="5941484" y="1232887"/>
            <a:ext cx="2563419" cy="5364765"/>
            <a:chOff x="4441895" y="1347668"/>
            <a:chExt cx="1771200" cy="3600177"/>
          </a:xfrm>
        </p:grpSpPr>
        <p:sp>
          <p:nvSpPr>
            <p:cNvPr id="63" name="矩形 62">
              <a:extLst>
                <a:ext uri="{FF2B5EF4-FFF2-40B4-BE49-F238E27FC236}">
                  <a16:creationId xmlns:a16="http://schemas.microsoft.com/office/drawing/2014/main" id="{31795711-B87A-EF9F-FF5D-F406590DB4F1}"/>
                </a:ext>
              </a:extLst>
            </p:cNvPr>
            <p:cNvSpPr/>
            <p:nvPr/>
          </p:nvSpPr>
          <p:spPr bwMode="auto">
            <a:xfrm>
              <a:off x="4472076" y="1350843"/>
              <a:ext cx="1728310" cy="3597002"/>
            </a:xfrm>
            <a:prstGeom prst="rect">
              <a:avLst/>
            </a:prstGeom>
            <a:solidFill>
              <a:srgbClr val="FD0000">
                <a:alpha val="10000"/>
              </a:srgbClr>
            </a:solidFill>
            <a:ln w="38100">
              <a:noFill/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sz="2400">
                <a:latin typeface="思源黑体 CN Bold" panose="020B0800000000000000" pitchFamily="34" charset="-122"/>
                <a:ea typeface="思源黑体 CN Bold" panose="020B0800000000000000" pitchFamily="34" charset="-122"/>
              </a:endParaRPr>
            </a:p>
          </p:txBody>
        </p:sp>
        <p:sp>
          <p:nvSpPr>
            <p:cNvPr id="64" name="TextBox 2">
              <a:extLst>
                <a:ext uri="{FF2B5EF4-FFF2-40B4-BE49-F238E27FC236}">
                  <a16:creationId xmlns:a16="http://schemas.microsoft.com/office/drawing/2014/main" id="{09748656-0946-CA04-F97E-EA309CE9B1E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68464" y="4457474"/>
              <a:ext cx="935038" cy="4410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150000"/>
                </a:lnSpc>
              </a:pPr>
              <a:r>
                <a:rPr lang="zh-CN" altLang="en-US" sz="2400" b="1" dirty="0">
                  <a:solidFill>
                    <a:schemeClr val="accent2"/>
                  </a:solidFill>
                  <a:latin typeface="思源黑体 CN Bold" panose="020B0800000000000000" pitchFamily="34" charset="-122"/>
                  <a:ea typeface="思源黑体 CN Bold" panose="020B0800000000000000" pitchFamily="34" charset="-122"/>
                </a:rPr>
                <a:t>栈内存</a:t>
              </a:r>
              <a:endParaRPr lang="en-US" altLang="zh-CN" sz="2400" b="1" dirty="0">
                <a:solidFill>
                  <a:schemeClr val="accent2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endParaRPr>
            </a:p>
          </p:txBody>
        </p:sp>
        <p:cxnSp>
          <p:nvCxnSpPr>
            <p:cNvPr id="65" name="直接连接符 64">
              <a:extLst>
                <a:ext uri="{FF2B5EF4-FFF2-40B4-BE49-F238E27FC236}">
                  <a16:creationId xmlns:a16="http://schemas.microsoft.com/office/drawing/2014/main" id="{7BB7C7C4-255D-9A2B-277D-974442DDA745}"/>
                </a:ext>
              </a:extLst>
            </p:cNvPr>
            <p:cNvCxnSpPr/>
            <p:nvPr/>
          </p:nvCxnSpPr>
          <p:spPr>
            <a:xfrm>
              <a:off x="4448249" y="1347668"/>
              <a:ext cx="11119" cy="3597002"/>
            </a:xfrm>
            <a:prstGeom prst="line">
              <a:avLst/>
            </a:prstGeom>
            <a:ln w="381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直接连接符 65">
              <a:extLst>
                <a:ext uri="{FF2B5EF4-FFF2-40B4-BE49-F238E27FC236}">
                  <a16:creationId xmlns:a16="http://schemas.microsoft.com/office/drawing/2014/main" id="{7D398CCE-E9AF-A473-3836-75BA860454B3}"/>
                </a:ext>
              </a:extLst>
            </p:cNvPr>
            <p:cNvCxnSpPr/>
            <p:nvPr/>
          </p:nvCxnSpPr>
          <p:spPr>
            <a:xfrm>
              <a:off x="6184502" y="1350843"/>
              <a:ext cx="11120" cy="3597002"/>
            </a:xfrm>
            <a:prstGeom prst="line">
              <a:avLst/>
            </a:prstGeom>
            <a:ln w="381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直接连接符 66">
              <a:extLst>
                <a:ext uri="{FF2B5EF4-FFF2-40B4-BE49-F238E27FC236}">
                  <a16:creationId xmlns:a16="http://schemas.microsoft.com/office/drawing/2014/main" id="{38D213FF-E3DB-8118-C691-C28C5D077473}"/>
                </a:ext>
              </a:extLst>
            </p:cNvPr>
            <p:cNvCxnSpPr/>
            <p:nvPr/>
          </p:nvCxnSpPr>
          <p:spPr>
            <a:xfrm flipH="1">
              <a:off x="4441895" y="4944670"/>
              <a:ext cx="1771200" cy="0"/>
            </a:xfrm>
            <a:prstGeom prst="line">
              <a:avLst/>
            </a:prstGeom>
            <a:ln w="381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8" name="TextBox 3">
            <a:extLst>
              <a:ext uri="{FF2B5EF4-FFF2-40B4-BE49-F238E27FC236}">
                <a16:creationId xmlns:a16="http://schemas.microsoft.com/office/drawing/2014/main" id="{9851590B-5B10-8855-5228-334DBC6DFFAC}"/>
              </a:ext>
            </a:extLst>
          </p:cNvPr>
          <p:cNvSpPr txBox="1"/>
          <p:nvPr/>
        </p:nvSpPr>
        <p:spPr>
          <a:xfrm>
            <a:off x="6045411" y="3721274"/>
            <a:ext cx="2367528" cy="2308324"/>
          </a:xfrm>
          <a:prstGeom prst="rect">
            <a:avLst/>
          </a:prstGeom>
          <a:solidFill>
            <a:srgbClr val="FFFFE4"/>
          </a:solidFill>
          <a:ln w="12700">
            <a:solidFill>
              <a:schemeClr val="tx1">
                <a:lumMod val="85000"/>
                <a:lumOff val="15000"/>
              </a:schemeClr>
            </a:solidFill>
          </a:ln>
        </p:spPr>
        <p:txBody>
          <a:bodyPr wrap="square">
            <a:spAutoFit/>
          </a:bodyPr>
          <a:lstStyle/>
          <a:p>
            <a:pPr>
              <a:tabLst>
                <a:tab pos="775527" algn="l"/>
                <a:tab pos="1551055" algn="l"/>
                <a:tab pos="2326582" algn="l"/>
                <a:tab pos="3102109" algn="l"/>
                <a:tab pos="3877636" algn="l"/>
                <a:tab pos="4653164" algn="l"/>
                <a:tab pos="5428691" algn="l"/>
                <a:tab pos="6204218" algn="l"/>
                <a:tab pos="6979746" algn="l"/>
                <a:tab pos="7755273" algn="l"/>
                <a:tab pos="8530800" algn="l"/>
                <a:tab pos="9306327" algn="l"/>
                <a:tab pos="10081855" algn="l"/>
                <a:tab pos="10857382" algn="l"/>
                <a:tab pos="11632909" algn="l"/>
                <a:tab pos="12408436" algn="l"/>
              </a:tabLst>
              <a:defRPr/>
            </a:pPr>
            <a:r>
              <a:rPr lang="en-US" altLang="zh-CN" sz="1200" kern="1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main</a:t>
            </a:r>
          </a:p>
          <a:p>
            <a:pPr>
              <a:tabLst>
                <a:tab pos="775527" algn="l"/>
                <a:tab pos="1551055" algn="l"/>
                <a:tab pos="2326582" algn="l"/>
                <a:tab pos="3102109" algn="l"/>
                <a:tab pos="3877636" algn="l"/>
                <a:tab pos="4653164" algn="l"/>
                <a:tab pos="5428691" algn="l"/>
                <a:tab pos="6204218" algn="l"/>
                <a:tab pos="6979746" algn="l"/>
                <a:tab pos="7755273" algn="l"/>
                <a:tab pos="8530800" algn="l"/>
                <a:tab pos="9306327" algn="l"/>
                <a:tab pos="10081855" algn="l"/>
                <a:tab pos="10857382" algn="l"/>
                <a:tab pos="11632909" algn="l"/>
                <a:tab pos="12408436" algn="l"/>
              </a:tabLst>
              <a:defRPr/>
            </a:pPr>
            <a:endParaRPr lang="en-US" altLang="zh-CN" sz="1200" kern="100" dirty="0">
              <a:solidFill>
                <a:schemeClr val="tx1">
                  <a:lumMod val="85000"/>
                  <a:lumOff val="15000"/>
                </a:schemeClr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>
              <a:tabLst>
                <a:tab pos="775527" algn="l"/>
                <a:tab pos="1551055" algn="l"/>
                <a:tab pos="2326582" algn="l"/>
                <a:tab pos="3102109" algn="l"/>
                <a:tab pos="3877636" algn="l"/>
                <a:tab pos="4653164" algn="l"/>
                <a:tab pos="5428691" algn="l"/>
                <a:tab pos="6204218" algn="l"/>
                <a:tab pos="6979746" algn="l"/>
                <a:tab pos="7755273" algn="l"/>
                <a:tab pos="8530800" algn="l"/>
                <a:tab pos="9306327" algn="l"/>
                <a:tab pos="10081855" algn="l"/>
                <a:tab pos="10857382" algn="l"/>
                <a:tab pos="11632909" algn="l"/>
                <a:tab pos="12408436" algn="l"/>
              </a:tabLst>
              <a:defRPr/>
            </a:pPr>
            <a:endParaRPr lang="en-US" altLang="zh-CN" sz="1200" kern="100" dirty="0">
              <a:solidFill>
                <a:schemeClr val="tx1">
                  <a:lumMod val="85000"/>
                  <a:lumOff val="15000"/>
                </a:schemeClr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>
              <a:tabLst>
                <a:tab pos="775527" algn="l"/>
                <a:tab pos="1551055" algn="l"/>
                <a:tab pos="2326582" algn="l"/>
                <a:tab pos="3102109" algn="l"/>
                <a:tab pos="3877636" algn="l"/>
                <a:tab pos="4653164" algn="l"/>
                <a:tab pos="5428691" algn="l"/>
                <a:tab pos="6204218" algn="l"/>
                <a:tab pos="6979746" algn="l"/>
                <a:tab pos="7755273" algn="l"/>
                <a:tab pos="8530800" algn="l"/>
                <a:tab pos="9306327" algn="l"/>
                <a:tab pos="10081855" algn="l"/>
                <a:tab pos="10857382" algn="l"/>
                <a:tab pos="11632909" algn="l"/>
                <a:tab pos="12408436" algn="l"/>
              </a:tabLst>
              <a:defRPr/>
            </a:pPr>
            <a:endParaRPr lang="en-US" altLang="zh-CN" sz="1200" kern="100" dirty="0">
              <a:solidFill>
                <a:schemeClr val="tx1">
                  <a:lumMod val="85000"/>
                  <a:lumOff val="15000"/>
                </a:schemeClr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>
              <a:tabLst>
                <a:tab pos="775527" algn="l"/>
                <a:tab pos="1551055" algn="l"/>
                <a:tab pos="2326582" algn="l"/>
                <a:tab pos="3102109" algn="l"/>
                <a:tab pos="3877636" algn="l"/>
                <a:tab pos="4653164" algn="l"/>
                <a:tab pos="5428691" algn="l"/>
                <a:tab pos="6204218" algn="l"/>
                <a:tab pos="6979746" algn="l"/>
                <a:tab pos="7755273" algn="l"/>
                <a:tab pos="8530800" algn="l"/>
                <a:tab pos="9306327" algn="l"/>
                <a:tab pos="10081855" algn="l"/>
                <a:tab pos="10857382" algn="l"/>
                <a:tab pos="11632909" algn="l"/>
                <a:tab pos="12408436" algn="l"/>
              </a:tabLst>
              <a:defRPr/>
            </a:pPr>
            <a:endParaRPr lang="en-US" altLang="zh-CN" sz="1200" kern="100" dirty="0">
              <a:solidFill>
                <a:schemeClr val="tx1">
                  <a:lumMod val="85000"/>
                  <a:lumOff val="15000"/>
                </a:schemeClr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>
              <a:tabLst>
                <a:tab pos="775527" algn="l"/>
                <a:tab pos="1551055" algn="l"/>
                <a:tab pos="2326582" algn="l"/>
                <a:tab pos="3102109" algn="l"/>
                <a:tab pos="3877636" algn="l"/>
                <a:tab pos="4653164" algn="l"/>
                <a:tab pos="5428691" algn="l"/>
                <a:tab pos="6204218" algn="l"/>
                <a:tab pos="6979746" algn="l"/>
                <a:tab pos="7755273" algn="l"/>
                <a:tab pos="8530800" algn="l"/>
                <a:tab pos="9306327" algn="l"/>
                <a:tab pos="10081855" algn="l"/>
                <a:tab pos="10857382" algn="l"/>
                <a:tab pos="11632909" algn="l"/>
                <a:tab pos="12408436" algn="l"/>
              </a:tabLst>
              <a:defRPr/>
            </a:pPr>
            <a:endParaRPr lang="en-US" altLang="zh-CN" sz="1200" kern="100" dirty="0">
              <a:solidFill>
                <a:schemeClr val="tx1">
                  <a:lumMod val="85000"/>
                  <a:lumOff val="15000"/>
                </a:schemeClr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>
              <a:tabLst>
                <a:tab pos="775527" algn="l"/>
                <a:tab pos="1551055" algn="l"/>
                <a:tab pos="2326582" algn="l"/>
                <a:tab pos="3102109" algn="l"/>
                <a:tab pos="3877636" algn="l"/>
                <a:tab pos="4653164" algn="l"/>
                <a:tab pos="5428691" algn="l"/>
                <a:tab pos="6204218" algn="l"/>
                <a:tab pos="6979746" algn="l"/>
                <a:tab pos="7755273" algn="l"/>
                <a:tab pos="8530800" algn="l"/>
                <a:tab pos="9306327" algn="l"/>
                <a:tab pos="10081855" algn="l"/>
                <a:tab pos="10857382" algn="l"/>
                <a:tab pos="11632909" algn="l"/>
                <a:tab pos="12408436" algn="l"/>
              </a:tabLst>
              <a:defRPr/>
            </a:pPr>
            <a:endParaRPr lang="en-US" altLang="zh-CN" sz="1200" kern="100" dirty="0">
              <a:solidFill>
                <a:schemeClr val="tx1">
                  <a:lumMod val="85000"/>
                  <a:lumOff val="15000"/>
                </a:schemeClr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>
              <a:tabLst>
                <a:tab pos="775527" algn="l"/>
                <a:tab pos="1551055" algn="l"/>
                <a:tab pos="2326582" algn="l"/>
                <a:tab pos="3102109" algn="l"/>
                <a:tab pos="3877636" algn="l"/>
                <a:tab pos="4653164" algn="l"/>
                <a:tab pos="5428691" algn="l"/>
                <a:tab pos="6204218" algn="l"/>
                <a:tab pos="6979746" algn="l"/>
                <a:tab pos="7755273" algn="l"/>
                <a:tab pos="8530800" algn="l"/>
                <a:tab pos="9306327" algn="l"/>
                <a:tab pos="10081855" algn="l"/>
                <a:tab pos="10857382" algn="l"/>
                <a:tab pos="11632909" algn="l"/>
                <a:tab pos="12408436" algn="l"/>
              </a:tabLst>
              <a:defRPr/>
            </a:pPr>
            <a:endParaRPr lang="en-US" altLang="zh-CN" sz="1200" kern="100" dirty="0">
              <a:solidFill>
                <a:schemeClr val="tx1">
                  <a:lumMod val="85000"/>
                  <a:lumOff val="15000"/>
                </a:schemeClr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>
              <a:tabLst>
                <a:tab pos="775527" algn="l"/>
                <a:tab pos="1551055" algn="l"/>
                <a:tab pos="2326582" algn="l"/>
                <a:tab pos="3102109" algn="l"/>
                <a:tab pos="3877636" algn="l"/>
                <a:tab pos="4653164" algn="l"/>
                <a:tab pos="5428691" algn="l"/>
                <a:tab pos="6204218" algn="l"/>
                <a:tab pos="6979746" algn="l"/>
                <a:tab pos="7755273" algn="l"/>
                <a:tab pos="8530800" algn="l"/>
                <a:tab pos="9306327" algn="l"/>
                <a:tab pos="10081855" algn="l"/>
                <a:tab pos="10857382" algn="l"/>
                <a:tab pos="11632909" algn="l"/>
                <a:tab pos="12408436" algn="l"/>
              </a:tabLst>
              <a:defRPr/>
            </a:pPr>
            <a:endParaRPr lang="en-US" altLang="zh-CN" sz="1200" kern="100" dirty="0">
              <a:solidFill>
                <a:schemeClr val="tx1">
                  <a:lumMod val="85000"/>
                  <a:lumOff val="15000"/>
                </a:schemeClr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>
              <a:tabLst>
                <a:tab pos="775527" algn="l"/>
                <a:tab pos="1551055" algn="l"/>
                <a:tab pos="2326582" algn="l"/>
                <a:tab pos="3102109" algn="l"/>
                <a:tab pos="3877636" algn="l"/>
                <a:tab pos="4653164" algn="l"/>
                <a:tab pos="5428691" algn="l"/>
                <a:tab pos="6204218" algn="l"/>
                <a:tab pos="6979746" algn="l"/>
                <a:tab pos="7755273" algn="l"/>
                <a:tab pos="8530800" algn="l"/>
                <a:tab pos="9306327" algn="l"/>
                <a:tab pos="10081855" algn="l"/>
                <a:tab pos="10857382" algn="l"/>
                <a:tab pos="11632909" algn="l"/>
                <a:tab pos="12408436" algn="l"/>
              </a:tabLst>
              <a:defRPr/>
            </a:pPr>
            <a:endParaRPr lang="en-US" altLang="zh-CN" sz="1200" kern="100" dirty="0">
              <a:solidFill>
                <a:schemeClr val="tx1">
                  <a:lumMod val="85000"/>
                  <a:lumOff val="15000"/>
                </a:schemeClr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>
              <a:tabLst>
                <a:tab pos="775527" algn="l"/>
                <a:tab pos="1551055" algn="l"/>
                <a:tab pos="2326582" algn="l"/>
                <a:tab pos="3102109" algn="l"/>
                <a:tab pos="3877636" algn="l"/>
                <a:tab pos="4653164" algn="l"/>
                <a:tab pos="5428691" algn="l"/>
                <a:tab pos="6204218" algn="l"/>
                <a:tab pos="6979746" algn="l"/>
                <a:tab pos="7755273" algn="l"/>
                <a:tab pos="8530800" algn="l"/>
                <a:tab pos="9306327" algn="l"/>
                <a:tab pos="10081855" algn="l"/>
                <a:tab pos="10857382" algn="l"/>
                <a:tab pos="11632909" algn="l"/>
                <a:tab pos="12408436" algn="l"/>
              </a:tabLst>
              <a:defRPr/>
            </a:pPr>
            <a:endParaRPr lang="en-US" altLang="zh-CN" sz="1200" kern="100" dirty="0">
              <a:solidFill>
                <a:schemeClr val="tx1">
                  <a:lumMod val="85000"/>
                  <a:lumOff val="15000"/>
                </a:schemeClr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>
              <a:tabLst>
                <a:tab pos="775527" algn="l"/>
                <a:tab pos="1551055" algn="l"/>
                <a:tab pos="2326582" algn="l"/>
                <a:tab pos="3102109" algn="l"/>
                <a:tab pos="3877636" algn="l"/>
                <a:tab pos="4653164" algn="l"/>
                <a:tab pos="5428691" algn="l"/>
                <a:tab pos="6204218" algn="l"/>
                <a:tab pos="6979746" algn="l"/>
                <a:tab pos="7755273" algn="l"/>
                <a:tab pos="8530800" algn="l"/>
                <a:tab pos="9306327" algn="l"/>
                <a:tab pos="10081855" algn="l"/>
                <a:tab pos="10857382" algn="l"/>
                <a:tab pos="11632909" algn="l"/>
                <a:tab pos="12408436" algn="l"/>
              </a:tabLst>
              <a:defRPr/>
            </a:pPr>
            <a:endParaRPr lang="en-US" altLang="zh-CN" sz="1200" kern="100" dirty="0">
              <a:solidFill>
                <a:schemeClr val="tx1">
                  <a:lumMod val="85000"/>
                  <a:lumOff val="15000"/>
                </a:schemeClr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69" name="矩形: 圆角 68">
            <a:extLst>
              <a:ext uri="{FF2B5EF4-FFF2-40B4-BE49-F238E27FC236}">
                <a16:creationId xmlns:a16="http://schemas.microsoft.com/office/drawing/2014/main" id="{965AC69F-E191-4FEC-84A1-AA0BF48AFFFC}"/>
              </a:ext>
            </a:extLst>
          </p:cNvPr>
          <p:cNvSpPr/>
          <p:nvPr/>
        </p:nvSpPr>
        <p:spPr>
          <a:xfrm>
            <a:off x="6073442" y="4030462"/>
            <a:ext cx="2137107" cy="436959"/>
          </a:xfrm>
          <a:prstGeom prst="round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0" name="文本框 69">
            <a:extLst>
              <a:ext uri="{FF2B5EF4-FFF2-40B4-BE49-F238E27FC236}">
                <a16:creationId xmlns:a16="http://schemas.microsoft.com/office/drawing/2014/main" id="{24EA9582-0476-A8D9-7BA5-FE0E1B587B5F}"/>
              </a:ext>
            </a:extLst>
          </p:cNvPr>
          <p:cNvSpPr txBox="1"/>
          <p:nvPr/>
        </p:nvSpPr>
        <p:spPr>
          <a:xfrm>
            <a:off x="6096001" y="4098046"/>
            <a:ext cx="121394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11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int</a:t>
            </a:r>
            <a:r>
              <a:rPr lang="en-US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[]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a</a:t>
            </a:r>
            <a:r>
              <a:rPr lang="en-US" altLang="zh-CN" sz="1100" dirty="0" err="1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rr</a:t>
            </a:r>
            <a:endParaRPr lang="zh-CN" altLang="en-US" sz="1100" dirty="0">
              <a:latin typeface="Consolas" panose="020B0609020204030204" pitchFamily="49" charset="0"/>
            </a:endParaRPr>
          </a:p>
        </p:txBody>
      </p:sp>
      <p:sp>
        <p:nvSpPr>
          <p:cNvPr id="86" name="矩形 85">
            <a:extLst>
              <a:ext uri="{FF2B5EF4-FFF2-40B4-BE49-F238E27FC236}">
                <a16:creationId xmlns:a16="http://schemas.microsoft.com/office/drawing/2014/main" id="{2633ABA6-081C-7502-2515-53A3DA9D3090}"/>
              </a:ext>
            </a:extLst>
          </p:cNvPr>
          <p:cNvSpPr/>
          <p:nvPr/>
        </p:nvSpPr>
        <p:spPr>
          <a:xfrm>
            <a:off x="9341696" y="2591111"/>
            <a:ext cx="1921933" cy="349251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sz="1400" dirty="0" err="1">
                <a:solidFill>
                  <a:schemeClr val="accent2"/>
                </a:solidFill>
                <a:latin typeface="Consolas" panose="020B0609020204030204" pitchFamily="49" charset="0"/>
                <a:ea typeface="思源黑体 CN Bold" panose="020B0800000000000000" pitchFamily="34" charset="-122"/>
              </a:rPr>
              <a:t>int</a:t>
            </a:r>
            <a:r>
              <a:rPr lang="en-US" altLang="zh-CN" sz="1400" dirty="0">
                <a:solidFill>
                  <a:schemeClr val="accent2"/>
                </a:solidFill>
                <a:latin typeface="Consolas" panose="020B0609020204030204" pitchFamily="49" charset="0"/>
                <a:ea typeface="思源黑体 CN Bold" panose="020B0800000000000000" pitchFamily="34" charset="-122"/>
              </a:rPr>
              <a:t>[]</a:t>
            </a:r>
          </a:p>
        </p:txBody>
      </p:sp>
      <p:sp>
        <p:nvSpPr>
          <p:cNvPr id="87" name="矩形 86">
            <a:extLst>
              <a:ext uri="{FF2B5EF4-FFF2-40B4-BE49-F238E27FC236}">
                <a16:creationId xmlns:a16="http://schemas.microsoft.com/office/drawing/2014/main" id="{F9AE6755-A5DA-2FA4-34F6-18A0B6F4A97E}"/>
              </a:ext>
            </a:extLst>
          </p:cNvPr>
          <p:cNvSpPr/>
          <p:nvPr/>
        </p:nvSpPr>
        <p:spPr>
          <a:xfrm>
            <a:off x="9341696" y="3289611"/>
            <a:ext cx="768351" cy="349251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sz="1400" dirty="0">
                <a:latin typeface="Consolas" panose="020B0609020204030204" pitchFamily="49" charset="0"/>
                <a:ea typeface="思源黑体 CN Bold" panose="020B0800000000000000" pitchFamily="34" charset="-122"/>
              </a:rPr>
              <a:t>0</a:t>
            </a:r>
          </a:p>
        </p:txBody>
      </p:sp>
      <p:sp>
        <p:nvSpPr>
          <p:cNvPr id="88" name="矩形 87">
            <a:extLst>
              <a:ext uri="{FF2B5EF4-FFF2-40B4-BE49-F238E27FC236}">
                <a16:creationId xmlns:a16="http://schemas.microsoft.com/office/drawing/2014/main" id="{8E100259-B60E-38E2-8AEF-515740E857F6}"/>
              </a:ext>
            </a:extLst>
          </p:cNvPr>
          <p:cNvSpPr/>
          <p:nvPr/>
        </p:nvSpPr>
        <p:spPr>
          <a:xfrm>
            <a:off x="9341696" y="3638862"/>
            <a:ext cx="768351" cy="347133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sz="1400" dirty="0">
                <a:latin typeface="Consolas" panose="020B0609020204030204" pitchFamily="49" charset="0"/>
                <a:ea typeface="思源黑体 CN Bold" panose="020B0800000000000000" pitchFamily="34" charset="-122"/>
              </a:rPr>
              <a:t>1</a:t>
            </a:r>
          </a:p>
        </p:txBody>
      </p:sp>
      <p:sp>
        <p:nvSpPr>
          <p:cNvPr id="89" name="矩形 88">
            <a:extLst>
              <a:ext uri="{FF2B5EF4-FFF2-40B4-BE49-F238E27FC236}">
                <a16:creationId xmlns:a16="http://schemas.microsoft.com/office/drawing/2014/main" id="{3AE182C9-7C7D-52FA-6E3C-A4A342A6A309}"/>
              </a:ext>
            </a:extLst>
          </p:cNvPr>
          <p:cNvSpPr/>
          <p:nvPr/>
        </p:nvSpPr>
        <p:spPr>
          <a:xfrm>
            <a:off x="9341696" y="2940362"/>
            <a:ext cx="768351" cy="349249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sz="1200" b="1" dirty="0">
                <a:solidFill>
                  <a:schemeClr val="accent2"/>
                </a:solidFill>
                <a:latin typeface="Consolas" panose="020B0609020204030204" pitchFamily="49" charset="0"/>
                <a:ea typeface="思源黑体 CN Heavy" panose="020B0A00000000000000" pitchFamily="34" charset="-122"/>
                <a:cs typeface="Courier New" panose="02070309020205020404" pitchFamily="49" charset="0"/>
              </a:rPr>
              <a:t>length</a:t>
            </a:r>
            <a:endParaRPr lang="en-US" altLang="zh-CN" sz="1200" dirty="0">
              <a:solidFill>
                <a:schemeClr val="accent2"/>
              </a:solidFill>
              <a:latin typeface="Consolas" panose="020B0609020204030204" pitchFamily="49" charset="0"/>
              <a:ea typeface="思源黑体 CN Bold" panose="020B0800000000000000" pitchFamily="34" charset="-122"/>
            </a:endParaRPr>
          </a:p>
        </p:txBody>
      </p:sp>
      <p:sp>
        <p:nvSpPr>
          <p:cNvPr id="90" name="矩形 89">
            <a:extLst>
              <a:ext uri="{FF2B5EF4-FFF2-40B4-BE49-F238E27FC236}">
                <a16:creationId xmlns:a16="http://schemas.microsoft.com/office/drawing/2014/main" id="{C11E54C4-F3E6-A307-23E2-DAA5A6B39B80}"/>
              </a:ext>
            </a:extLst>
          </p:cNvPr>
          <p:cNvSpPr/>
          <p:nvPr/>
        </p:nvSpPr>
        <p:spPr>
          <a:xfrm>
            <a:off x="10110047" y="2940362"/>
            <a:ext cx="1153583" cy="349249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sz="1400" dirty="0">
                <a:latin typeface="Consolas" panose="020B0609020204030204" pitchFamily="49" charset="0"/>
                <a:ea typeface="思源黑体 CN Bold" panose="020B0800000000000000" pitchFamily="34" charset="-122"/>
              </a:rPr>
              <a:t>5</a:t>
            </a:r>
          </a:p>
        </p:txBody>
      </p:sp>
      <p:sp>
        <p:nvSpPr>
          <p:cNvPr id="91" name="矩形 90">
            <a:extLst>
              <a:ext uri="{FF2B5EF4-FFF2-40B4-BE49-F238E27FC236}">
                <a16:creationId xmlns:a16="http://schemas.microsoft.com/office/drawing/2014/main" id="{12C14B60-18E6-AC6F-B03F-5FB786B1329F}"/>
              </a:ext>
            </a:extLst>
          </p:cNvPr>
          <p:cNvSpPr/>
          <p:nvPr/>
        </p:nvSpPr>
        <p:spPr>
          <a:xfrm>
            <a:off x="9341695" y="3982920"/>
            <a:ext cx="768351" cy="347133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sz="1400" dirty="0">
                <a:latin typeface="Consolas" panose="020B0609020204030204" pitchFamily="49" charset="0"/>
                <a:ea typeface="思源黑体 CN Bold" panose="020B0800000000000000" pitchFamily="34" charset="-122"/>
              </a:rPr>
              <a:t>2</a:t>
            </a:r>
          </a:p>
        </p:txBody>
      </p:sp>
      <p:sp>
        <p:nvSpPr>
          <p:cNvPr id="92" name="矩形 91">
            <a:extLst>
              <a:ext uri="{FF2B5EF4-FFF2-40B4-BE49-F238E27FC236}">
                <a16:creationId xmlns:a16="http://schemas.microsoft.com/office/drawing/2014/main" id="{0A04381A-25BD-9024-FFB5-C79C437BC1B2}"/>
              </a:ext>
            </a:extLst>
          </p:cNvPr>
          <p:cNvSpPr/>
          <p:nvPr/>
        </p:nvSpPr>
        <p:spPr>
          <a:xfrm>
            <a:off x="10110042" y="3291465"/>
            <a:ext cx="1153583" cy="349251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sz="1400" b="1" dirty="0">
                <a:solidFill>
                  <a:srgbClr val="00B050"/>
                </a:solidFill>
                <a:latin typeface="Consolas" panose="020B0609020204030204" pitchFamily="49" charset="0"/>
                <a:ea typeface="思源黑体 CN Bold" panose="020B0800000000000000" pitchFamily="34" charset="-122"/>
                <a:cs typeface="Courier New" panose="02070309020205020404" pitchFamily="49" charset="0"/>
              </a:rPr>
              <a:t>11</a:t>
            </a:r>
            <a:endParaRPr lang="en-US" altLang="zh-CN" sz="1400" b="1" dirty="0">
              <a:solidFill>
                <a:srgbClr val="00B050"/>
              </a:solidFill>
              <a:latin typeface="Consolas" panose="020B0609020204030204" pitchFamily="49" charset="0"/>
              <a:ea typeface="思源黑体 CN Bold" panose="020B0800000000000000" pitchFamily="34" charset="-122"/>
            </a:endParaRPr>
          </a:p>
        </p:txBody>
      </p:sp>
      <p:sp>
        <p:nvSpPr>
          <p:cNvPr id="93" name="矩形 92">
            <a:extLst>
              <a:ext uri="{FF2B5EF4-FFF2-40B4-BE49-F238E27FC236}">
                <a16:creationId xmlns:a16="http://schemas.microsoft.com/office/drawing/2014/main" id="{9214B26B-0D70-1CE1-5F9D-399955A44E23}"/>
              </a:ext>
            </a:extLst>
          </p:cNvPr>
          <p:cNvSpPr/>
          <p:nvPr/>
        </p:nvSpPr>
        <p:spPr>
          <a:xfrm>
            <a:off x="10110044" y="3636045"/>
            <a:ext cx="1153583" cy="349251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sz="1400" b="1" dirty="0">
                <a:solidFill>
                  <a:srgbClr val="00B050"/>
                </a:solidFill>
                <a:latin typeface="Consolas" panose="020B0609020204030204" pitchFamily="49" charset="0"/>
                <a:ea typeface="思源黑体 CN Bold" panose="020B0800000000000000" pitchFamily="34" charset="-122"/>
                <a:cs typeface="Courier New" panose="02070309020205020404" pitchFamily="49" charset="0"/>
              </a:rPr>
              <a:t>22</a:t>
            </a:r>
            <a:endParaRPr lang="en-US" altLang="zh-CN" sz="1400" b="1" dirty="0">
              <a:solidFill>
                <a:srgbClr val="00B050"/>
              </a:solidFill>
              <a:latin typeface="Consolas" panose="020B0609020204030204" pitchFamily="49" charset="0"/>
              <a:ea typeface="思源黑体 CN Bold" panose="020B0800000000000000" pitchFamily="34" charset="-122"/>
            </a:endParaRPr>
          </a:p>
        </p:txBody>
      </p:sp>
      <p:sp>
        <p:nvSpPr>
          <p:cNvPr id="94" name="矩形 93">
            <a:extLst>
              <a:ext uri="{FF2B5EF4-FFF2-40B4-BE49-F238E27FC236}">
                <a16:creationId xmlns:a16="http://schemas.microsoft.com/office/drawing/2014/main" id="{C7FA77E3-4B98-4FEF-9205-95D9D6CFF113}"/>
              </a:ext>
            </a:extLst>
          </p:cNvPr>
          <p:cNvSpPr/>
          <p:nvPr/>
        </p:nvSpPr>
        <p:spPr>
          <a:xfrm>
            <a:off x="10110044" y="3982921"/>
            <a:ext cx="1153583" cy="34458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sz="1400" b="1" dirty="0">
                <a:solidFill>
                  <a:srgbClr val="00B050"/>
                </a:solidFill>
                <a:latin typeface="Consolas" panose="020B0609020204030204" pitchFamily="49" charset="0"/>
                <a:ea typeface="思源黑体 CN Bold" panose="020B0800000000000000" pitchFamily="34" charset="-122"/>
                <a:cs typeface="Courier New" panose="02070309020205020404" pitchFamily="49" charset="0"/>
              </a:rPr>
              <a:t>33</a:t>
            </a:r>
            <a:endParaRPr lang="en-US" altLang="zh-CN" sz="1400" b="1" dirty="0">
              <a:solidFill>
                <a:srgbClr val="00B050"/>
              </a:solidFill>
              <a:latin typeface="Consolas" panose="020B0609020204030204" pitchFamily="49" charset="0"/>
              <a:ea typeface="思源黑体 CN Bold" panose="020B0800000000000000" pitchFamily="34" charset="-122"/>
            </a:endParaRPr>
          </a:p>
        </p:txBody>
      </p:sp>
      <p:sp>
        <p:nvSpPr>
          <p:cNvPr id="97" name="矩形 96">
            <a:extLst>
              <a:ext uri="{FF2B5EF4-FFF2-40B4-BE49-F238E27FC236}">
                <a16:creationId xmlns:a16="http://schemas.microsoft.com/office/drawing/2014/main" id="{C599BBCB-FBFA-BFDF-C253-B7B204B083BF}"/>
              </a:ext>
            </a:extLst>
          </p:cNvPr>
          <p:cNvSpPr/>
          <p:nvPr/>
        </p:nvSpPr>
        <p:spPr>
          <a:xfrm>
            <a:off x="9341694" y="4321437"/>
            <a:ext cx="768351" cy="347133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sz="1400" dirty="0">
                <a:latin typeface="Consolas" panose="020B0609020204030204" pitchFamily="49" charset="0"/>
                <a:ea typeface="思源黑体 CN Bold" panose="020B0800000000000000" pitchFamily="34" charset="-122"/>
              </a:rPr>
              <a:t>3</a:t>
            </a:r>
          </a:p>
        </p:txBody>
      </p:sp>
      <p:sp>
        <p:nvSpPr>
          <p:cNvPr id="98" name="矩形 97">
            <a:extLst>
              <a:ext uri="{FF2B5EF4-FFF2-40B4-BE49-F238E27FC236}">
                <a16:creationId xmlns:a16="http://schemas.microsoft.com/office/drawing/2014/main" id="{6648194D-1734-B3A3-D4D7-BC92821B6CB6}"/>
              </a:ext>
            </a:extLst>
          </p:cNvPr>
          <p:cNvSpPr/>
          <p:nvPr/>
        </p:nvSpPr>
        <p:spPr>
          <a:xfrm>
            <a:off x="9341693" y="4665495"/>
            <a:ext cx="768351" cy="347133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sz="1400" dirty="0">
                <a:latin typeface="Consolas" panose="020B0609020204030204" pitchFamily="49" charset="0"/>
                <a:ea typeface="思源黑体 CN Bold" panose="020B0800000000000000" pitchFamily="34" charset="-122"/>
              </a:rPr>
              <a:t>4</a:t>
            </a:r>
          </a:p>
        </p:txBody>
      </p:sp>
      <p:sp>
        <p:nvSpPr>
          <p:cNvPr id="99" name="矩形 98">
            <a:extLst>
              <a:ext uri="{FF2B5EF4-FFF2-40B4-BE49-F238E27FC236}">
                <a16:creationId xmlns:a16="http://schemas.microsoft.com/office/drawing/2014/main" id="{B3AA6187-0182-011D-4A86-CFA239318FF2}"/>
              </a:ext>
            </a:extLst>
          </p:cNvPr>
          <p:cNvSpPr/>
          <p:nvPr/>
        </p:nvSpPr>
        <p:spPr>
          <a:xfrm>
            <a:off x="10110042" y="4318620"/>
            <a:ext cx="1153583" cy="349251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sz="1400" b="1" dirty="0">
                <a:solidFill>
                  <a:srgbClr val="00B050"/>
                </a:solidFill>
                <a:latin typeface="Consolas" panose="020B0609020204030204" pitchFamily="49" charset="0"/>
                <a:ea typeface="思源黑体 CN Bold" panose="020B0800000000000000" pitchFamily="34" charset="-122"/>
                <a:cs typeface="Courier New" panose="02070309020205020404" pitchFamily="49" charset="0"/>
              </a:rPr>
              <a:t>44</a:t>
            </a:r>
            <a:endParaRPr lang="en-US" altLang="zh-CN" sz="1400" b="1" dirty="0">
              <a:solidFill>
                <a:srgbClr val="00B050"/>
              </a:solidFill>
              <a:latin typeface="Consolas" panose="020B0609020204030204" pitchFamily="49" charset="0"/>
              <a:ea typeface="思源黑体 CN Bold" panose="020B0800000000000000" pitchFamily="34" charset="-122"/>
            </a:endParaRPr>
          </a:p>
        </p:txBody>
      </p:sp>
      <p:sp>
        <p:nvSpPr>
          <p:cNvPr id="100" name="矩形 99">
            <a:extLst>
              <a:ext uri="{FF2B5EF4-FFF2-40B4-BE49-F238E27FC236}">
                <a16:creationId xmlns:a16="http://schemas.microsoft.com/office/drawing/2014/main" id="{6FDD0821-3A8D-92BF-90EE-246F9F89B641}"/>
              </a:ext>
            </a:extLst>
          </p:cNvPr>
          <p:cNvSpPr/>
          <p:nvPr/>
        </p:nvSpPr>
        <p:spPr>
          <a:xfrm>
            <a:off x="10110042" y="4665496"/>
            <a:ext cx="1153583" cy="34458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sz="1400" b="1" dirty="0">
                <a:solidFill>
                  <a:srgbClr val="00B050"/>
                </a:solidFill>
                <a:latin typeface="Consolas" panose="020B0609020204030204" pitchFamily="49" charset="0"/>
                <a:ea typeface="思源黑体 CN Bold" panose="020B0800000000000000" pitchFamily="34" charset="-122"/>
                <a:cs typeface="Courier New" panose="02070309020205020404" pitchFamily="49" charset="0"/>
              </a:rPr>
              <a:t>55</a:t>
            </a:r>
            <a:endParaRPr lang="en-US" altLang="zh-CN" sz="1400" b="1" dirty="0">
              <a:solidFill>
                <a:srgbClr val="00B050"/>
              </a:solidFill>
              <a:latin typeface="Consolas" panose="020B0609020204030204" pitchFamily="49" charset="0"/>
              <a:ea typeface="思源黑体 CN Bold" panose="020B0800000000000000" pitchFamily="34" charset="-122"/>
            </a:endParaRPr>
          </a:p>
        </p:txBody>
      </p:sp>
      <p:sp>
        <p:nvSpPr>
          <p:cNvPr id="106" name="TextBox 4">
            <a:extLst>
              <a:ext uri="{FF2B5EF4-FFF2-40B4-BE49-F238E27FC236}">
                <a16:creationId xmlns:a16="http://schemas.microsoft.com/office/drawing/2014/main" id="{A24FF25E-7C0F-9285-A892-798BCA27B2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662370" y="2267600"/>
            <a:ext cx="1024467" cy="247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r">
              <a:lnSpc>
                <a:spcPct val="150000"/>
              </a:lnSpc>
            </a:pPr>
            <a:r>
              <a:rPr lang="zh-CN" altLang="en-US" sz="1200" b="1" dirty="0">
                <a:solidFill>
                  <a:srgbClr val="7030A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10f87f48</a:t>
            </a:r>
          </a:p>
        </p:txBody>
      </p:sp>
      <p:sp>
        <p:nvSpPr>
          <p:cNvPr id="105" name="TextBox 4">
            <a:extLst>
              <a:ext uri="{FF2B5EF4-FFF2-40B4-BE49-F238E27FC236}">
                <a16:creationId xmlns:a16="http://schemas.microsoft.com/office/drawing/2014/main" id="{4EA22A79-A648-9F22-3935-3063C8729F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662370" y="2267600"/>
            <a:ext cx="1024467" cy="247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r">
              <a:lnSpc>
                <a:spcPct val="150000"/>
              </a:lnSpc>
            </a:pPr>
            <a:r>
              <a:rPr lang="zh-CN" altLang="en-US" sz="1200" b="1" dirty="0">
                <a:solidFill>
                  <a:srgbClr val="7030A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10f87f48</a:t>
            </a:r>
          </a:p>
        </p:txBody>
      </p:sp>
      <p:sp>
        <p:nvSpPr>
          <p:cNvPr id="109" name="文本框 108">
            <a:extLst>
              <a:ext uri="{FF2B5EF4-FFF2-40B4-BE49-F238E27FC236}">
                <a16:creationId xmlns:a16="http://schemas.microsoft.com/office/drawing/2014/main" id="{827EAA1D-CD26-24D0-C563-33CCF8B5B890}"/>
              </a:ext>
            </a:extLst>
          </p:cNvPr>
          <p:cNvSpPr txBox="1"/>
          <p:nvPr/>
        </p:nvSpPr>
        <p:spPr>
          <a:xfrm>
            <a:off x="6065459" y="4610583"/>
            <a:ext cx="181610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1200" i="1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change</a:t>
            </a:r>
            <a: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(</a:t>
            </a:r>
            <a:r>
              <a:rPr lang="zh-CN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arr</a:t>
            </a:r>
            <a: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);</a:t>
            </a:r>
            <a:endParaRPr lang="zh-CN" altLang="en-US" sz="1200" dirty="0">
              <a:latin typeface="Consolas" panose="020B0609020204030204" pitchFamily="49" charset="0"/>
            </a:endParaRPr>
          </a:p>
        </p:txBody>
      </p:sp>
      <p:sp>
        <p:nvSpPr>
          <p:cNvPr id="110" name="TextBox 3">
            <a:extLst>
              <a:ext uri="{FF2B5EF4-FFF2-40B4-BE49-F238E27FC236}">
                <a16:creationId xmlns:a16="http://schemas.microsoft.com/office/drawing/2014/main" id="{6763686C-0FB0-89D4-7614-34C5229B5615}"/>
              </a:ext>
            </a:extLst>
          </p:cNvPr>
          <p:cNvSpPr txBox="1"/>
          <p:nvPr/>
        </p:nvSpPr>
        <p:spPr>
          <a:xfrm>
            <a:off x="6042088" y="1341369"/>
            <a:ext cx="2367528" cy="2308324"/>
          </a:xfrm>
          <a:prstGeom prst="rect">
            <a:avLst/>
          </a:prstGeom>
          <a:solidFill>
            <a:srgbClr val="FFFFE4"/>
          </a:solidFill>
          <a:ln w="12700">
            <a:solidFill>
              <a:schemeClr val="tx1">
                <a:lumMod val="85000"/>
                <a:lumOff val="15000"/>
              </a:schemeClr>
            </a:solidFill>
          </a:ln>
        </p:spPr>
        <p:txBody>
          <a:bodyPr wrap="square">
            <a:spAutoFit/>
          </a:bodyPr>
          <a:lstStyle/>
          <a:p>
            <a:pPr>
              <a:tabLst>
                <a:tab pos="775527" algn="l"/>
                <a:tab pos="1551055" algn="l"/>
                <a:tab pos="2326582" algn="l"/>
                <a:tab pos="3102109" algn="l"/>
                <a:tab pos="3877636" algn="l"/>
                <a:tab pos="4653164" algn="l"/>
                <a:tab pos="5428691" algn="l"/>
                <a:tab pos="6204218" algn="l"/>
                <a:tab pos="6979746" algn="l"/>
                <a:tab pos="7755273" algn="l"/>
                <a:tab pos="8530800" algn="l"/>
                <a:tab pos="9306327" algn="l"/>
                <a:tab pos="10081855" algn="l"/>
                <a:tab pos="10857382" algn="l"/>
                <a:tab pos="11632909" algn="l"/>
                <a:tab pos="12408436" algn="l"/>
              </a:tabLst>
              <a:defRPr/>
            </a:pPr>
            <a:r>
              <a:rPr lang="en-US" altLang="zh-CN" sz="1200" kern="1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change</a:t>
            </a:r>
          </a:p>
          <a:p>
            <a:pPr>
              <a:tabLst>
                <a:tab pos="775527" algn="l"/>
                <a:tab pos="1551055" algn="l"/>
                <a:tab pos="2326582" algn="l"/>
                <a:tab pos="3102109" algn="l"/>
                <a:tab pos="3877636" algn="l"/>
                <a:tab pos="4653164" algn="l"/>
                <a:tab pos="5428691" algn="l"/>
                <a:tab pos="6204218" algn="l"/>
                <a:tab pos="6979746" algn="l"/>
                <a:tab pos="7755273" algn="l"/>
                <a:tab pos="8530800" algn="l"/>
                <a:tab pos="9306327" algn="l"/>
                <a:tab pos="10081855" algn="l"/>
                <a:tab pos="10857382" algn="l"/>
                <a:tab pos="11632909" algn="l"/>
                <a:tab pos="12408436" algn="l"/>
              </a:tabLst>
              <a:defRPr/>
            </a:pPr>
            <a:endParaRPr lang="en-US" altLang="zh-CN" sz="1200" kern="100" dirty="0">
              <a:solidFill>
                <a:schemeClr val="tx1">
                  <a:lumMod val="85000"/>
                  <a:lumOff val="15000"/>
                </a:schemeClr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>
              <a:tabLst>
                <a:tab pos="775527" algn="l"/>
                <a:tab pos="1551055" algn="l"/>
                <a:tab pos="2326582" algn="l"/>
                <a:tab pos="3102109" algn="l"/>
                <a:tab pos="3877636" algn="l"/>
                <a:tab pos="4653164" algn="l"/>
                <a:tab pos="5428691" algn="l"/>
                <a:tab pos="6204218" algn="l"/>
                <a:tab pos="6979746" algn="l"/>
                <a:tab pos="7755273" algn="l"/>
                <a:tab pos="8530800" algn="l"/>
                <a:tab pos="9306327" algn="l"/>
                <a:tab pos="10081855" algn="l"/>
                <a:tab pos="10857382" algn="l"/>
                <a:tab pos="11632909" algn="l"/>
                <a:tab pos="12408436" algn="l"/>
              </a:tabLst>
              <a:defRPr/>
            </a:pPr>
            <a:endParaRPr lang="en-US" altLang="zh-CN" sz="1200" kern="100" dirty="0">
              <a:solidFill>
                <a:schemeClr val="tx1">
                  <a:lumMod val="85000"/>
                  <a:lumOff val="15000"/>
                </a:schemeClr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>
              <a:tabLst>
                <a:tab pos="775527" algn="l"/>
                <a:tab pos="1551055" algn="l"/>
                <a:tab pos="2326582" algn="l"/>
                <a:tab pos="3102109" algn="l"/>
                <a:tab pos="3877636" algn="l"/>
                <a:tab pos="4653164" algn="l"/>
                <a:tab pos="5428691" algn="l"/>
                <a:tab pos="6204218" algn="l"/>
                <a:tab pos="6979746" algn="l"/>
                <a:tab pos="7755273" algn="l"/>
                <a:tab pos="8530800" algn="l"/>
                <a:tab pos="9306327" algn="l"/>
                <a:tab pos="10081855" algn="l"/>
                <a:tab pos="10857382" algn="l"/>
                <a:tab pos="11632909" algn="l"/>
                <a:tab pos="12408436" algn="l"/>
              </a:tabLst>
              <a:defRPr/>
            </a:pPr>
            <a:endParaRPr lang="en-US" altLang="zh-CN" sz="1200" kern="100" dirty="0">
              <a:solidFill>
                <a:schemeClr val="tx1">
                  <a:lumMod val="85000"/>
                  <a:lumOff val="15000"/>
                </a:schemeClr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>
              <a:tabLst>
                <a:tab pos="775527" algn="l"/>
                <a:tab pos="1551055" algn="l"/>
                <a:tab pos="2326582" algn="l"/>
                <a:tab pos="3102109" algn="l"/>
                <a:tab pos="3877636" algn="l"/>
                <a:tab pos="4653164" algn="l"/>
                <a:tab pos="5428691" algn="l"/>
                <a:tab pos="6204218" algn="l"/>
                <a:tab pos="6979746" algn="l"/>
                <a:tab pos="7755273" algn="l"/>
                <a:tab pos="8530800" algn="l"/>
                <a:tab pos="9306327" algn="l"/>
                <a:tab pos="10081855" algn="l"/>
                <a:tab pos="10857382" algn="l"/>
                <a:tab pos="11632909" algn="l"/>
                <a:tab pos="12408436" algn="l"/>
              </a:tabLst>
              <a:defRPr/>
            </a:pPr>
            <a:endParaRPr lang="en-US" altLang="zh-CN" sz="1200" kern="100" dirty="0">
              <a:solidFill>
                <a:schemeClr val="tx1">
                  <a:lumMod val="85000"/>
                  <a:lumOff val="15000"/>
                </a:schemeClr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>
              <a:tabLst>
                <a:tab pos="775527" algn="l"/>
                <a:tab pos="1551055" algn="l"/>
                <a:tab pos="2326582" algn="l"/>
                <a:tab pos="3102109" algn="l"/>
                <a:tab pos="3877636" algn="l"/>
                <a:tab pos="4653164" algn="l"/>
                <a:tab pos="5428691" algn="l"/>
                <a:tab pos="6204218" algn="l"/>
                <a:tab pos="6979746" algn="l"/>
                <a:tab pos="7755273" algn="l"/>
                <a:tab pos="8530800" algn="l"/>
                <a:tab pos="9306327" algn="l"/>
                <a:tab pos="10081855" algn="l"/>
                <a:tab pos="10857382" algn="l"/>
                <a:tab pos="11632909" algn="l"/>
                <a:tab pos="12408436" algn="l"/>
              </a:tabLst>
              <a:defRPr/>
            </a:pPr>
            <a:endParaRPr lang="en-US" altLang="zh-CN" sz="1200" kern="100" dirty="0">
              <a:solidFill>
                <a:schemeClr val="tx1">
                  <a:lumMod val="85000"/>
                  <a:lumOff val="15000"/>
                </a:schemeClr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>
              <a:tabLst>
                <a:tab pos="775527" algn="l"/>
                <a:tab pos="1551055" algn="l"/>
                <a:tab pos="2326582" algn="l"/>
                <a:tab pos="3102109" algn="l"/>
                <a:tab pos="3877636" algn="l"/>
                <a:tab pos="4653164" algn="l"/>
                <a:tab pos="5428691" algn="l"/>
                <a:tab pos="6204218" algn="l"/>
                <a:tab pos="6979746" algn="l"/>
                <a:tab pos="7755273" algn="l"/>
                <a:tab pos="8530800" algn="l"/>
                <a:tab pos="9306327" algn="l"/>
                <a:tab pos="10081855" algn="l"/>
                <a:tab pos="10857382" algn="l"/>
                <a:tab pos="11632909" algn="l"/>
                <a:tab pos="12408436" algn="l"/>
              </a:tabLst>
              <a:defRPr/>
            </a:pPr>
            <a:endParaRPr lang="en-US" altLang="zh-CN" sz="1200" kern="100" dirty="0">
              <a:solidFill>
                <a:schemeClr val="tx1">
                  <a:lumMod val="85000"/>
                  <a:lumOff val="15000"/>
                </a:schemeClr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>
              <a:tabLst>
                <a:tab pos="775527" algn="l"/>
                <a:tab pos="1551055" algn="l"/>
                <a:tab pos="2326582" algn="l"/>
                <a:tab pos="3102109" algn="l"/>
                <a:tab pos="3877636" algn="l"/>
                <a:tab pos="4653164" algn="l"/>
                <a:tab pos="5428691" algn="l"/>
                <a:tab pos="6204218" algn="l"/>
                <a:tab pos="6979746" algn="l"/>
                <a:tab pos="7755273" algn="l"/>
                <a:tab pos="8530800" algn="l"/>
                <a:tab pos="9306327" algn="l"/>
                <a:tab pos="10081855" algn="l"/>
                <a:tab pos="10857382" algn="l"/>
                <a:tab pos="11632909" algn="l"/>
                <a:tab pos="12408436" algn="l"/>
              </a:tabLst>
              <a:defRPr/>
            </a:pPr>
            <a:endParaRPr lang="en-US" altLang="zh-CN" sz="1200" kern="100" dirty="0">
              <a:solidFill>
                <a:schemeClr val="tx1">
                  <a:lumMod val="85000"/>
                  <a:lumOff val="15000"/>
                </a:schemeClr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>
              <a:tabLst>
                <a:tab pos="775527" algn="l"/>
                <a:tab pos="1551055" algn="l"/>
                <a:tab pos="2326582" algn="l"/>
                <a:tab pos="3102109" algn="l"/>
                <a:tab pos="3877636" algn="l"/>
                <a:tab pos="4653164" algn="l"/>
                <a:tab pos="5428691" algn="l"/>
                <a:tab pos="6204218" algn="l"/>
                <a:tab pos="6979746" algn="l"/>
                <a:tab pos="7755273" algn="l"/>
                <a:tab pos="8530800" algn="l"/>
                <a:tab pos="9306327" algn="l"/>
                <a:tab pos="10081855" algn="l"/>
                <a:tab pos="10857382" algn="l"/>
                <a:tab pos="11632909" algn="l"/>
                <a:tab pos="12408436" algn="l"/>
              </a:tabLst>
              <a:defRPr/>
            </a:pPr>
            <a:endParaRPr lang="en-US" altLang="zh-CN" sz="1200" kern="100" dirty="0">
              <a:solidFill>
                <a:schemeClr val="tx1">
                  <a:lumMod val="85000"/>
                  <a:lumOff val="15000"/>
                </a:schemeClr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>
              <a:tabLst>
                <a:tab pos="775527" algn="l"/>
                <a:tab pos="1551055" algn="l"/>
                <a:tab pos="2326582" algn="l"/>
                <a:tab pos="3102109" algn="l"/>
                <a:tab pos="3877636" algn="l"/>
                <a:tab pos="4653164" algn="l"/>
                <a:tab pos="5428691" algn="l"/>
                <a:tab pos="6204218" algn="l"/>
                <a:tab pos="6979746" algn="l"/>
                <a:tab pos="7755273" algn="l"/>
                <a:tab pos="8530800" algn="l"/>
                <a:tab pos="9306327" algn="l"/>
                <a:tab pos="10081855" algn="l"/>
                <a:tab pos="10857382" algn="l"/>
                <a:tab pos="11632909" algn="l"/>
                <a:tab pos="12408436" algn="l"/>
              </a:tabLst>
              <a:defRPr/>
            </a:pPr>
            <a:endParaRPr lang="en-US" altLang="zh-CN" sz="1200" kern="100" dirty="0">
              <a:solidFill>
                <a:schemeClr val="tx1">
                  <a:lumMod val="85000"/>
                  <a:lumOff val="15000"/>
                </a:schemeClr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>
              <a:tabLst>
                <a:tab pos="775527" algn="l"/>
                <a:tab pos="1551055" algn="l"/>
                <a:tab pos="2326582" algn="l"/>
                <a:tab pos="3102109" algn="l"/>
                <a:tab pos="3877636" algn="l"/>
                <a:tab pos="4653164" algn="l"/>
                <a:tab pos="5428691" algn="l"/>
                <a:tab pos="6204218" algn="l"/>
                <a:tab pos="6979746" algn="l"/>
                <a:tab pos="7755273" algn="l"/>
                <a:tab pos="8530800" algn="l"/>
                <a:tab pos="9306327" algn="l"/>
                <a:tab pos="10081855" algn="l"/>
                <a:tab pos="10857382" algn="l"/>
                <a:tab pos="11632909" algn="l"/>
                <a:tab pos="12408436" algn="l"/>
              </a:tabLst>
              <a:defRPr/>
            </a:pPr>
            <a:endParaRPr lang="en-US" altLang="zh-CN" sz="1200" kern="100" dirty="0">
              <a:solidFill>
                <a:schemeClr val="tx1">
                  <a:lumMod val="85000"/>
                  <a:lumOff val="15000"/>
                </a:schemeClr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>
              <a:tabLst>
                <a:tab pos="775527" algn="l"/>
                <a:tab pos="1551055" algn="l"/>
                <a:tab pos="2326582" algn="l"/>
                <a:tab pos="3102109" algn="l"/>
                <a:tab pos="3877636" algn="l"/>
                <a:tab pos="4653164" algn="l"/>
                <a:tab pos="5428691" algn="l"/>
                <a:tab pos="6204218" algn="l"/>
                <a:tab pos="6979746" algn="l"/>
                <a:tab pos="7755273" algn="l"/>
                <a:tab pos="8530800" algn="l"/>
                <a:tab pos="9306327" algn="l"/>
                <a:tab pos="10081855" algn="l"/>
                <a:tab pos="10857382" algn="l"/>
                <a:tab pos="11632909" algn="l"/>
                <a:tab pos="12408436" algn="l"/>
              </a:tabLst>
              <a:defRPr/>
            </a:pPr>
            <a:endParaRPr lang="en-US" altLang="zh-CN" sz="1200" kern="100" dirty="0">
              <a:solidFill>
                <a:schemeClr val="tx1">
                  <a:lumMod val="85000"/>
                  <a:lumOff val="15000"/>
                </a:schemeClr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07" name="肘形连接符 56">
            <a:extLst>
              <a:ext uri="{FF2B5EF4-FFF2-40B4-BE49-F238E27FC236}">
                <a16:creationId xmlns:a16="http://schemas.microsoft.com/office/drawing/2014/main" id="{7FF4CEA3-861E-593E-78D1-3342C8EF1CA2}"/>
              </a:ext>
            </a:extLst>
          </p:cNvPr>
          <p:cNvCxnSpPr>
            <a:cxnSpLocks/>
            <a:stCxn id="69" idx="2"/>
          </p:cNvCxnSpPr>
          <p:nvPr/>
        </p:nvCxnSpPr>
        <p:spPr>
          <a:xfrm rot="5400000" flipH="1" flipV="1">
            <a:off x="7376429" y="2157113"/>
            <a:ext cx="2075874" cy="2544741"/>
          </a:xfrm>
          <a:prstGeom prst="bentConnector4">
            <a:avLst>
              <a:gd name="adj1" fmla="val -11012"/>
              <a:gd name="adj2" fmla="val 70995"/>
            </a:avLst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3" name="矩形: 圆角 112">
            <a:extLst>
              <a:ext uri="{FF2B5EF4-FFF2-40B4-BE49-F238E27FC236}">
                <a16:creationId xmlns:a16="http://schemas.microsoft.com/office/drawing/2014/main" id="{A7BE0217-C8E9-721A-7C71-FDB46CC21433}"/>
              </a:ext>
            </a:extLst>
          </p:cNvPr>
          <p:cNvSpPr/>
          <p:nvPr/>
        </p:nvSpPr>
        <p:spPr>
          <a:xfrm>
            <a:off x="6112972" y="1672851"/>
            <a:ext cx="2137107" cy="436959"/>
          </a:xfrm>
          <a:prstGeom prst="round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4" name="文本框 113">
            <a:extLst>
              <a:ext uri="{FF2B5EF4-FFF2-40B4-BE49-F238E27FC236}">
                <a16:creationId xmlns:a16="http://schemas.microsoft.com/office/drawing/2014/main" id="{F3C823F2-A200-9B3A-F2F2-828A2FC03303}"/>
              </a:ext>
            </a:extLst>
          </p:cNvPr>
          <p:cNvSpPr txBox="1"/>
          <p:nvPr/>
        </p:nvSpPr>
        <p:spPr>
          <a:xfrm>
            <a:off x="6135530" y="1740435"/>
            <a:ext cx="1808825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11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int</a:t>
            </a:r>
            <a:r>
              <a:rPr lang="en-US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[]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a</a:t>
            </a:r>
            <a:r>
              <a:rPr lang="en-US" altLang="zh-CN" sz="1100" dirty="0" err="1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rr</a:t>
            </a:r>
            <a:endParaRPr lang="zh-CN" altLang="en-US" sz="1100" dirty="0">
              <a:latin typeface="Consolas" panose="020B0609020204030204" pitchFamily="49" charset="0"/>
            </a:endParaRPr>
          </a:p>
        </p:txBody>
      </p:sp>
      <p:sp>
        <p:nvSpPr>
          <p:cNvPr id="115" name="TextBox 4">
            <a:extLst>
              <a:ext uri="{FF2B5EF4-FFF2-40B4-BE49-F238E27FC236}">
                <a16:creationId xmlns:a16="http://schemas.microsoft.com/office/drawing/2014/main" id="{35BC391F-7DA2-1CF6-139D-6945AD7002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06182" y="4075155"/>
            <a:ext cx="1024467" cy="247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r">
              <a:lnSpc>
                <a:spcPct val="150000"/>
              </a:lnSpc>
            </a:pPr>
            <a:r>
              <a:rPr lang="zh-CN" altLang="en-US" sz="1200" b="1" dirty="0">
                <a:solidFill>
                  <a:srgbClr val="7030A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10f87f48</a:t>
            </a:r>
          </a:p>
        </p:txBody>
      </p:sp>
      <p:cxnSp>
        <p:nvCxnSpPr>
          <p:cNvPr id="117" name="连接符: 肘形 116">
            <a:extLst>
              <a:ext uri="{FF2B5EF4-FFF2-40B4-BE49-F238E27FC236}">
                <a16:creationId xmlns:a16="http://schemas.microsoft.com/office/drawing/2014/main" id="{87BFA445-F85F-E52A-B8AA-FF397F3EB211}"/>
              </a:ext>
            </a:extLst>
          </p:cNvPr>
          <p:cNvCxnSpPr>
            <a:stCxn id="113" idx="3"/>
            <a:endCxn id="106" idx="0"/>
          </p:cNvCxnSpPr>
          <p:nvPr/>
        </p:nvCxnSpPr>
        <p:spPr>
          <a:xfrm>
            <a:off x="8250079" y="1891331"/>
            <a:ext cx="1924525" cy="376269"/>
          </a:xfrm>
          <a:prstGeom prst="bentConnector2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8" name="文本框 117">
            <a:extLst>
              <a:ext uri="{FF2B5EF4-FFF2-40B4-BE49-F238E27FC236}">
                <a16:creationId xmlns:a16="http://schemas.microsoft.com/office/drawing/2014/main" id="{9190ED35-BB08-EE42-CB8C-B44512066822}"/>
              </a:ext>
            </a:extLst>
          </p:cNvPr>
          <p:cNvSpPr txBox="1"/>
          <p:nvPr/>
        </p:nvSpPr>
        <p:spPr>
          <a:xfrm>
            <a:off x="6089570" y="2191477"/>
            <a:ext cx="242172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arr[</a:t>
            </a:r>
            <a:r>
              <a:rPr lang="zh-CN" altLang="zh-CN" sz="1400" dirty="0">
                <a:solidFill>
                  <a:srgbClr val="1750EB"/>
                </a:solidFill>
                <a:latin typeface="Consolas" panose="020B0609020204030204" pitchFamily="49" charset="0"/>
                <a:ea typeface="JetBrains Mono"/>
              </a:rPr>
              <a:t>0</a:t>
            </a: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] = </a:t>
            </a:r>
            <a:r>
              <a:rPr lang="zh-CN" altLang="zh-CN" sz="1400" dirty="0">
                <a:solidFill>
                  <a:srgbClr val="1750EB"/>
                </a:solidFill>
                <a:latin typeface="Consolas" panose="020B0609020204030204" pitchFamily="49" charset="0"/>
                <a:ea typeface="JetBrains Mono"/>
              </a:rPr>
              <a:t>66</a:t>
            </a: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;</a:t>
            </a:r>
            <a:endParaRPr lang="zh-CN" altLang="en-US" sz="1400" dirty="0">
              <a:latin typeface="Consolas" panose="020B0609020204030204" pitchFamily="49" charset="0"/>
            </a:endParaRPr>
          </a:p>
        </p:txBody>
      </p:sp>
      <p:sp>
        <p:nvSpPr>
          <p:cNvPr id="119" name="矩形 118">
            <a:extLst>
              <a:ext uri="{FF2B5EF4-FFF2-40B4-BE49-F238E27FC236}">
                <a16:creationId xmlns:a16="http://schemas.microsoft.com/office/drawing/2014/main" id="{F8CD43C5-E200-0FFC-A5CC-58758F60D918}"/>
              </a:ext>
            </a:extLst>
          </p:cNvPr>
          <p:cNvSpPr/>
          <p:nvPr/>
        </p:nvSpPr>
        <p:spPr>
          <a:xfrm>
            <a:off x="9341696" y="3288722"/>
            <a:ext cx="768351" cy="349251"/>
          </a:xfrm>
          <a:prstGeom prst="rect">
            <a:avLst/>
          </a:prstGeom>
          <a:solidFill>
            <a:srgbClr val="0070C0"/>
          </a:solidFill>
          <a:ln>
            <a:solidFill>
              <a:schemeClr val="tx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sz="1400" dirty="0">
                <a:latin typeface="Consolas" panose="020B0609020204030204" pitchFamily="49" charset="0"/>
                <a:ea typeface="思源黑体 CN Bold" panose="020B0800000000000000" pitchFamily="34" charset="-122"/>
              </a:rPr>
              <a:t>0</a:t>
            </a:r>
          </a:p>
        </p:txBody>
      </p:sp>
      <p:sp>
        <p:nvSpPr>
          <p:cNvPr id="120" name="矩形 119">
            <a:extLst>
              <a:ext uri="{FF2B5EF4-FFF2-40B4-BE49-F238E27FC236}">
                <a16:creationId xmlns:a16="http://schemas.microsoft.com/office/drawing/2014/main" id="{2147AB9C-E6EB-6A28-8533-A45AF5673921}"/>
              </a:ext>
            </a:extLst>
          </p:cNvPr>
          <p:cNvSpPr/>
          <p:nvPr/>
        </p:nvSpPr>
        <p:spPr>
          <a:xfrm>
            <a:off x="10110042" y="3288036"/>
            <a:ext cx="1153583" cy="349251"/>
          </a:xfrm>
          <a:prstGeom prst="rect">
            <a:avLst/>
          </a:prstGeom>
          <a:solidFill>
            <a:srgbClr val="0070C0"/>
          </a:solidFill>
          <a:ln>
            <a:solidFill>
              <a:schemeClr val="tx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sz="1400" b="1" dirty="0">
                <a:solidFill>
                  <a:srgbClr val="C00000"/>
                </a:solidFill>
                <a:latin typeface="Consolas" panose="020B0609020204030204" pitchFamily="49" charset="0"/>
                <a:ea typeface="思源黑体 CN Bold" panose="020B0800000000000000" pitchFamily="34" charset="-122"/>
                <a:cs typeface="Courier New" panose="02070309020205020404" pitchFamily="49" charset="0"/>
              </a:rPr>
              <a:t>66</a:t>
            </a:r>
            <a:endParaRPr lang="en-US" altLang="zh-CN" sz="1400" b="1" dirty="0">
              <a:solidFill>
                <a:srgbClr val="C00000"/>
              </a:solidFill>
              <a:latin typeface="Consolas" panose="020B0609020204030204" pitchFamily="49" charset="0"/>
              <a:ea typeface="思源黑体 CN Bold" panose="020B0800000000000000" pitchFamily="34" charset="-122"/>
            </a:endParaRPr>
          </a:p>
        </p:txBody>
      </p:sp>
      <p:sp>
        <p:nvSpPr>
          <p:cNvPr id="121" name="文本框 120">
            <a:extLst>
              <a:ext uri="{FF2B5EF4-FFF2-40B4-BE49-F238E27FC236}">
                <a16:creationId xmlns:a16="http://schemas.microsoft.com/office/drawing/2014/main" id="{45E1B3DF-2556-22D2-C892-7C05A46B0700}"/>
              </a:ext>
            </a:extLst>
          </p:cNvPr>
          <p:cNvSpPr txBox="1"/>
          <p:nvPr/>
        </p:nvSpPr>
        <p:spPr>
          <a:xfrm>
            <a:off x="414401" y="4869355"/>
            <a:ext cx="4417182" cy="646331"/>
          </a:xfrm>
          <a:prstGeom prst="rect">
            <a:avLst/>
          </a:prstGeom>
          <a:solidFill>
            <a:srgbClr val="0C0C0C"/>
          </a:solidFill>
          <a:ln>
            <a:solidFill>
              <a:schemeClr val="tx1">
                <a:lumMod val="85000"/>
                <a:lumOff val="1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chemeClr val="bg1">
                    <a:lumMod val="95000"/>
                  </a:schemeClr>
                </a:solidFill>
                <a:latin typeface="Alibaba PuHuiTi M"/>
              </a:rPr>
              <a:t>调用</a:t>
            </a:r>
            <a:r>
              <a:rPr lang="en-US" altLang="zh-CN" dirty="0">
                <a:solidFill>
                  <a:schemeClr val="bg1">
                    <a:lumMod val="95000"/>
                  </a:schemeClr>
                </a:solidFill>
                <a:latin typeface="Alibaba PuHuiTi M"/>
              </a:rPr>
              <a:t>change</a:t>
            </a:r>
            <a:r>
              <a:rPr lang="zh-CN" altLang="en-US" dirty="0">
                <a:solidFill>
                  <a:schemeClr val="bg1">
                    <a:lumMod val="95000"/>
                  </a:schemeClr>
                </a:solidFill>
                <a:latin typeface="Alibaba PuHuiTi M"/>
              </a:rPr>
              <a:t>方法前</a:t>
            </a:r>
            <a:r>
              <a:rPr lang="en-US" altLang="zh-CN" dirty="0">
                <a:solidFill>
                  <a:schemeClr val="bg1">
                    <a:lumMod val="95000"/>
                  </a:schemeClr>
                </a:solidFill>
                <a:latin typeface="Alibaba PuHuiTi M"/>
              </a:rPr>
              <a:t>: 11</a:t>
            </a:r>
          </a:p>
          <a:p>
            <a:r>
              <a:rPr lang="zh-CN" altLang="en-US" dirty="0">
                <a:solidFill>
                  <a:schemeClr val="bg1">
                    <a:lumMod val="95000"/>
                  </a:schemeClr>
                </a:solidFill>
                <a:latin typeface="Alibaba PuHuiTi M"/>
              </a:rPr>
              <a:t>调用</a:t>
            </a:r>
            <a:r>
              <a:rPr lang="en-US" altLang="zh-CN" dirty="0">
                <a:solidFill>
                  <a:schemeClr val="bg1">
                    <a:lumMod val="95000"/>
                  </a:schemeClr>
                </a:solidFill>
                <a:latin typeface="Alibaba PuHuiTi M"/>
              </a:rPr>
              <a:t>change</a:t>
            </a:r>
            <a:r>
              <a:rPr lang="zh-CN" altLang="en-US" dirty="0">
                <a:solidFill>
                  <a:schemeClr val="bg1">
                    <a:lumMod val="95000"/>
                  </a:schemeClr>
                </a:solidFill>
                <a:latin typeface="Alibaba PuHuiTi M"/>
              </a:rPr>
              <a:t>方法后</a:t>
            </a:r>
            <a:r>
              <a:rPr lang="en-US" altLang="zh-CN" dirty="0">
                <a:solidFill>
                  <a:schemeClr val="bg1">
                    <a:lumMod val="95000"/>
                  </a:schemeClr>
                </a:solidFill>
                <a:latin typeface="Alibaba PuHuiTi M"/>
              </a:rPr>
              <a:t>: 66</a:t>
            </a: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EBA964F4-304F-43A8-1B05-70723A4319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方法参数传递内存图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757037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9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5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8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1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4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7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0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3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6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9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2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5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50" presetClass="pat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39 -0.00069 L -0.10769 -0.00069 C -0.15599 -0.00069 -0.21511 0.07222 -0.21511 0.13125 L -0.21511 0.26458 " pathEditMode="relative" rAng="0" ptsTypes="AAAA">
                                      <p:cBhvr>
                                        <p:cTn id="72" dur="100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0781" y="13264"/>
                                    </p:animMotion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9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1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1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0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3"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8" presetID="64" presetClass="pat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1.48148E-6 L 3.33333E-6 -0.34236 " pathEditMode="relative" rAng="0" ptsTypes="AA">
                                      <p:cBhvr>
                                        <p:cTn id="109" dur="750" fill="hold"/>
                                        <p:tgtEl>
                                          <p:spTgt spid="1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713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4"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9" dur="5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4"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7"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2" presetClass="exit" presetSubtype="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31" dur="500"/>
                                        <p:tgtEl>
                                          <p:spTgt spid="1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2" dur="500"/>
                                        <p:tgtEl>
                                          <p:spTgt spid="1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4" presetID="2" presetClass="exit" presetSubtype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35" dur="500"/>
                                        <p:tgtEl>
                                          <p:spTgt spid="1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6" dur="500"/>
                                        <p:tgtEl>
                                          <p:spTgt spid="1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8" presetID="2" presetClass="exit" presetSubtype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39" dur="500"/>
                                        <p:tgtEl>
                                          <p:spTgt spid="1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0" dur="500"/>
                                        <p:tgtEl>
                                          <p:spTgt spid="1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2" presetID="2" presetClass="exit" presetSubtype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43" dur="500"/>
                                        <p:tgtEl>
                                          <p:spTgt spid="1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4" dur="500"/>
                                        <p:tgtEl>
                                          <p:spTgt spid="1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6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8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0" fill="hold">
                      <p:stCondLst>
                        <p:cond delay="indefinite"/>
                      </p:stCondLst>
                      <p:childTnLst>
                        <p:par>
                          <p:cTn id="151" fill="hold">
                            <p:stCondLst>
                              <p:cond delay="0"/>
                            </p:stCondLst>
                            <p:childTnLst>
                              <p:par>
                                <p:cTn id="15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4"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68" grpId="0" animBg="1"/>
      <p:bldP spid="69" grpId="0" animBg="1"/>
      <p:bldP spid="70" grpId="0"/>
      <p:bldP spid="86" grpId="0" animBg="1"/>
      <p:bldP spid="87" grpId="0" animBg="1"/>
      <p:bldP spid="88" grpId="0" animBg="1"/>
      <p:bldP spid="89" grpId="0" animBg="1"/>
      <p:bldP spid="90" grpId="0" animBg="1"/>
      <p:bldP spid="91" grpId="0" animBg="1"/>
      <p:bldP spid="92" grpId="0" animBg="1"/>
      <p:bldP spid="93" grpId="0" animBg="1"/>
      <p:bldP spid="94" grpId="0" animBg="1"/>
      <p:bldP spid="97" grpId="0" animBg="1"/>
      <p:bldP spid="98" grpId="0" animBg="1"/>
      <p:bldP spid="99" grpId="0" animBg="1"/>
      <p:bldP spid="100" grpId="0" animBg="1"/>
      <p:bldP spid="106" grpId="0"/>
      <p:bldP spid="105" grpId="0"/>
      <p:bldP spid="105" grpId="1"/>
      <p:bldP spid="109" grpId="0"/>
      <p:bldP spid="110" grpId="0" animBg="1"/>
      <p:bldP spid="110" grpId="1" animBg="1"/>
      <p:bldP spid="113" grpId="0" animBg="1"/>
      <p:bldP spid="113" grpId="1" animBg="1"/>
      <p:bldP spid="114" grpId="0"/>
      <p:bldP spid="114" grpId="1"/>
      <p:bldP spid="115" grpId="0"/>
      <p:bldP spid="115" grpId="1"/>
      <p:bldP spid="115" grpId="2"/>
      <p:bldP spid="118" grpId="0"/>
      <p:bldP spid="118" grpId="1"/>
      <p:bldP spid="119" grpId="0" animBg="1"/>
      <p:bldP spid="120" grpId="0" animBg="1"/>
      <p:bldP spid="121" grpId="0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007841-9580-03B1-E332-BC532677C7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13A56B88-AF7C-12C7-1A4A-CEC0E9A0D0F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258201" y="1662411"/>
            <a:ext cx="3787673" cy="4287452"/>
          </a:xfrm>
        </p:spPr>
        <p:txBody>
          <a:bodyPr/>
          <a:lstStyle/>
          <a:p>
            <a:r>
              <a:rPr lang="zh-CN" altLang="en-US" dirty="0">
                <a:latin typeface="Consolas" panose="020B0609020204030204" pitchFamily="49" charset="0"/>
              </a:rPr>
              <a:t>数组介绍</a:t>
            </a:r>
            <a:endParaRPr lang="en-US" altLang="zh-CN" dirty="0">
              <a:latin typeface="Consolas" panose="020B0609020204030204" pitchFamily="49" charset="0"/>
            </a:endParaRPr>
          </a:p>
          <a:p>
            <a:r>
              <a:rPr lang="zh-CN" altLang="en-US" dirty="0">
                <a:latin typeface="Consolas" panose="020B0609020204030204" pitchFamily="49" charset="0"/>
              </a:rPr>
              <a:t>数组的定义和静态初始化</a:t>
            </a:r>
            <a:endParaRPr lang="en-US" altLang="zh-CN" dirty="0">
              <a:latin typeface="Consolas" panose="020B0609020204030204" pitchFamily="49" charset="0"/>
            </a:endParaRPr>
          </a:p>
          <a:p>
            <a:r>
              <a:rPr lang="zh-CN" altLang="en-US" dirty="0">
                <a:latin typeface="Consolas" panose="020B0609020204030204" pitchFamily="49" charset="0"/>
              </a:rPr>
              <a:t>数组元素访问</a:t>
            </a:r>
            <a:endParaRPr lang="en-US" altLang="zh-CN" dirty="0">
              <a:latin typeface="Consolas" panose="020B0609020204030204" pitchFamily="49" charset="0"/>
            </a:endParaRPr>
          </a:p>
          <a:p>
            <a:r>
              <a:rPr lang="zh-CN" altLang="en-US" dirty="0">
                <a:latin typeface="Consolas" panose="020B0609020204030204" pitchFamily="49" charset="0"/>
              </a:rPr>
              <a:t>数组遍历操作</a:t>
            </a:r>
            <a:endParaRPr lang="en-US" altLang="zh-CN" dirty="0">
              <a:latin typeface="Consolas" panose="020B0609020204030204" pitchFamily="49" charset="0"/>
            </a:endParaRPr>
          </a:p>
          <a:p>
            <a:r>
              <a:rPr lang="zh-CN" altLang="en-US" dirty="0">
                <a:latin typeface="Consolas" panose="020B0609020204030204" pitchFamily="49" charset="0"/>
              </a:rPr>
              <a:t>数组动态初始化</a:t>
            </a:r>
            <a:endParaRPr lang="en-US" altLang="zh-CN" dirty="0">
              <a:latin typeface="Consolas" panose="020B0609020204030204" pitchFamily="49" charset="0"/>
            </a:endParaRPr>
          </a:p>
          <a:p>
            <a:r>
              <a:rPr lang="zh-CN" altLang="en-US" dirty="0">
                <a:latin typeface="Consolas" panose="020B0609020204030204" pitchFamily="49" charset="0"/>
              </a:rPr>
              <a:t>数组内存图</a:t>
            </a:r>
            <a:endParaRPr lang="en-US" altLang="zh-CN" dirty="0">
              <a:latin typeface="Consolas" panose="020B0609020204030204" pitchFamily="49" charset="0"/>
            </a:endParaRPr>
          </a:p>
          <a:p>
            <a:r>
              <a:rPr lang="zh-CN" altLang="en-US" dirty="0">
                <a:latin typeface="Consolas" panose="020B0609020204030204" pitchFamily="49" charset="0"/>
              </a:rPr>
              <a:t>数组常见问题</a:t>
            </a:r>
            <a:endParaRPr lang="en-US" altLang="zh-CN" dirty="0">
              <a:latin typeface="Consolas" panose="020B0609020204030204" pitchFamily="49" charset="0"/>
            </a:endParaRPr>
          </a:p>
          <a:p>
            <a:r>
              <a:rPr lang="zh-CN" altLang="en-US" dirty="0">
                <a:latin typeface="Consolas" panose="020B0609020204030204" pitchFamily="49" charset="0"/>
              </a:rPr>
              <a:t>二维数组</a:t>
            </a:r>
          </a:p>
        </p:txBody>
      </p:sp>
    </p:spTree>
    <p:extLst>
      <p:ext uri="{BB962C8B-B14F-4D97-AF65-F5344CB8AC3E}">
        <p14:creationId xmlns:p14="http://schemas.microsoft.com/office/powerpoint/2010/main" val="12367958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BDB26B-8527-B7F6-100E-9BBEB7E30E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DCF473F-5374-8D22-1C11-6B1E5BDBC61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834080" y="2465278"/>
            <a:ext cx="4831831" cy="901700"/>
          </a:xfrm>
        </p:spPr>
        <p:txBody>
          <a:bodyPr/>
          <a:lstStyle/>
          <a:p>
            <a:r>
              <a:rPr lang="zh-CN" altLang="en-US" dirty="0"/>
              <a:t>数组常见问题</a:t>
            </a:r>
          </a:p>
        </p:txBody>
      </p:sp>
      <p:sp>
        <p:nvSpPr>
          <p:cNvPr id="10" name="文本占位符 9">
            <a:extLst>
              <a:ext uri="{FF2B5EF4-FFF2-40B4-BE49-F238E27FC236}">
                <a16:creationId xmlns:a16="http://schemas.microsoft.com/office/drawing/2014/main" id="{4D81CC70-17EB-958B-0946-ACD593A1C18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zh-CN" dirty="0"/>
              <a:t>7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1119646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764C089C-0935-5E44-B9F7-7E9F84DDBA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数组常见问题</a:t>
            </a:r>
          </a:p>
        </p:txBody>
      </p:sp>
      <p:sp>
        <p:nvSpPr>
          <p:cNvPr id="40" name="文本占位符 3">
            <a:extLst>
              <a:ext uri="{FF2B5EF4-FFF2-40B4-BE49-F238E27FC236}">
                <a16:creationId xmlns:a16="http://schemas.microsoft.com/office/drawing/2014/main" id="{57B70709-3842-4151-86BD-E249E98D2F55}"/>
              </a:ext>
            </a:extLst>
          </p:cNvPr>
          <p:cNvSpPr txBox="1">
            <a:spLocks/>
          </p:cNvSpPr>
          <p:nvPr/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lang="zh-CN" altLang="en-US" sz="18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zh-CN" altLang="en-US" dirty="0">
                <a:latin typeface="Consolas" panose="020B0609020204030204" pitchFamily="49" charset="0"/>
              </a:rPr>
              <a:t>索引越界异常</a:t>
            </a:r>
          </a:p>
        </p:txBody>
      </p:sp>
      <p:sp>
        <p:nvSpPr>
          <p:cNvPr id="11" name="TextBox 3">
            <a:extLst>
              <a:ext uri="{FF2B5EF4-FFF2-40B4-BE49-F238E27FC236}">
                <a16:creationId xmlns:a16="http://schemas.microsoft.com/office/drawing/2014/main" id="{9551A003-4F47-4935-B111-8EEC7D2AA4C6}"/>
              </a:ext>
            </a:extLst>
          </p:cNvPr>
          <p:cNvSpPr txBox="1"/>
          <p:nvPr/>
        </p:nvSpPr>
        <p:spPr>
          <a:xfrm>
            <a:off x="710879" y="1635973"/>
            <a:ext cx="9272875" cy="4259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594" indent="-228594">
              <a:lnSpc>
                <a:spcPct val="150000"/>
              </a:lnSpc>
              <a:buClr>
                <a:schemeClr val="tx1">
                  <a:lumMod val="95000"/>
                  <a:lumOff val="5000"/>
                </a:schemeClr>
              </a:buClr>
              <a:buFont typeface="Wingdings" panose="05000000000000000000" pitchFamily="2" charset="2"/>
              <a:buChar char="l"/>
              <a:defRPr/>
            </a:pPr>
            <a:r>
              <a:rPr lang="en-US" altLang="zh-CN" sz="1600" dirty="0" err="1">
                <a:solidFill>
                  <a:srgbClr val="C00000"/>
                </a:solidFill>
                <a:latin typeface="Consolas" panose="020B0609020204030204" pitchFamily="49" charset="0"/>
                <a:ea typeface="思源黑体 CN Normal" panose="020B0400000000000000" pitchFamily="34" charset="-122"/>
              </a:rPr>
              <a:t>ArrayIndexOutOfBoundsException</a:t>
            </a:r>
            <a:r>
              <a:rPr lang="en-US" altLang="zh-CN" sz="16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思源黑体 CN Normal" panose="020B0400000000000000" pitchFamily="34" charset="-122"/>
              </a:rPr>
              <a:t> </a:t>
            </a:r>
            <a:r>
              <a:rPr lang="zh-CN" altLang="en-US" sz="1600" dirty="0">
                <a:solidFill>
                  <a:schemeClr val="tx1">
                    <a:lumMod val="50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当访问了数组中不存在的索引，就会引发索引越界异常</a:t>
            </a:r>
            <a:endParaRPr lang="en-US" altLang="zh-CN" sz="1600" dirty="0">
              <a:solidFill>
                <a:schemeClr val="tx1">
                  <a:lumMod val="50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860997116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764C089C-0935-5E44-B9F7-7E9F84DDBA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数组常见问题</a:t>
            </a:r>
            <a:endParaRPr kumimoji="1" lang="zh-CN" altLang="en-US" dirty="0"/>
          </a:p>
        </p:txBody>
      </p:sp>
      <p:sp>
        <p:nvSpPr>
          <p:cNvPr id="40" name="文本占位符 3">
            <a:extLst>
              <a:ext uri="{FF2B5EF4-FFF2-40B4-BE49-F238E27FC236}">
                <a16:creationId xmlns:a16="http://schemas.microsoft.com/office/drawing/2014/main" id="{57B70709-3842-4151-86BD-E249E98D2F55}"/>
              </a:ext>
            </a:extLst>
          </p:cNvPr>
          <p:cNvSpPr txBox="1">
            <a:spLocks/>
          </p:cNvSpPr>
          <p:nvPr/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lang="zh-CN" altLang="en-US" sz="18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zh-CN" altLang="en-US" dirty="0">
                <a:latin typeface="Consolas" panose="020B0609020204030204" pitchFamily="49" charset="0"/>
              </a:rPr>
              <a:t>空指针异常</a:t>
            </a:r>
          </a:p>
        </p:txBody>
      </p:sp>
      <p:sp>
        <p:nvSpPr>
          <p:cNvPr id="11" name="TextBox 3">
            <a:extLst>
              <a:ext uri="{FF2B5EF4-FFF2-40B4-BE49-F238E27FC236}">
                <a16:creationId xmlns:a16="http://schemas.microsoft.com/office/drawing/2014/main" id="{9551A003-4F47-4935-B111-8EEC7D2AA4C6}"/>
              </a:ext>
            </a:extLst>
          </p:cNvPr>
          <p:cNvSpPr txBox="1"/>
          <p:nvPr/>
        </p:nvSpPr>
        <p:spPr>
          <a:xfrm>
            <a:off x="710879" y="1635973"/>
            <a:ext cx="10343696" cy="4259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594" indent="-228594">
              <a:lnSpc>
                <a:spcPct val="150000"/>
              </a:lnSpc>
              <a:buFont typeface="Wingdings" panose="05000000000000000000" pitchFamily="2" charset="2"/>
              <a:buChar char="l"/>
              <a:defRPr/>
            </a:pPr>
            <a:r>
              <a:rPr lang="zh-CN" altLang="en-US" sz="16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当引用数据类型变量被赋值为 </a:t>
            </a:r>
            <a:r>
              <a:rPr lang="en-US" altLang="zh-CN" sz="16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null </a:t>
            </a:r>
            <a:r>
              <a:rPr lang="zh-CN" altLang="en-US" sz="16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之后，地址的指向被切断，还继续访问堆内存数据，就会引发空指针异常</a:t>
            </a:r>
            <a:endParaRPr lang="en-US" altLang="zh-CN" sz="1600" dirty="0">
              <a:solidFill>
                <a:schemeClr val="tx1">
                  <a:lumMod val="50000"/>
                </a:schemeClr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2" name="TextBox 3">
            <a:extLst>
              <a:ext uri="{FF2B5EF4-FFF2-40B4-BE49-F238E27FC236}">
                <a16:creationId xmlns:a16="http://schemas.microsoft.com/office/drawing/2014/main" id="{E107DCC8-AEA7-4D8E-95F4-5E22AAEA45CA}"/>
              </a:ext>
            </a:extLst>
          </p:cNvPr>
          <p:cNvSpPr txBox="1"/>
          <p:nvPr/>
        </p:nvSpPr>
        <p:spPr>
          <a:xfrm>
            <a:off x="773428" y="2768341"/>
            <a:ext cx="4540251" cy="1600438"/>
          </a:xfrm>
          <a:prstGeom prst="rect">
            <a:avLst/>
          </a:prstGeom>
          <a:solidFill>
            <a:schemeClr val="bg2"/>
          </a:solidFill>
          <a:ln w="12700">
            <a:solidFill>
              <a:schemeClr val="tx1"/>
            </a:solidFill>
          </a:ln>
        </p:spPr>
        <p:txBody>
          <a:bodyPr>
            <a:spAutoFit/>
          </a:bodyPr>
          <a:lstStyle/>
          <a:p>
            <a:pPr>
              <a:defRPr/>
            </a:pPr>
            <a:r>
              <a:rPr lang="zh-CN" altLang="zh-CN" sz="1400" dirty="0">
                <a:solidFill>
                  <a:srgbClr val="0033B3"/>
                </a:solidFill>
                <a:latin typeface="Consolas" panose="020B0609020204030204" pitchFamily="49" charset="0"/>
              </a:rPr>
              <a:t>public static void </a:t>
            </a:r>
            <a:r>
              <a:rPr lang="zh-CN" altLang="zh-CN" sz="1400" dirty="0">
                <a:solidFill>
                  <a:srgbClr val="00627A"/>
                </a:solidFill>
                <a:latin typeface="Consolas" panose="020B0609020204030204" pitchFamily="49" charset="0"/>
              </a:rPr>
              <a:t>main</a:t>
            </a: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</a:rPr>
              <a:t>(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String</a:t>
            </a: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</a:rPr>
              <a:t>[] args) {</a:t>
            </a:r>
            <a:b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</a:rPr>
            </a:b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</a:rPr>
              <a:t>    </a:t>
            </a:r>
            <a:r>
              <a:rPr lang="zh-CN" altLang="zh-CN" sz="1400" dirty="0">
                <a:solidFill>
                  <a:srgbClr val="0033B3"/>
                </a:solidFill>
                <a:latin typeface="Consolas" panose="020B0609020204030204" pitchFamily="49" charset="0"/>
              </a:rPr>
              <a:t>int</a:t>
            </a: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</a:rPr>
              <a:t>[] arr = </a:t>
            </a:r>
            <a:r>
              <a:rPr lang="zh-CN" altLang="zh-CN" sz="1400" dirty="0">
                <a:solidFill>
                  <a:srgbClr val="0033B3"/>
                </a:solidFill>
                <a:latin typeface="Consolas" panose="020B0609020204030204" pitchFamily="49" charset="0"/>
              </a:rPr>
              <a:t>new int</a:t>
            </a: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</a:rPr>
              <a:t>[</a:t>
            </a:r>
            <a:r>
              <a:rPr lang="en-US" altLang="zh-CN" sz="1400" dirty="0">
                <a:solidFill>
                  <a:srgbClr val="1750EB"/>
                </a:solidFill>
                <a:latin typeface="Consolas" panose="020B0609020204030204" pitchFamily="49" charset="0"/>
              </a:rPr>
              <a:t>2</a:t>
            </a: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</a:rPr>
              <a:t>];</a:t>
            </a:r>
            <a:b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</a:rPr>
            </a:b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</a:rPr>
              <a:t>    </a:t>
            </a:r>
            <a:r>
              <a:rPr lang="zh-CN" altLang="zh-CN" sz="1400" dirty="0">
                <a:solidFill>
                  <a:srgbClr val="1D8C13"/>
                </a:solidFill>
                <a:latin typeface="Consolas" panose="020B0609020204030204" pitchFamily="49" charset="0"/>
              </a:rPr>
              <a:t>//把null赋值给数组</a:t>
            </a:r>
            <a:br>
              <a:rPr lang="zh-CN" altLang="zh-CN" sz="1400" dirty="0">
                <a:solidFill>
                  <a:srgbClr val="1D8C13"/>
                </a:solidFill>
                <a:latin typeface="Consolas" panose="020B0609020204030204" pitchFamily="49" charset="0"/>
              </a:rPr>
            </a:br>
            <a:r>
              <a:rPr lang="zh-CN" altLang="zh-CN" sz="1400" dirty="0">
                <a:solidFill>
                  <a:srgbClr val="1D8C13"/>
                </a:solidFill>
                <a:latin typeface="Consolas" panose="020B0609020204030204" pitchFamily="49" charset="0"/>
              </a:rPr>
              <a:t>    </a:t>
            </a: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</a:rPr>
              <a:t>arr = </a:t>
            </a:r>
            <a:r>
              <a:rPr lang="zh-CN" altLang="zh-CN" sz="1400" dirty="0">
                <a:solidFill>
                  <a:srgbClr val="0033B3"/>
                </a:solidFill>
                <a:latin typeface="Consolas" panose="020B0609020204030204" pitchFamily="49" charset="0"/>
              </a:rPr>
              <a:t>null</a:t>
            </a: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</a:rPr>
              <a:t>;</a:t>
            </a:r>
            <a:b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</a:rPr>
            </a:b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</a:rPr>
              <a:t>    </a:t>
            </a:r>
            <a:r>
              <a:rPr lang="zh-CN" altLang="zh-CN" sz="1400" dirty="0">
                <a:solidFill>
                  <a:srgbClr val="1D8C13"/>
                </a:solidFill>
                <a:latin typeface="Consolas" panose="020B0609020204030204" pitchFamily="49" charset="0"/>
              </a:rPr>
              <a:t>//输出元素</a:t>
            </a:r>
            <a:br>
              <a:rPr lang="zh-CN" altLang="zh-CN" sz="1400" dirty="0">
                <a:solidFill>
                  <a:srgbClr val="1D8C13"/>
                </a:solidFill>
                <a:latin typeface="Consolas" panose="020B0609020204030204" pitchFamily="49" charset="0"/>
              </a:rPr>
            </a:br>
            <a:r>
              <a:rPr lang="zh-CN" altLang="zh-CN" sz="1400" dirty="0">
                <a:solidFill>
                  <a:srgbClr val="1D8C13"/>
                </a:solidFill>
                <a:latin typeface="Consolas" panose="020B0609020204030204" pitchFamily="49" charset="0"/>
              </a:rPr>
              <a:t>    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System</a:t>
            </a: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</a:rPr>
              <a:t>.</a:t>
            </a:r>
            <a:r>
              <a:rPr lang="zh-CN" altLang="zh-CN" sz="1400" i="1" dirty="0">
                <a:solidFill>
                  <a:srgbClr val="871094"/>
                </a:solidFill>
                <a:latin typeface="Consolas" panose="020B0609020204030204" pitchFamily="49" charset="0"/>
              </a:rPr>
              <a:t>out</a:t>
            </a: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</a:rPr>
              <a:t>.println(arr[</a:t>
            </a:r>
            <a:r>
              <a:rPr lang="zh-CN" altLang="zh-CN" sz="1400" dirty="0">
                <a:solidFill>
                  <a:srgbClr val="1750EB"/>
                </a:solidFill>
                <a:latin typeface="Consolas" panose="020B0609020204030204" pitchFamily="49" charset="0"/>
              </a:rPr>
              <a:t>0</a:t>
            </a: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</a:rPr>
              <a:t>]);</a:t>
            </a:r>
            <a:b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</a:rPr>
            </a:b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</a:rPr>
              <a:t>}</a:t>
            </a:r>
            <a:endParaRPr lang="zh-CN" altLang="zh-CN" sz="2133" dirty="0">
              <a:latin typeface="Consolas" panose="020B0609020204030204" pitchFamily="49" charset="0"/>
            </a:endParaRPr>
          </a:p>
        </p:txBody>
      </p:sp>
      <p:grpSp>
        <p:nvGrpSpPr>
          <p:cNvPr id="13" name="组合 5">
            <a:extLst>
              <a:ext uri="{FF2B5EF4-FFF2-40B4-BE49-F238E27FC236}">
                <a16:creationId xmlns:a16="http://schemas.microsoft.com/office/drawing/2014/main" id="{975D7F9D-7B6B-45B8-BDBC-6E7947757AB5}"/>
              </a:ext>
            </a:extLst>
          </p:cNvPr>
          <p:cNvGrpSpPr>
            <a:grpSpLocks/>
          </p:cNvGrpSpPr>
          <p:nvPr/>
        </p:nvGrpSpPr>
        <p:grpSpPr bwMode="auto">
          <a:xfrm>
            <a:off x="8262195" y="2512225"/>
            <a:ext cx="3198284" cy="4101586"/>
            <a:chOff x="6565874" y="1354975"/>
            <a:chExt cx="2398614" cy="3658614"/>
          </a:xfrm>
        </p:grpSpPr>
        <p:sp>
          <p:nvSpPr>
            <p:cNvPr id="14" name="矩形 13">
              <a:extLst>
                <a:ext uri="{FF2B5EF4-FFF2-40B4-BE49-F238E27FC236}">
                  <a16:creationId xmlns:a16="http://schemas.microsoft.com/office/drawing/2014/main" id="{A536EA8C-D602-49F6-862A-9772331B6D66}"/>
                </a:ext>
              </a:extLst>
            </p:cNvPr>
            <p:cNvSpPr/>
            <p:nvPr/>
          </p:nvSpPr>
          <p:spPr bwMode="auto">
            <a:xfrm>
              <a:off x="6565874" y="1354975"/>
              <a:ext cx="2398614" cy="3592990"/>
            </a:xfrm>
            <a:prstGeom prst="rect">
              <a:avLst/>
            </a:prstGeom>
            <a:solidFill>
              <a:srgbClr val="047FFD">
                <a:alpha val="10000"/>
              </a:srgbClr>
            </a:solidFill>
            <a:ln w="38100">
              <a:solidFill>
                <a:srgbClr val="047FFD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sz="2400">
                <a:latin typeface="Consolas" panose="020B0609020204030204" pitchFamily="49" charset="0"/>
                <a:ea typeface="思源黑体 CN Bold" panose="020B0800000000000000" pitchFamily="34" charset="-122"/>
              </a:endParaRPr>
            </a:p>
          </p:txBody>
        </p:sp>
        <p:sp>
          <p:nvSpPr>
            <p:cNvPr id="15" name="TextBox 2">
              <a:extLst>
                <a:ext uri="{FF2B5EF4-FFF2-40B4-BE49-F238E27FC236}">
                  <a16:creationId xmlns:a16="http://schemas.microsoft.com/office/drawing/2014/main" id="{67FA8037-6388-475C-BA07-C2997F1F802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296868" y="4489224"/>
              <a:ext cx="936625" cy="524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150000"/>
                </a:lnSpc>
              </a:pPr>
              <a:r>
                <a:rPr lang="zh-CN" altLang="en-US" sz="2400" b="1">
                  <a:solidFill>
                    <a:srgbClr val="047FFD"/>
                  </a:solidFill>
                  <a:latin typeface="Consolas" panose="020B0609020204030204" pitchFamily="49" charset="0"/>
                  <a:ea typeface="思源黑体 CN Bold" panose="020B0800000000000000" pitchFamily="34" charset="-122"/>
                </a:rPr>
                <a:t>堆内存</a:t>
              </a:r>
            </a:p>
          </p:txBody>
        </p:sp>
      </p:grpSp>
      <p:grpSp>
        <p:nvGrpSpPr>
          <p:cNvPr id="16" name="组合 9">
            <a:extLst>
              <a:ext uri="{FF2B5EF4-FFF2-40B4-BE49-F238E27FC236}">
                <a16:creationId xmlns:a16="http://schemas.microsoft.com/office/drawing/2014/main" id="{5B60D578-9C6B-4B9B-BEA5-153B0A87344C}"/>
              </a:ext>
            </a:extLst>
          </p:cNvPr>
          <p:cNvGrpSpPr>
            <a:grpSpLocks/>
          </p:cNvGrpSpPr>
          <p:nvPr/>
        </p:nvGrpSpPr>
        <p:grpSpPr bwMode="auto">
          <a:xfrm>
            <a:off x="5449145" y="2497409"/>
            <a:ext cx="2360083" cy="4074085"/>
            <a:chOff x="4441895" y="1347668"/>
            <a:chExt cx="1771200" cy="3634185"/>
          </a:xfrm>
        </p:grpSpPr>
        <p:sp>
          <p:nvSpPr>
            <p:cNvPr id="17" name="矩形 16">
              <a:extLst>
                <a:ext uri="{FF2B5EF4-FFF2-40B4-BE49-F238E27FC236}">
                  <a16:creationId xmlns:a16="http://schemas.microsoft.com/office/drawing/2014/main" id="{64E0F900-7BA6-4D24-A410-5D966C2A11F1}"/>
                </a:ext>
              </a:extLst>
            </p:cNvPr>
            <p:cNvSpPr/>
            <p:nvPr/>
          </p:nvSpPr>
          <p:spPr bwMode="auto">
            <a:xfrm>
              <a:off x="4472076" y="1351444"/>
              <a:ext cx="1728310" cy="3596868"/>
            </a:xfrm>
            <a:prstGeom prst="rect">
              <a:avLst/>
            </a:prstGeom>
            <a:solidFill>
              <a:srgbClr val="FD0000">
                <a:alpha val="10000"/>
              </a:srgbClr>
            </a:solidFill>
            <a:ln w="38100">
              <a:noFill/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sz="2400">
                <a:latin typeface="Consolas" panose="020B0609020204030204" pitchFamily="49" charset="0"/>
                <a:ea typeface="思源黑体 CN Bold" panose="020B0800000000000000" pitchFamily="34" charset="-122"/>
              </a:endParaRPr>
            </a:p>
          </p:txBody>
        </p:sp>
        <p:sp>
          <p:nvSpPr>
            <p:cNvPr id="18" name="TextBox 2">
              <a:extLst>
                <a:ext uri="{FF2B5EF4-FFF2-40B4-BE49-F238E27FC236}">
                  <a16:creationId xmlns:a16="http://schemas.microsoft.com/office/drawing/2014/main" id="{2C852CEF-A622-4357-9371-28EAE43CA8F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68464" y="4457474"/>
              <a:ext cx="935038" cy="52437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150000"/>
                </a:lnSpc>
              </a:pPr>
              <a:r>
                <a:rPr lang="zh-CN" altLang="en-US" sz="2400" b="1" dirty="0">
                  <a:solidFill>
                    <a:srgbClr val="C00000"/>
                  </a:solidFill>
                  <a:latin typeface="Consolas" panose="020B0609020204030204" pitchFamily="49" charset="0"/>
                  <a:ea typeface="思源黑体 CN Bold" panose="020B0800000000000000" pitchFamily="34" charset="-122"/>
                </a:rPr>
                <a:t>栈内存</a:t>
              </a:r>
              <a:endParaRPr lang="en-US" altLang="zh-CN" sz="2400" b="1" dirty="0">
                <a:solidFill>
                  <a:srgbClr val="C00000"/>
                </a:solidFill>
                <a:latin typeface="Consolas" panose="020B0609020204030204" pitchFamily="49" charset="0"/>
                <a:ea typeface="思源黑体 CN Bold" panose="020B0800000000000000" pitchFamily="34" charset="-122"/>
              </a:endParaRPr>
            </a:p>
          </p:txBody>
        </p:sp>
        <p:cxnSp>
          <p:nvCxnSpPr>
            <p:cNvPr id="19" name="直接连接符 18">
              <a:extLst>
                <a:ext uri="{FF2B5EF4-FFF2-40B4-BE49-F238E27FC236}">
                  <a16:creationId xmlns:a16="http://schemas.microsoft.com/office/drawing/2014/main" id="{082A1C13-2512-44E4-8360-A60ABEDAA39C}"/>
                </a:ext>
              </a:extLst>
            </p:cNvPr>
            <p:cNvCxnSpPr/>
            <p:nvPr/>
          </p:nvCxnSpPr>
          <p:spPr>
            <a:xfrm>
              <a:off x="4448249" y="1347668"/>
              <a:ext cx="11119" cy="3596868"/>
            </a:xfrm>
            <a:prstGeom prst="line">
              <a:avLst/>
            </a:prstGeom>
            <a:ln w="381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接连接符 19">
              <a:extLst>
                <a:ext uri="{FF2B5EF4-FFF2-40B4-BE49-F238E27FC236}">
                  <a16:creationId xmlns:a16="http://schemas.microsoft.com/office/drawing/2014/main" id="{F0F517A1-7CFB-48FF-8D51-334EF8B9C104}"/>
                </a:ext>
              </a:extLst>
            </p:cNvPr>
            <p:cNvCxnSpPr/>
            <p:nvPr/>
          </p:nvCxnSpPr>
          <p:spPr>
            <a:xfrm>
              <a:off x="6184502" y="1351444"/>
              <a:ext cx="11120" cy="3596868"/>
            </a:xfrm>
            <a:prstGeom prst="line">
              <a:avLst/>
            </a:prstGeom>
            <a:ln w="381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接连接符 21">
              <a:extLst>
                <a:ext uri="{FF2B5EF4-FFF2-40B4-BE49-F238E27FC236}">
                  <a16:creationId xmlns:a16="http://schemas.microsoft.com/office/drawing/2014/main" id="{F8704A33-4C0A-4F48-B8D1-49887684CBB4}"/>
                </a:ext>
              </a:extLst>
            </p:cNvPr>
            <p:cNvCxnSpPr/>
            <p:nvPr/>
          </p:nvCxnSpPr>
          <p:spPr>
            <a:xfrm flipH="1">
              <a:off x="4441895" y="4944536"/>
              <a:ext cx="1771200" cy="0"/>
            </a:xfrm>
            <a:prstGeom prst="line">
              <a:avLst/>
            </a:prstGeom>
            <a:ln w="381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4" name="TextBox 3">
            <a:extLst>
              <a:ext uri="{FF2B5EF4-FFF2-40B4-BE49-F238E27FC236}">
                <a16:creationId xmlns:a16="http://schemas.microsoft.com/office/drawing/2014/main" id="{75A2CAE9-6F45-455E-A201-D5B8CD94A2F0}"/>
              </a:ext>
            </a:extLst>
          </p:cNvPr>
          <p:cNvSpPr txBox="1"/>
          <p:nvPr/>
        </p:nvSpPr>
        <p:spPr>
          <a:xfrm>
            <a:off x="5525345" y="5481908"/>
            <a:ext cx="2209800" cy="523220"/>
          </a:xfrm>
          <a:prstGeom prst="rect">
            <a:avLst/>
          </a:prstGeom>
          <a:solidFill>
            <a:schemeClr val="bg2"/>
          </a:solidFill>
          <a:ln w="12700">
            <a:solidFill>
              <a:schemeClr val="tx1"/>
            </a:solidFill>
          </a:ln>
        </p:spPr>
        <p:txBody>
          <a:bodyPr>
            <a:spAutoFit/>
          </a:bodyPr>
          <a:lstStyle/>
          <a:p>
            <a:pPr>
              <a:tabLst>
                <a:tab pos="775527" algn="l"/>
                <a:tab pos="1551055" algn="l"/>
                <a:tab pos="2326582" algn="l"/>
                <a:tab pos="3102109" algn="l"/>
                <a:tab pos="3877636" algn="l"/>
                <a:tab pos="4653164" algn="l"/>
                <a:tab pos="5428691" algn="l"/>
                <a:tab pos="6204218" algn="l"/>
                <a:tab pos="6979746" algn="l"/>
                <a:tab pos="7755273" algn="l"/>
                <a:tab pos="8530800" algn="l"/>
                <a:tab pos="9306327" algn="l"/>
                <a:tab pos="10081855" algn="l"/>
                <a:tab pos="10857382" algn="l"/>
                <a:tab pos="11632909" algn="l"/>
                <a:tab pos="12408436" algn="l"/>
              </a:tabLst>
              <a:defRPr/>
            </a:pPr>
            <a:r>
              <a:rPr lang="zh-CN" altLang="en-US" sz="1400" kern="0" dirty="0">
                <a:solidFill>
                  <a:srgbClr val="000000"/>
                </a:solidFill>
                <a:latin typeface="Consolas" panose="020B0609020204030204" pitchFamily="49" charset="0"/>
                <a:ea typeface="思源黑体 CN Bold" panose="020B0800000000000000" pitchFamily="34" charset="-122"/>
                <a:cs typeface="宋体" panose="02010600030101010101" pitchFamily="2" charset="-122"/>
              </a:rPr>
              <a:t>方法：</a:t>
            </a:r>
            <a:r>
              <a:rPr lang="en-US" altLang="zh-CN" sz="1400" kern="0" dirty="0">
                <a:solidFill>
                  <a:srgbClr val="000000"/>
                </a:solidFill>
                <a:latin typeface="Consolas" panose="020B0609020204030204" pitchFamily="49" charset="0"/>
                <a:ea typeface="思源黑体 CN Bold" panose="020B0800000000000000" pitchFamily="34" charset="-122"/>
                <a:cs typeface="宋体" panose="02010600030101010101" pitchFamily="2" charset="-122"/>
              </a:rPr>
              <a:t>main()</a:t>
            </a:r>
          </a:p>
          <a:p>
            <a:pPr>
              <a:tabLst>
                <a:tab pos="775527" algn="l"/>
                <a:tab pos="1551055" algn="l"/>
                <a:tab pos="2326582" algn="l"/>
                <a:tab pos="3102109" algn="l"/>
                <a:tab pos="3877636" algn="l"/>
                <a:tab pos="4653164" algn="l"/>
                <a:tab pos="5428691" algn="l"/>
                <a:tab pos="6204218" algn="l"/>
                <a:tab pos="6979746" algn="l"/>
                <a:tab pos="7755273" algn="l"/>
                <a:tab pos="8530800" algn="l"/>
                <a:tab pos="9306327" algn="l"/>
                <a:tab pos="10081855" algn="l"/>
                <a:tab pos="10857382" algn="l"/>
                <a:tab pos="11632909" algn="l"/>
                <a:tab pos="12408436" algn="l"/>
              </a:tabLst>
              <a:defRPr/>
            </a:pPr>
            <a:r>
              <a:rPr lang="en-US" altLang="zh-CN" sz="1400" kern="0" dirty="0">
                <a:solidFill>
                  <a:srgbClr val="000000"/>
                </a:solidFill>
                <a:latin typeface="Consolas" panose="020B0609020204030204" pitchFamily="49" charset="0"/>
                <a:ea typeface="思源黑体 CN Bold" panose="020B0800000000000000" pitchFamily="34" charset="-122"/>
              </a:rPr>
              <a:t>int[] </a:t>
            </a:r>
            <a:r>
              <a:rPr lang="en-US" altLang="zh-CN" sz="1400" kern="0" dirty="0" err="1">
                <a:solidFill>
                  <a:srgbClr val="000000"/>
                </a:solidFill>
                <a:latin typeface="Consolas" panose="020B0609020204030204" pitchFamily="49" charset="0"/>
                <a:ea typeface="思源黑体 CN Bold" panose="020B0800000000000000" pitchFamily="34" charset="-122"/>
              </a:rPr>
              <a:t>arr</a:t>
            </a:r>
            <a:r>
              <a:rPr lang="en-US" altLang="zh-CN" sz="1400" kern="0" dirty="0">
                <a:solidFill>
                  <a:srgbClr val="000000"/>
                </a:solidFill>
                <a:latin typeface="Consolas" panose="020B0609020204030204" pitchFamily="49" charset="0"/>
                <a:ea typeface="思源黑体 CN Bold" panose="020B0800000000000000" pitchFamily="34" charset="-122"/>
              </a:rPr>
              <a:t>  </a:t>
            </a:r>
            <a:r>
              <a:rPr lang="zh-CN" altLang="en-US" sz="1200" b="1" dirty="0">
                <a:solidFill>
                  <a:srgbClr val="7030A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10f87f48</a:t>
            </a:r>
            <a:endParaRPr lang="en-US" altLang="zh-CN" sz="1200" b="1" dirty="0">
              <a:solidFill>
                <a:srgbClr val="7030A0"/>
              </a:solidFill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CFD3DEB6-DF3B-4E5E-A6D4-110E59AB4385}"/>
              </a:ext>
            </a:extLst>
          </p:cNvPr>
          <p:cNvSpPr/>
          <p:nvPr/>
        </p:nvSpPr>
        <p:spPr>
          <a:xfrm>
            <a:off x="9324761" y="2599008"/>
            <a:ext cx="1921933" cy="349251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sz="1400" dirty="0" err="1">
                <a:solidFill>
                  <a:srgbClr val="C00000"/>
                </a:solidFill>
                <a:latin typeface="Consolas" panose="020B0609020204030204" pitchFamily="49" charset="0"/>
                <a:ea typeface="思源黑体 CN Bold" panose="020B0800000000000000" pitchFamily="34" charset="-122"/>
              </a:rPr>
              <a:t>int</a:t>
            </a:r>
            <a:r>
              <a:rPr lang="en-US" altLang="zh-CN" sz="1400" dirty="0">
                <a:solidFill>
                  <a:srgbClr val="C00000"/>
                </a:solidFill>
                <a:latin typeface="Consolas" panose="020B0609020204030204" pitchFamily="49" charset="0"/>
                <a:ea typeface="思源黑体 CN Bold" panose="020B0800000000000000" pitchFamily="34" charset="-122"/>
              </a:rPr>
              <a:t>[]</a:t>
            </a:r>
          </a:p>
        </p:txBody>
      </p:sp>
      <p:sp>
        <p:nvSpPr>
          <p:cNvPr id="26" name="TextBox 4">
            <a:extLst>
              <a:ext uri="{FF2B5EF4-FFF2-40B4-BE49-F238E27FC236}">
                <a16:creationId xmlns:a16="http://schemas.microsoft.com/office/drawing/2014/main" id="{E9810344-EDC0-491B-A7FA-21A27F106E5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62194" y="2611709"/>
            <a:ext cx="1024467" cy="247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r">
              <a:lnSpc>
                <a:spcPct val="150000"/>
              </a:lnSpc>
            </a:pPr>
            <a:r>
              <a:rPr lang="zh-CN" altLang="en-US" sz="1200" b="1" dirty="0">
                <a:solidFill>
                  <a:srgbClr val="7030A0"/>
                </a:solidFill>
                <a:latin typeface="Consolas" panose="020B0609020204030204" pitchFamily="49" charset="0"/>
                <a:ea typeface="思源黑体 CN Bold" panose="020B0800000000000000" pitchFamily="34" charset="-122"/>
              </a:rPr>
              <a:t>10f87f48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BFF73685-593B-4D7F-B5B6-331A17D98ABA}"/>
              </a:ext>
            </a:extLst>
          </p:cNvPr>
          <p:cNvSpPr/>
          <p:nvPr/>
        </p:nvSpPr>
        <p:spPr>
          <a:xfrm>
            <a:off x="9324762" y="3297508"/>
            <a:ext cx="768351" cy="349251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sz="1400" dirty="0">
                <a:latin typeface="Consolas" panose="020B0609020204030204" pitchFamily="49" charset="0"/>
                <a:ea typeface="思源黑体 CN Bold" panose="020B0800000000000000" pitchFamily="34" charset="-122"/>
              </a:rPr>
              <a:t>0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CAC6C0EE-4772-4A39-B992-313A69EF4664}"/>
              </a:ext>
            </a:extLst>
          </p:cNvPr>
          <p:cNvSpPr/>
          <p:nvPr/>
        </p:nvSpPr>
        <p:spPr>
          <a:xfrm>
            <a:off x="9324762" y="3646759"/>
            <a:ext cx="768351" cy="347133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sz="1400" dirty="0">
                <a:latin typeface="Consolas" panose="020B0609020204030204" pitchFamily="49" charset="0"/>
                <a:ea typeface="思源黑体 CN Bold" panose="020B0800000000000000" pitchFamily="34" charset="-122"/>
              </a:rPr>
              <a:t>1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6E871736-8F5B-4A38-99C6-30BA1A2C33B3}"/>
              </a:ext>
            </a:extLst>
          </p:cNvPr>
          <p:cNvSpPr/>
          <p:nvPr/>
        </p:nvSpPr>
        <p:spPr>
          <a:xfrm>
            <a:off x="9324762" y="2948260"/>
            <a:ext cx="768351" cy="349249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sz="1200" b="1" dirty="0">
                <a:solidFill>
                  <a:srgbClr val="C00000"/>
                </a:solidFill>
                <a:latin typeface="Consolas" panose="020B0609020204030204" pitchFamily="49" charset="0"/>
                <a:ea typeface="思源黑体 CN Heavy" panose="020B0A00000000000000" pitchFamily="34" charset="-122"/>
                <a:cs typeface="Courier New" panose="02070309020205020404" pitchFamily="49" charset="0"/>
              </a:rPr>
              <a:t>length</a:t>
            </a:r>
            <a:endParaRPr lang="en-US" altLang="zh-CN" sz="1200" dirty="0">
              <a:solidFill>
                <a:srgbClr val="C00000"/>
              </a:solidFill>
              <a:latin typeface="Consolas" panose="020B0609020204030204" pitchFamily="49" charset="0"/>
              <a:ea typeface="思源黑体 CN Bold" panose="020B0800000000000000" pitchFamily="34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9617CCF3-C6C8-4E8F-A648-38BA878EBD81}"/>
              </a:ext>
            </a:extLst>
          </p:cNvPr>
          <p:cNvSpPr/>
          <p:nvPr/>
        </p:nvSpPr>
        <p:spPr>
          <a:xfrm>
            <a:off x="10093112" y="2948260"/>
            <a:ext cx="1153583" cy="349249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sz="1400" dirty="0">
                <a:latin typeface="Consolas" panose="020B0609020204030204" pitchFamily="49" charset="0"/>
                <a:ea typeface="思源黑体 CN Bold" panose="020B0800000000000000" pitchFamily="34" charset="-122"/>
              </a:rPr>
              <a:t>2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88CA52A4-6F2B-493A-86C0-3A7A5A04A1AA}"/>
              </a:ext>
            </a:extLst>
          </p:cNvPr>
          <p:cNvSpPr/>
          <p:nvPr/>
        </p:nvSpPr>
        <p:spPr>
          <a:xfrm>
            <a:off x="10093112" y="3297508"/>
            <a:ext cx="1153583" cy="349251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sz="1400" dirty="0">
                <a:solidFill>
                  <a:srgbClr val="0000FF"/>
                </a:solidFill>
                <a:latin typeface="Consolas" panose="020B0609020204030204" pitchFamily="49" charset="0"/>
                <a:ea typeface="思源黑体 CN Bold" panose="020B0800000000000000" pitchFamily="34" charset="-122"/>
                <a:cs typeface="Courier New" panose="02070309020205020404" pitchFamily="49" charset="0"/>
              </a:rPr>
              <a:t>0</a:t>
            </a:r>
            <a:endParaRPr lang="en-US" altLang="zh-CN" sz="1400" dirty="0">
              <a:latin typeface="Consolas" panose="020B0609020204030204" pitchFamily="49" charset="0"/>
              <a:ea typeface="思源黑体 CN Bold" panose="020B0800000000000000" pitchFamily="34" charset="-122"/>
            </a:endParaRP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B392E34F-6731-49BE-A7DE-62DA964B5E77}"/>
              </a:ext>
            </a:extLst>
          </p:cNvPr>
          <p:cNvSpPr/>
          <p:nvPr/>
        </p:nvSpPr>
        <p:spPr>
          <a:xfrm>
            <a:off x="10093112" y="3646759"/>
            <a:ext cx="1153583" cy="347133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sz="1400" dirty="0">
                <a:solidFill>
                  <a:srgbClr val="0000FF"/>
                </a:solidFill>
                <a:latin typeface="Consolas" panose="020B0609020204030204" pitchFamily="49" charset="0"/>
                <a:ea typeface="思源黑体 CN Bold" panose="020B0800000000000000" pitchFamily="34" charset="-122"/>
                <a:cs typeface="Courier New" panose="02070309020205020404" pitchFamily="49" charset="0"/>
              </a:rPr>
              <a:t>0</a:t>
            </a:r>
            <a:endParaRPr lang="en-US" altLang="zh-CN" sz="1400" dirty="0">
              <a:latin typeface="Consolas" panose="020B0609020204030204" pitchFamily="49" charset="0"/>
              <a:ea typeface="思源黑体 CN Bold" panose="020B0800000000000000" pitchFamily="34" charset="-122"/>
            </a:endParaRPr>
          </a:p>
        </p:txBody>
      </p:sp>
      <p:cxnSp>
        <p:nvCxnSpPr>
          <p:cNvPr id="33" name="连接符: 肘形 32">
            <a:extLst>
              <a:ext uri="{FF2B5EF4-FFF2-40B4-BE49-F238E27FC236}">
                <a16:creationId xmlns:a16="http://schemas.microsoft.com/office/drawing/2014/main" id="{846B748F-6F84-499A-97F9-F057CFFE490E}"/>
              </a:ext>
            </a:extLst>
          </p:cNvPr>
          <p:cNvCxnSpPr/>
          <p:nvPr/>
        </p:nvCxnSpPr>
        <p:spPr>
          <a:xfrm rot="5400000" flipH="1" flipV="1">
            <a:off x="6794287" y="3649934"/>
            <a:ext cx="2967567" cy="1441449"/>
          </a:xfrm>
          <a:prstGeom prst="bentConnector3">
            <a:avLst>
              <a:gd name="adj1" fmla="val -744"/>
            </a:avLst>
          </a:prstGeom>
          <a:ln w="254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矩形 33">
            <a:extLst>
              <a:ext uri="{FF2B5EF4-FFF2-40B4-BE49-F238E27FC236}">
                <a16:creationId xmlns:a16="http://schemas.microsoft.com/office/drawing/2014/main" id="{07746552-D186-40D1-8015-112C9F50B95E}"/>
              </a:ext>
            </a:extLst>
          </p:cNvPr>
          <p:cNvSpPr/>
          <p:nvPr/>
        </p:nvSpPr>
        <p:spPr>
          <a:xfrm>
            <a:off x="784012" y="3490126"/>
            <a:ext cx="4519083" cy="190500"/>
          </a:xfrm>
          <a:prstGeom prst="rect">
            <a:avLst/>
          </a:prstGeom>
          <a:solidFill>
            <a:srgbClr val="FD0000">
              <a:alpha val="20000"/>
            </a:srgbClr>
          </a:solidFill>
          <a:ln w="38100"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sz="2400"/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7B6FC223-7550-4ED3-BF0B-51D4DF98F162}"/>
              </a:ext>
            </a:extLst>
          </p:cNvPr>
          <p:cNvSpPr/>
          <p:nvPr/>
        </p:nvSpPr>
        <p:spPr>
          <a:xfrm>
            <a:off x="8285479" y="4393941"/>
            <a:ext cx="1409700" cy="527051"/>
          </a:xfrm>
          <a:prstGeom prst="rect">
            <a:avLst/>
          </a:prstGeom>
          <a:noFill/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lnSpc>
                <a:spcPct val="130000"/>
              </a:lnSpc>
              <a:defRPr/>
            </a:pPr>
            <a:r>
              <a:rPr lang="en-US" altLang="zh-CN" sz="5333" b="1" dirty="0">
                <a:solidFill>
                  <a:srgbClr val="C00000"/>
                </a:solidFill>
              </a:rPr>
              <a:t>×</a:t>
            </a:r>
          </a:p>
        </p:txBody>
      </p:sp>
    </p:spTree>
    <p:extLst>
      <p:ext uri="{BB962C8B-B14F-4D97-AF65-F5344CB8AC3E}">
        <p14:creationId xmlns:p14="http://schemas.microsoft.com/office/powerpoint/2010/main" val="29331904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24" grpId="0" animBg="1"/>
      <p:bldP spid="25" grpId="0" animBg="1"/>
      <p:bldP spid="26" grpId="0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4" grpId="0" animBg="1"/>
      <p:bldP spid="35" grpId="0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764C089C-0935-5E44-B9F7-7E9F84DDBA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数组常见问题</a:t>
            </a:r>
            <a:endParaRPr kumimoji="1" lang="zh-CN" altLang="en-US" dirty="0"/>
          </a:p>
        </p:txBody>
      </p:sp>
      <p:sp>
        <p:nvSpPr>
          <p:cNvPr id="40" name="文本占位符 3">
            <a:extLst>
              <a:ext uri="{FF2B5EF4-FFF2-40B4-BE49-F238E27FC236}">
                <a16:creationId xmlns:a16="http://schemas.microsoft.com/office/drawing/2014/main" id="{57B70709-3842-4151-86BD-E249E98D2F55}"/>
              </a:ext>
            </a:extLst>
          </p:cNvPr>
          <p:cNvSpPr txBox="1">
            <a:spLocks/>
          </p:cNvSpPr>
          <p:nvPr/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lang="zh-CN" altLang="en-US" sz="18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zh-CN" altLang="en-US" dirty="0">
                <a:latin typeface="Consolas" panose="020B0609020204030204" pitchFamily="49" charset="0"/>
              </a:rPr>
              <a:t>空指针异常</a:t>
            </a:r>
          </a:p>
        </p:txBody>
      </p:sp>
      <p:sp>
        <p:nvSpPr>
          <p:cNvPr id="12" name="TextBox 3">
            <a:extLst>
              <a:ext uri="{FF2B5EF4-FFF2-40B4-BE49-F238E27FC236}">
                <a16:creationId xmlns:a16="http://schemas.microsoft.com/office/drawing/2014/main" id="{E107DCC8-AEA7-4D8E-95F4-5E22AAEA45CA}"/>
              </a:ext>
            </a:extLst>
          </p:cNvPr>
          <p:cNvSpPr txBox="1"/>
          <p:nvPr/>
        </p:nvSpPr>
        <p:spPr>
          <a:xfrm>
            <a:off x="773428" y="2768341"/>
            <a:ext cx="4540251" cy="1600438"/>
          </a:xfrm>
          <a:prstGeom prst="rect">
            <a:avLst/>
          </a:prstGeom>
          <a:solidFill>
            <a:schemeClr val="bg2"/>
          </a:solidFill>
          <a:ln w="12700">
            <a:solidFill>
              <a:schemeClr val="tx1"/>
            </a:solidFill>
          </a:ln>
        </p:spPr>
        <p:txBody>
          <a:bodyPr>
            <a:spAutoFit/>
          </a:bodyPr>
          <a:lstStyle/>
          <a:p>
            <a:pPr>
              <a:defRPr/>
            </a:pPr>
            <a:r>
              <a:rPr lang="zh-CN" altLang="zh-CN" sz="1400" dirty="0">
                <a:solidFill>
                  <a:srgbClr val="0033B3"/>
                </a:solidFill>
                <a:latin typeface="Consolas" panose="020B0609020204030204" pitchFamily="49" charset="0"/>
              </a:rPr>
              <a:t>public static void </a:t>
            </a:r>
            <a:r>
              <a:rPr lang="zh-CN" altLang="zh-CN" sz="1400" dirty="0">
                <a:solidFill>
                  <a:srgbClr val="00627A"/>
                </a:solidFill>
                <a:latin typeface="Consolas" panose="020B0609020204030204" pitchFamily="49" charset="0"/>
              </a:rPr>
              <a:t>main</a:t>
            </a: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</a:rPr>
              <a:t>(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String</a:t>
            </a: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</a:rPr>
              <a:t>[] args) {</a:t>
            </a:r>
            <a:b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</a:rPr>
            </a:b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</a:rPr>
              <a:t>    </a:t>
            </a:r>
            <a:r>
              <a:rPr lang="zh-CN" altLang="zh-CN" sz="1400" dirty="0">
                <a:solidFill>
                  <a:srgbClr val="0033B3"/>
                </a:solidFill>
                <a:latin typeface="Consolas" panose="020B0609020204030204" pitchFamily="49" charset="0"/>
              </a:rPr>
              <a:t>int</a:t>
            </a: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</a:rPr>
              <a:t>[] arr = </a:t>
            </a:r>
            <a:r>
              <a:rPr lang="zh-CN" altLang="zh-CN" sz="1400" dirty="0">
                <a:solidFill>
                  <a:srgbClr val="0033B3"/>
                </a:solidFill>
                <a:latin typeface="Consolas" panose="020B0609020204030204" pitchFamily="49" charset="0"/>
              </a:rPr>
              <a:t>new int</a:t>
            </a: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</a:rPr>
              <a:t>[</a:t>
            </a:r>
            <a:r>
              <a:rPr lang="en-US" altLang="zh-CN" sz="1400" dirty="0">
                <a:solidFill>
                  <a:srgbClr val="1750EB"/>
                </a:solidFill>
                <a:latin typeface="Consolas" panose="020B0609020204030204" pitchFamily="49" charset="0"/>
              </a:rPr>
              <a:t>2</a:t>
            </a: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</a:rPr>
              <a:t>];</a:t>
            </a:r>
            <a:b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</a:rPr>
            </a:b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</a:rPr>
              <a:t>    </a:t>
            </a:r>
            <a:r>
              <a:rPr lang="zh-CN" altLang="zh-CN" sz="1400" dirty="0">
                <a:solidFill>
                  <a:srgbClr val="1D8C13"/>
                </a:solidFill>
                <a:latin typeface="Consolas" panose="020B0609020204030204" pitchFamily="49" charset="0"/>
              </a:rPr>
              <a:t>//把null赋值给数组</a:t>
            </a:r>
            <a:br>
              <a:rPr lang="zh-CN" altLang="zh-CN" sz="1400" dirty="0">
                <a:solidFill>
                  <a:srgbClr val="1D8C13"/>
                </a:solidFill>
                <a:latin typeface="Consolas" panose="020B0609020204030204" pitchFamily="49" charset="0"/>
              </a:rPr>
            </a:br>
            <a:r>
              <a:rPr lang="zh-CN" altLang="zh-CN" sz="1400" dirty="0">
                <a:solidFill>
                  <a:srgbClr val="1D8C13"/>
                </a:solidFill>
                <a:latin typeface="Consolas" panose="020B0609020204030204" pitchFamily="49" charset="0"/>
              </a:rPr>
              <a:t>    </a:t>
            </a: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</a:rPr>
              <a:t>arr = </a:t>
            </a:r>
            <a:r>
              <a:rPr lang="zh-CN" altLang="zh-CN" sz="1400" dirty="0">
                <a:solidFill>
                  <a:srgbClr val="0033B3"/>
                </a:solidFill>
                <a:latin typeface="Consolas" panose="020B0609020204030204" pitchFamily="49" charset="0"/>
              </a:rPr>
              <a:t>null</a:t>
            </a: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</a:rPr>
              <a:t>;</a:t>
            </a:r>
            <a:b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</a:rPr>
            </a:b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</a:rPr>
              <a:t>    </a:t>
            </a:r>
            <a:r>
              <a:rPr lang="zh-CN" altLang="zh-CN" sz="1400" dirty="0">
                <a:solidFill>
                  <a:srgbClr val="1D8C13"/>
                </a:solidFill>
                <a:latin typeface="Consolas" panose="020B0609020204030204" pitchFamily="49" charset="0"/>
              </a:rPr>
              <a:t>//输出元素</a:t>
            </a:r>
            <a:br>
              <a:rPr lang="zh-CN" altLang="zh-CN" sz="1400" dirty="0">
                <a:solidFill>
                  <a:srgbClr val="1D8C13"/>
                </a:solidFill>
                <a:latin typeface="Consolas" panose="020B0609020204030204" pitchFamily="49" charset="0"/>
              </a:rPr>
            </a:br>
            <a:r>
              <a:rPr lang="zh-CN" altLang="zh-CN" sz="1400" dirty="0">
                <a:solidFill>
                  <a:srgbClr val="1D8C13"/>
                </a:solidFill>
                <a:latin typeface="Consolas" panose="020B0609020204030204" pitchFamily="49" charset="0"/>
              </a:rPr>
              <a:t>    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System</a:t>
            </a: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</a:rPr>
              <a:t>.</a:t>
            </a:r>
            <a:r>
              <a:rPr lang="zh-CN" altLang="zh-CN" sz="1400" i="1" dirty="0">
                <a:solidFill>
                  <a:srgbClr val="871094"/>
                </a:solidFill>
                <a:latin typeface="Consolas" panose="020B0609020204030204" pitchFamily="49" charset="0"/>
              </a:rPr>
              <a:t>out</a:t>
            </a: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</a:rPr>
              <a:t>.println(arr[</a:t>
            </a:r>
            <a:r>
              <a:rPr lang="zh-CN" altLang="zh-CN" sz="1400" dirty="0">
                <a:solidFill>
                  <a:srgbClr val="1750EB"/>
                </a:solidFill>
                <a:latin typeface="Consolas" panose="020B0609020204030204" pitchFamily="49" charset="0"/>
              </a:rPr>
              <a:t>0</a:t>
            </a: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</a:rPr>
              <a:t>]);</a:t>
            </a:r>
            <a:b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</a:rPr>
            </a:b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</a:rPr>
              <a:t>}</a:t>
            </a:r>
            <a:endParaRPr lang="zh-CN" altLang="zh-CN" sz="2133" dirty="0">
              <a:latin typeface="Consolas" panose="020B0609020204030204" pitchFamily="49" charset="0"/>
            </a:endParaRPr>
          </a:p>
        </p:txBody>
      </p:sp>
      <p:grpSp>
        <p:nvGrpSpPr>
          <p:cNvPr id="13" name="组合 5">
            <a:extLst>
              <a:ext uri="{FF2B5EF4-FFF2-40B4-BE49-F238E27FC236}">
                <a16:creationId xmlns:a16="http://schemas.microsoft.com/office/drawing/2014/main" id="{975D7F9D-7B6B-45B8-BDBC-6E7947757AB5}"/>
              </a:ext>
            </a:extLst>
          </p:cNvPr>
          <p:cNvGrpSpPr>
            <a:grpSpLocks/>
          </p:cNvGrpSpPr>
          <p:nvPr/>
        </p:nvGrpSpPr>
        <p:grpSpPr bwMode="auto">
          <a:xfrm>
            <a:off x="8262195" y="2512225"/>
            <a:ext cx="3198284" cy="4101586"/>
            <a:chOff x="6565874" y="1354975"/>
            <a:chExt cx="2398614" cy="3658614"/>
          </a:xfrm>
        </p:grpSpPr>
        <p:sp>
          <p:nvSpPr>
            <p:cNvPr id="14" name="矩形 13">
              <a:extLst>
                <a:ext uri="{FF2B5EF4-FFF2-40B4-BE49-F238E27FC236}">
                  <a16:creationId xmlns:a16="http://schemas.microsoft.com/office/drawing/2014/main" id="{A536EA8C-D602-49F6-862A-9772331B6D66}"/>
                </a:ext>
              </a:extLst>
            </p:cNvPr>
            <p:cNvSpPr/>
            <p:nvPr/>
          </p:nvSpPr>
          <p:spPr bwMode="auto">
            <a:xfrm>
              <a:off x="6565874" y="1354975"/>
              <a:ext cx="2398614" cy="3592990"/>
            </a:xfrm>
            <a:prstGeom prst="rect">
              <a:avLst/>
            </a:prstGeom>
            <a:solidFill>
              <a:srgbClr val="047FFD">
                <a:alpha val="10000"/>
              </a:srgbClr>
            </a:solidFill>
            <a:ln w="38100">
              <a:solidFill>
                <a:srgbClr val="047FFD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sz="2400">
                <a:latin typeface="Consolas" panose="020B0609020204030204" pitchFamily="49" charset="0"/>
                <a:ea typeface="思源黑体 CN Bold" panose="020B0800000000000000" pitchFamily="34" charset="-122"/>
              </a:endParaRPr>
            </a:p>
          </p:txBody>
        </p:sp>
        <p:sp>
          <p:nvSpPr>
            <p:cNvPr id="15" name="TextBox 2">
              <a:extLst>
                <a:ext uri="{FF2B5EF4-FFF2-40B4-BE49-F238E27FC236}">
                  <a16:creationId xmlns:a16="http://schemas.microsoft.com/office/drawing/2014/main" id="{67FA8037-6388-475C-BA07-C2997F1F802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296868" y="4489224"/>
              <a:ext cx="936625" cy="524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150000"/>
                </a:lnSpc>
              </a:pPr>
              <a:r>
                <a:rPr lang="zh-CN" altLang="en-US" sz="2400" b="1">
                  <a:solidFill>
                    <a:srgbClr val="047FFD"/>
                  </a:solidFill>
                  <a:latin typeface="Consolas" panose="020B0609020204030204" pitchFamily="49" charset="0"/>
                  <a:ea typeface="思源黑体 CN Bold" panose="020B0800000000000000" pitchFamily="34" charset="-122"/>
                </a:rPr>
                <a:t>堆内存</a:t>
              </a:r>
            </a:p>
          </p:txBody>
        </p:sp>
      </p:grpSp>
      <p:grpSp>
        <p:nvGrpSpPr>
          <p:cNvPr id="16" name="组合 9">
            <a:extLst>
              <a:ext uri="{FF2B5EF4-FFF2-40B4-BE49-F238E27FC236}">
                <a16:creationId xmlns:a16="http://schemas.microsoft.com/office/drawing/2014/main" id="{5B60D578-9C6B-4B9B-BEA5-153B0A87344C}"/>
              </a:ext>
            </a:extLst>
          </p:cNvPr>
          <p:cNvGrpSpPr>
            <a:grpSpLocks/>
          </p:cNvGrpSpPr>
          <p:nvPr/>
        </p:nvGrpSpPr>
        <p:grpSpPr bwMode="auto">
          <a:xfrm>
            <a:off x="5449145" y="2497409"/>
            <a:ext cx="2360083" cy="4074085"/>
            <a:chOff x="4441895" y="1347668"/>
            <a:chExt cx="1771200" cy="3634185"/>
          </a:xfrm>
        </p:grpSpPr>
        <p:sp>
          <p:nvSpPr>
            <p:cNvPr id="17" name="矩形 16">
              <a:extLst>
                <a:ext uri="{FF2B5EF4-FFF2-40B4-BE49-F238E27FC236}">
                  <a16:creationId xmlns:a16="http://schemas.microsoft.com/office/drawing/2014/main" id="{64E0F900-7BA6-4D24-A410-5D966C2A11F1}"/>
                </a:ext>
              </a:extLst>
            </p:cNvPr>
            <p:cNvSpPr/>
            <p:nvPr/>
          </p:nvSpPr>
          <p:spPr bwMode="auto">
            <a:xfrm>
              <a:off x="4472076" y="1351444"/>
              <a:ext cx="1728310" cy="3596868"/>
            </a:xfrm>
            <a:prstGeom prst="rect">
              <a:avLst/>
            </a:prstGeom>
            <a:solidFill>
              <a:srgbClr val="FD0000">
                <a:alpha val="10000"/>
              </a:srgbClr>
            </a:solidFill>
            <a:ln w="38100">
              <a:noFill/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sz="2400">
                <a:latin typeface="Consolas" panose="020B0609020204030204" pitchFamily="49" charset="0"/>
                <a:ea typeface="思源黑体 CN Bold" panose="020B0800000000000000" pitchFamily="34" charset="-122"/>
              </a:endParaRPr>
            </a:p>
          </p:txBody>
        </p:sp>
        <p:sp>
          <p:nvSpPr>
            <p:cNvPr id="18" name="TextBox 2">
              <a:extLst>
                <a:ext uri="{FF2B5EF4-FFF2-40B4-BE49-F238E27FC236}">
                  <a16:creationId xmlns:a16="http://schemas.microsoft.com/office/drawing/2014/main" id="{2C852CEF-A622-4357-9371-28EAE43CA8F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68464" y="4457474"/>
              <a:ext cx="935038" cy="52437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150000"/>
                </a:lnSpc>
              </a:pPr>
              <a:r>
                <a:rPr lang="zh-CN" altLang="en-US" sz="2400" b="1" dirty="0">
                  <a:solidFill>
                    <a:srgbClr val="C00000"/>
                  </a:solidFill>
                  <a:latin typeface="Consolas" panose="020B0609020204030204" pitchFamily="49" charset="0"/>
                  <a:ea typeface="思源黑体 CN Bold" panose="020B0800000000000000" pitchFamily="34" charset="-122"/>
                </a:rPr>
                <a:t>栈内存</a:t>
              </a:r>
              <a:endParaRPr lang="en-US" altLang="zh-CN" sz="2400" b="1" dirty="0">
                <a:solidFill>
                  <a:srgbClr val="C00000"/>
                </a:solidFill>
                <a:latin typeface="Consolas" panose="020B0609020204030204" pitchFamily="49" charset="0"/>
                <a:ea typeface="思源黑体 CN Bold" panose="020B0800000000000000" pitchFamily="34" charset="-122"/>
              </a:endParaRPr>
            </a:p>
          </p:txBody>
        </p:sp>
        <p:cxnSp>
          <p:nvCxnSpPr>
            <p:cNvPr id="19" name="直接连接符 18">
              <a:extLst>
                <a:ext uri="{FF2B5EF4-FFF2-40B4-BE49-F238E27FC236}">
                  <a16:creationId xmlns:a16="http://schemas.microsoft.com/office/drawing/2014/main" id="{082A1C13-2512-44E4-8360-A60ABEDAA39C}"/>
                </a:ext>
              </a:extLst>
            </p:cNvPr>
            <p:cNvCxnSpPr/>
            <p:nvPr/>
          </p:nvCxnSpPr>
          <p:spPr>
            <a:xfrm>
              <a:off x="4448249" y="1347668"/>
              <a:ext cx="11119" cy="3596868"/>
            </a:xfrm>
            <a:prstGeom prst="line">
              <a:avLst/>
            </a:prstGeom>
            <a:ln w="381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接连接符 19">
              <a:extLst>
                <a:ext uri="{FF2B5EF4-FFF2-40B4-BE49-F238E27FC236}">
                  <a16:creationId xmlns:a16="http://schemas.microsoft.com/office/drawing/2014/main" id="{F0F517A1-7CFB-48FF-8D51-334EF8B9C104}"/>
                </a:ext>
              </a:extLst>
            </p:cNvPr>
            <p:cNvCxnSpPr/>
            <p:nvPr/>
          </p:nvCxnSpPr>
          <p:spPr>
            <a:xfrm>
              <a:off x="6184502" y="1351444"/>
              <a:ext cx="11120" cy="3596868"/>
            </a:xfrm>
            <a:prstGeom prst="line">
              <a:avLst/>
            </a:prstGeom>
            <a:ln w="381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接连接符 21">
              <a:extLst>
                <a:ext uri="{FF2B5EF4-FFF2-40B4-BE49-F238E27FC236}">
                  <a16:creationId xmlns:a16="http://schemas.microsoft.com/office/drawing/2014/main" id="{F8704A33-4C0A-4F48-B8D1-49887684CBB4}"/>
                </a:ext>
              </a:extLst>
            </p:cNvPr>
            <p:cNvCxnSpPr/>
            <p:nvPr/>
          </p:nvCxnSpPr>
          <p:spPr>
            <a:xfrm flipH="1">
              <a:off x="4441895" y="4944536"/>
              <a:ext cx="1771200" cy="0"/>
            </a:xfrm>
            <a:prstGeom prst="line">
              <a:avLst/>
            </a:prstGeom>
            <a:ln w="381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4" name="TextBox 3">
            <a:extLst>
              <a:ext uri="{FF2B5EF4-FFF2-40B4-BE49-F238E27FC236}">
                <a16:creationId xmlns:a16="http://schemas.microsoft.com/office/drawing/2014/main" id="{75A2CAE9-6F45-455E-A201-D5B8CD94A2F0}"/>
              </a:ext>
            </a:extLst>
          </p:cNvPr>
          <p:cNvSpPr txBox="1"/>
          <p:nvPr/>
        </p:nvSpPr>
        <p:spPr>
          <a:xfrm>
            <a:off x="5525345" y="5481908"/>
            <a:ext cx="2209800" cy="523220"/>
          </a:xfrm>
          <a:prstGeom prst="rect">
            <a:avLst/>
          </a:prstGeom>
          <a:solidFill>
            <a:schemeClr val="bg2"/>
          </a:solidFill>
          <a:ln w="12700">
            <a:solidFill>
              <a:schemeClr val="tx1"/>
            </a:solidFill>
          </a:ln>
        </p:spPr>
        <p:txBody>
          <a:bodyPr>
            <a:spAutoFit/>
          </a:bodyPr>
          <a:lstStyle/>
          <a:p>
            <a:pPr>
              <a:tabLst>
                <a:tab pos="775527" algn="l"/>
                <a:tab pos="1551055" algn="l"/>
                <a:tab pos="2326582" algn="l"/>
                <a:tab pos="3102109" algn="l"/>
                <a:tab pos="3877636" algn="l"/>
                <a:tab pos="4653164" algn="l"/>
                <a:tab pos="5428691" algn="l"/>
                <a:tab pos="6204218" algn="l"/>
                <a:tab pos="6979746" algn="l"/>
                <a:tab pos="7755273" algn="l"/>
                <a:tab pos="8530800" algn="l"/>
                <a:tab pos="9306327" algn="l"/>
                <a:tab pos="10081855" algn="l"/>
                <a:tab pos="10857382" algn="l"/>
                <a:tab pos="11632909" algn="l"/>
                <a:tab pos="12408436" algn="l"/>
              </a:tabLst>
              <a:defRPr/>
            </a:pPr>
            <a:r>
              <a:rPr lang="zh-CN" altLang="en-US" sz="1400" kern="0" dirty="0">
                <a:solidFill>
                  <a:srgbClr val="000000"/>
                </a:solidFill>
                <a:latin typeface="Consolas" panose="020B0609020204030204" pitchFamily="49" charset="0"/>
                <a:ea typeface="思源黑体 CN Bold" panose="020B0800000000000000" pitchFamily="34" charset="-122"/>
                <a:cs typeface="宋体" panose="02010600030101010101" pitchFamily="2" charset="-122"/>
              </a:rPr>
              <a:t>方法：</a:t>
            </a:r>
            <a:r>
              <a:rPr lang="en-US" altLang="zh-CN" sz="1400" kern="0" dirty="0">
                <a:solidFill>
                  <a:srgbClr val="000000"/>
                </a:solidFill>
                <a:latin typeface="Consolas" panose="020B0609020204030204" pitchFamily="49" charset="0"/>
                <a:ea typeface="思源黑体 CN Bold" panose="020B0800000000000000" pitchFamily="34" charset="-122"/>
                <a:cs typeface="宋体" panose="02010600030101010101" pitchFamily="2" charset="-122"/>
              </a:rPr>
              <a:t>main()</a:t>
            </a:r>
          </a:p>
          <a:p>
            <a:pPr>
              <a:tabLst>
                <a:tab pos="775527" algn="l"/>
                <a:tab pos="1551055" algn="l"/>
                <a:tab pos="2326582" algn="l"/>
                <a:tab pos="3102109" algn="l"/>
                <a:tab pos="3877636" algn="l"/>
                <a:tab pos="4653164" algn="l"/>
                <a:tab pos="5428691" algn="l"/>
                <a:tab pos="6204218" algn="l"/>
                <a:tab pos="6979746" algn="l"/>
                <a:tab pos="7755273" algn="l"/>
                <a:tab pos="8530800" algn="l"/>
                <a:tab pos="9306327" algn="l"/>
                <a:tab pos="10081855" algn="l"/>
                <a:tab pos="10857382" algn="l"/>
                <a:tab pos="11632909" algn="l"/>
                <a:tab pos="12408436" algn="l"/>
              </a:tabLst>
              <a:defRPr/>
            </a:pPr>
            <a:r>
              <a:rPr lang="en-US" altLang="zh-CN" sz="1400" kern="0" dirty="0">
                <a:solidFill>
                  <a:srgbClr val="000000"/>
                </a:solidFill>
                <a:latin typeface="Consolas" panose="020B0609020204030204" pitchFamily="49" charset="0"/>
                <a:ea typeface="思源黑体 CN Bold" panose="020B0800000000000000" pitchFamily="34" charset="-122"/>
              </a:rPr>
              <a:t>int[] </a:t>
            </a:r>
            <a:r>
              <a:rPr lang="en-US" altLang="zh-CN" sz="1400" kern="0" dirty="0" err="1">
                <a:solidFill>
                  <a:srgbClr val="000000"/>
                </a:solidFill>
                <a:latin typeface="Consolas" panose="020B0609020204030204" pitchFamily="49" charset="0"/>
                <a:ea typeface="思源黑体 CN Bold" panose="020B0800000000000000" pitchFamily="34" charset="-122"/>
              </a:rPr>
              <a:t>arr</a:t>
            </a:r>
            <a:r>
              <a:rPr lang="en-US" altLang="zh-CN" sz="1400" kern="0" dirty="0">
                <a:solidFill>
                  <a:srgbClr val="000000"/>
                </a:solidFill>
                <a:latin typeface="Consolas" panose="020B0609020204030204" pitchFamily="49" charset="0"/>
                <a:ea typeface="思源黑体 CN Bold" panose="020B0800000000000000" pitchFamily="34" charset="-122"/>
              </a:rPr>
              <a:t>  </a:t>
            </a:r>
            <a:r>
              <a:rPr lang="zh-CN" altLang="en-US" sz="1200" b="1" dirty="0">
                <a:solidFill>
                  <a:srgbClr val="7030A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10f87f48</a:t>
            </a:r>
            <a:endParaRPr lang="en-US" altLang="zh-CN" sz="1200" b="1" dirty="0">
              <a:solidFill>
                <a:srgbClr val="7030A0"/>
              </a:solidFill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CFD3DEB6-DF3B-4E5E-A6D4-110E59AB4385}"/>
              </a:ext>
            </a:extLst>
          </p:cNvPr>
          <p:cNvSpPr/>
          <p:nvPr/>
        </p:nvSpPr>
        <p:spPr>
          <a:xfrm>
            <a:off x="9324761" y="2599008"/>
            <a:ext cx="1921933" cy="349251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sz="1400" dirty="0" err="1">
                <a:solidFill>
                  <a:srgbClr val="FF0000"/>
                </a:solidFill>
                <a:latin typeface="Consolas" panose="020B0609020204030204" pitchFamily="49" charset="0"/>
                <a:ea typeface="思源黑体 CN Bold" panose="020B0800000000000000" pitchFamily="34" charset="-122"/>
              </a:rPr>
              <a:t>int</a:t>
            </a:r>
            <a:r>
              <a:rPr lang="en-US" altLang="zh-CN" sz="1400" dirty="0">
                <a:solidFill>
                  <a:srgbClr val="FF0000"/>
                </a:solidFill>
                <a:latin typeface="Consolas" panose="020B0609020204030204" pitchFamily="49" charset="0"/>
                <a:ea typeface="思源黑体 CN Bold" panose="020B0800000000000000" pitchFamily="34" charset="-122"/>
              </a:rPr>
              <a:t>[]</a:t>
            </a:r>
          </a:p>
        </p:txBody>
      </p:sp>
      <p:sp>
        <p:nvSpPr>
          <p:cNvPr id="26" name="TextBox 4">
            <a:extLst>
              <a:ext uri="{FF2B5EF4-FFF2-40B4-BE49-F238E27FC236}">
                <a16:creationId xmlns:a16="http://schemas.microsoft.com/office/drawing/2014/main" id="{E9810344-EDC0-491B-A7FA-21A27F106E5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62194" y="2611709"/>
            <a:ext cx="1024467" cy="247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r">
              <a:lnSpc>
                <a:spcPct val="150000"/>
              </a:lnSpc>
            </a:pPr>
            <a:r>
              <a:rPr lang="zh-CN" altLang="en-US" sz="1200" b="1" dirty="0">
                <a:solidFill>
                  <a:srgbClr val="7030A0"/>
                </a:solidFill>
                <a:latin typeface="Consolas" panose="020B0609020204030204" pitchFamily="49" charset="0"/>
                <a:ea typeface="思源黑体 CN Bold" panose="020B0800000000000000" pitchFamily="34" charset="-122"/>
              </a:rPr>
              <a:t>10f87f48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BFF73685-593B-4D7F-B5B6-331A17D98ABA}"/>
              </a:ext>
            </a:extLst>
          </p:cNvPr>
          <p:cNvSpPr/>
          <p:nvPr/>
        </p:nvSpPr>
        <p:spPr>
          <a:xfrm>
            <a:off x="9324762" y="3297508"/>
            <a:ext cx="768351" cy="349251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sz="1400" dirty="0">
                <a:latin typeface="Consolas" panose="020B0609020204030204" pitchFamily="49" charset="0"/>
                <a:ea typeface="思源黑体 CN Bold" panose="020B0800000000000000" pitchFamily="34" charset="-122"/>
              </a:rPr>
              <a:t>0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CAC6C0EE-4772-4A39-B992-313A69EF4664}"/>
              </a:ext>
            </a:extLst>
          </p:cNvPr>
          <p:cNvSpPr/>
          <p:nvPr/>
        </p:nvSpPr>
        <p:spPr>
          <a:xfrm>
            <a:off x="9324762" y="3646759"/>
            <a:ext cx="768351" cy="347133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sz="1400" dirty="0">
                <a:latin typeface="Consolas" panose="020B0609020204030204" pitchFamily="49" charset="0"/>
                <a:ea typeface="思源黑体 CN Bold" panose="020B0800000000000000" pitchFamily="34" charset="-122"/>
              </a:rPr>
              <a:t>1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6E871736-8F5B-4A38-99C6-30BA1A2C33B3}"/>
              </a:ext>
            </a:extLst>
          </p:cNvPr>
          <p:cNvSpPr/>
          <p:nvPr/>
        </p:nvSpPr>
        <p:spPr>
          <a:xfrm>
            <a:off x="9324762" y="2948260"/>
            <a:ext cx="768351" cy="349249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sz="1200" b="1" dirty="0">
                <a:solidFill>
                  <a:srgbClr val="FF0000"/>
                </a:solidFill>
                <a:latin typeface="Consolas" panose="020B0609020204030204" pitchFamily="49" charset="0"/>
                <a:ea typeface="思源黑体 CN Heavy" panose="020B0A00000000000000" pitchFamily="34" charset="-122"/>
                <a:cs typeface="Courier New" panose="02070309020205020404" pitchFamily="49" charset="0"/>
              </a:rPr>
              <a:t>length</a:t>
            </a:r>
            <a:endParaRPr lang="en-US" altLang="zh-CN" sz="1200" dirty="0">
              <a:solidFill>
                <a:srgbClr val="FF0000"/>
              </a:solidFill>
              <a:latin typeface="Consolas" panose="020B0609020204030204" pitchFamily="49" charset="0"/>
              <a:ea typeface="思源黑体 CN Bold" panose="020B0800000000000000" pitchFamily="34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9617CCF3-C6C8-4E8F-A648-38BA878EBD81}"/>
              </a:ext>
            </a:extLst>
          </p:cNvPr>
          <p:cNvSpPr/>
          <p:nvPr/>
        </p:nvSpPr>
        <p:spPr>
          <a:xfrm>
            <a:off x="10093112" y="2948260"/>
            <a:ext cx="1153583" cy="349249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sz="1400" dirty="0">
                <a:latin typeface="Consolas" panose="020B0609020204030204" pitchFamily="49" charset="0"/>
                <a:ea typeface="思源黑体 CN Bold" panose="020B0800000000000000" pitchFamily="34" charset="-122"/>
              </a:rPr>
              <a:t>2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88CA52A4-6F2B-493A-86C0-3A7A5A04A1AA}"/>
              </a:ext>
            </a:extLst>
          </p:cNvPr>
          <p:cNvSpPr/>
          <p:nvPr/>
        </p:nvSpPr>
        <p:spPr>
          <a:xfrm>
            <a:off x="10093112" y="3297508"/>
            <a:ext cx="1153583" cy="349251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sz="1400" dirty="0">
                <a:solidFill>
                  <a:srgbClr val="0000FF"/>
                </a:solidFill>
                <a:latin typeface="Consolas" panose="020B0609020204030204" pitchFamily="49" charset="0"/>
                <a:ea typeface="思源黑体 CN Bold" panose="020B0800000000000000" pitchFamily="34" charset="-122"/>
                <a:cs typeface="Courier New" panose="02070309020205020404" pitchFamily="49" charset="0"/>
              </a:rPr>
              <a:t>0</a:t>
            </a:r>
            <a:endParaRPr lang="en-US" altLang="zh-CN" sz="1400" dirty="0">
              <a:latin typeface="Consolas" panose="020B0609020204030204" pitchFamily="49" charset="0"/>
              <a:ea typeface="思源黑体 CN Bold" panose="020B0800000000000000" pitchFamily="34" charset="-122"/>
            </a:endParaRP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B392E34F-6731-49BE-A7DE-62DA964B5E77}"/>
              </a:ext>
            </a:extLst>
          </p:cNvPr>
          <p:cNvSpPr/>
          <p:nvPr/>
        </p:nvSpPr>
        <p:spPr>
          <a:xfrm>
            <a:off x="10093112" y="3646759"/>
            <a:ext cx="1153583" cy="347133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sz="1400" dirty="0">
                <a:solidFill>
                  <a:srgbClr val="0000FF"/>
                </a:solidFill>
                <a:latin typeface="Consolas" panose="020B0609020204030204" pitchFamily="49" charset="0"/>
                <a:ea typeface="思源黑体 CN Bold" panose="020B0800000000000000" pitchFamily="34" charset="-122"/>
                <a:cs typeface="Courier New" panose="02070309020205020404" pitchFamily="49" charset="0"/>
              </a:rPr>
              <a:t>0</a:t>
            </a:r>
            <a:endParaRPr lang="en-US" altLang="zh-CN" sz="1400" dirty="0">
              <a:latin typeface="Consolas" panose="020B0609020204030204" pitchFamily="49" charset="0"/>
              <a:ea typeface="思源黑体 CN Bold" panose="020B0800000000000000" pitchFamily="34" charset="-122"/>
            </a:endParaRPr>
          </a:p>
        </p:txBody>
      </p:sp>
      <p:cxnSp>
        <p:nvCxnSpPr>
          <p:cNvPr id="33" name="连接符: 肘形 32">
            <a:extLst>
              <a:ext uri="{FF2B5EF4-FFF2-40B4-BE49-F238E27FC236}">
                <a16:creationId xmlns:a16="http://schemas.microsoft.com/office/drawing/2014/main" id="{846B748F-6F84-499A-97F9-F057CFFE490E}"/>
              </a:ext>
            </a:extLst>
          </p:cNvPr>
          <p:cNvCxnSpPr/>
          <p:nvPr/>
        </p:nvCxnSpPr>
        <p:spPr>
          <a:xfrm rot="5400000" flipH="1" flipV="1">
            <a:off x="6794287" y="3649934"/>
            <a:ext cx="2967567" cy="1441449"/>
          </a:xfrm>
          <a:prstGeom prst="bentConnector3">
            <a:avLst>
              <a:gd name="adj1" fmla="val -744"/>
            </a:avLst>
          </a:prstGeom>
          <a:ln w="254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矩形 33">
            <a:extLst>
              <a:ext uri="{FF2B5EF4-FFF2-40B4-BE49-F238E27FC236}">
                <a16:creationId xmlns:a16="http://schemas.microsoft.com/office/drawing/2014/main" id="{07746552-D186-40D1-8015-112C9F50B95E}"/>
              </a:ext>
            </a:extLst>
          </p:cNvPr>
          <p:cNvSpPr/>
          <p:nvPr/>
        </p:nvSpPr>
        <p:spPr>
          <a:xfrm>
            <a:off x="784011" y="3898642"/>
            <a:ext cx="4519083" cy="190500"/>
          </a:xfrm>
          <a:prstGeom prst="rect">
            <a:avLst/>
          </a:prstGeom>
          <a:solidFill>
            <a:srgbClr val="FD0000">
              <a:alpha val="20000"/>
            </a:srgbClr>
          </a:solidFill>
          <a:ln w="38100"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sz="2400"/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7B6FC223-7550-4ED3-BF0B-51D4DF98F162}"/>
              </a:ext>
            </a:extLst>
          </p:cNvPr>
          <p:cNvSpPr/>
          <p:nvPr/>
        </p:nvSpPr>
        <p:spPr>
          <a:xfrm>
            <a:off x="8285479" y="4393941"/>
            <a:ext cx="1409700" cy="527051"/>
          </a:xfrm>
          <a:prstGeom prst="rect">
            <a:avLst/>
          </a:prstGeom>
          <a:noFill/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lnSpc>
                <a:spcPct val="130000"/>
              </a:lnSpc>
              <a:defRPr/>
            </a:pPr>
            <a:r>
              <a:rPr lang="en-US" altLang="zh-CN" sz="5333" b="1" dirty="0">
                <a:solidFill>
                  <a:srgbClr val="C00000"/>
                </a:solidFill>
              </a:rPr>
              <a:t>×</a:t>
            </a:r>
          </a:p>
        </p:txBody>
      </p:sp>
      <p:sp>
        <p:nvSpPr>
          <p:cNvPr id="2" name="TextBox 3">
            <a:extLst>
              <a:ext uri="{FF2B5EF4-FFF2-40B4-BE49-F238E27FC236}">
                <a16:creationId xmlns:a16="http://schemas.microsoft.com/office/drawing/2014/main" id="{FA0D242A-4E47-3CEE-6B89-771B26920B65}"/>
              </a:ext>
            </a:extLst>
          </p:cNvPr>
          <p:cNvSpPr txBox="1"/>
          <p:nvPr/>
        </p:nvSpPr>
        <p:spPr>
          <a:xfrm>
            <a:off x="710879" y="1635973"/>
            <a:ext cx="10343696" cy="4259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594" indent="-228594">
              <a:lnSpc>
                <a:spcPct val="150000"/>
              </a:lnSpc>
              <a:buFont typeface="Wingdings" panose="05000000000000000000" pitchFamily="2" charset="2"/>
              <a:buChar char="l"/>
              <a:defRPr/>
            </a:pPr>
            <a:r>
              <a:rPr lang="zh-CN" altLang="en-US" sz="16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当引用数据类型变量被赋值为 </a:t>
            </a:r>
            <a:r>
              <a:rPr lang="en-US" altLang="zh-CN" sz="16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null </a:t>
            </a:r>
            <a:r>
              <a:rPr lang="zh-CN" altLang="en-US" sz="16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之后，地址的指向被切断，还继续访问堆内存数据，就会引发空指针异常</a:t>
            </a:r>
            <a:endParaRPr lang="en-US" altLang="zh-CN" sz="1600" dirty="0">
              <a:solidFill>
                <a:schemeClr val="tx1">
                  <a:lumMod val="50000"/>
                </a:schemeClr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199215442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764C089C-0935-5E44-B9F7-7E9F84DDBA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数组常见问题</a:t>
            </a:r>
          </a:p>
        </p:txBody>
      </p:sp>
      <p:sp>
        <p:nvSpPr>
          <p:cNvPr id="40" name="文本占位符 3">
            <a:extLst>
              <a:ext uri="{FF2B5EF4-FFF2-40B4-BE49-F238E27FC236}">
                <a16:creationId xmlns:a16="http://schemas.microsoft.com/office/drawing/2014/main" id="{57B70709-3842-4151-86BD-E249E98D2F55}"/>
              </a:ext>
            </a:extLst>
          </p:cNvPr>
          <p:cNvSpPr txBox="1">
            <a:spLocks/>
          </p:cNvSpPr>
          <p:nvPr/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lang="zh-CN" altLang="en-US" sz="18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zh-CN" altLang="en-US" dirty="0">
                <a:latin typeface="Consolas" panose="020B0609020204030204" pitchFamily="49" charset="0"/>
              </a:rPr>
              <a:t>空指针异常</a:t>
            </a:r>
          </a:p>
        </p:txBody>
      </p:sp>
      <p:pic>
        <p:nvPicPr>
          <p:cNvPr id="36" name="图片 1">
            <a:extLst>
              <a:ext uri="{FF2B5EF4-FFF2-40B4-BE49-F238E27FC236}">
                <a16:creationId xmlns:a16="http://schemas.microsoft.com/office/drawing/2014/main" id="{53B53045-ED1B-4855-9DC6-84ABA28366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76184" y="3196167"/>
            <a:ext cx="5283200" cy="30818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7" name="文本框 36">
            <a:extLst>
              <a:ext uri="{FF2B5EF4-FFF2-40B4-BE49-F238E27FC236}">
                <a16:creationId xmlns:a16="http://schemas.microsoft.com/office/drawing/2014/main" id="{73676426-D0F3-4DCD-A06C-655592DCB291}"/>
              </a:ext>
            </a:extLst>
          </p:cNvPr>
          <p:cNvSpPr txBox="1"/>
          <p:nvPr/>
        </p:nvSpPr>
        <p:spPr>
          <a:xfrm>
            <a:off x="7954433" y="2785533"/>
            <a:ext cx="570990" cy="3796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sz="1867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arr</a:t>
            </a:r>
            <a:r>
              <a:rPr lang="en-US" altLang="zh-CN" sz="1867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zh-CN" altLang="en-US" sz="1867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8" name="文本框 7">
            <a:extLst>
              <a:ext uri="{FF2B5EF4-FFF2-40B4-BE49-F238E27FC236}">
                <a16:creationId xmlns:a16="http://schemas.microsoft.com/office/drawing/2014/main" id="{53DDDECF-F7CA-4700-B57E-726364AE40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79798" y="4720167"/>
            <a:ext cx="1236236" cy="4771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r">
              <a:lnSpc>
                <a:spcPct val="150000"/>
              </a:lnSpc>
            </a:pPr>
            <a:r>
              <a:rPr lang="zh-CN" altLang="en-US" sz="1867" b="1" dirty="0">
                <a:solidFill>
                  <a:srgbClr val="7030A0"/>
                </a:solidFill>
                <a:latin typeface="Consolas" panose="020B0609020204030204" pitchFamily="49" charset="0"/>
                <a:ea typeface="思源黑体 CN Bold" panose="020B0800000000000000" pitchFamily="34" charset="-122"/>
              </a:rPr>
              <a:t>10f87f48</a:t>
            </a:r>
          </a:p>
        </p:txBody>
      </p:sp>
      <p:sp>
        <p:nvSpPr>
          <p:cNvPr id="39" name="TextBox 6">
            <a:extLst>
              <a:ext uri="{FF2B5EF4-FFF2-40B4-BE49-F238E27FC236}">
                <a16:creationId xmlns:a16="http://schemas.microsoft.com/office/drawing/2014/main" id="{E9B4AF27-ED80-474F-8D1F-9FECE4546796}"/>
              </a:ext>
            </a:extLst>
          </p:cNvPr>
          <p:cNvSpPr txBox="1"/>
          <p:nvPr/>
        </p:nvSpPr>
        <p:spPr>
          <a:xfrm>
            <a:off x="5039785" y="3333752"/>
            <a:ext cx="1178528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sz="1400" dirty="0" err="1">
                <a:solidFill>
                  <a:srgbClr val="0070C0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arr</a:t>
            </a:r>
            <a:r>
              <a:rPr lang="en-US" altLang="zh-CN" sz="1400" dirty="0">
                <a:solidFill>
                  <a:srgbClr val="0070C0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 = null</a:t>
            </a:r>
            <a:endParaRPr lang="zh-CN" altLang="en-US" sz="1400" dirty="0">
              <a:solidFill>
                <a:srgbClr val="0070C0"/>
              </a:solidFill>
              <a:latin typeface="Consolas" panose="020B0609020204030204" pitchFamily="49" charset="0"/>
              <a:ea typeface="微软雅黑" panose="020B0503020204020204" pitchFamily="34" charset="-122"/>
            </a:endParaRPr>
          </a:p>
        </p:txBody>
      </p:sp>
      <p:sp>
        <p:nvSpPr>
          <p:cNvPr id="2" name="TextBox 3">
            <a:extLst>
              <a:ext uri="{FF2B5EF4-FFF2-40B4-BE49-F238E27FC236}">
                <a16:creationId xmlns:a16="http://schemas.microsoft.com/office/drawing/2014/main" id="{88816EEC-080D-FDB4-33F8-72D3A19E3933}"/>
              </a:ext>
            </a:extLst>
          </p:cNvPr>
          <p:cNvSpPr txBox="1"/>
          <p:nvPr/>
        </p:nvSpPr>
        <p:spPr>
          <a:xfrm>
            <a:off x="710879" y="1635973"/>
            <a:ext cx="10343696" cy="4259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594" indent="-228594">
              <a:lnSpc>
                <a:spcPct val="150000"/>
              </a:lnSpc>
              <a:buFont typeface="Wingdings" panose="05000000000000000000" pitchFamily="2" charset="2"/>
              <a:buChar char="l"/>
              <a:defRPr/>
            </a:pPr>
            <a:r>
              <a:rPr lang="zh-CN" altLang="en-US" sz="16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当引用数据类型变量被赋值为 </a:t>
            </a:r>
            <a:r>
              <a:rPr lang="en-US" altLang="zh-CN" sz="16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null </a:t>
            </a:r>
            <a:r>
              <a:rPr lang="zh-CN" altLang="en-US" sz="16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之后，地址的指向被切断，还继续访问堆内存数据，就会引发空指针异常</a:t>
            </a:r>
            <a:endParaRPr lang="en-US" altLang="zh-CN" sz="1600" dirty="0">
              <a:solidFill>
                <a:schemeClr val="tx1">
                  <a:lumMod val="50000"/>
                </a:schemeClr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6086939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764C089C-0935-5E44-B9F7-7E9F84DDBA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数组常见问题</a:t>
            </a:r>
            <a:endParaRPr kumimoji="1" lang="zh-CN" altLang="en-US" dirty="0"/>
          </a:p>
        </p:txBody>
      </p:sp>
      <p:sp>
        <p:nvSpPr>
          <p:cNvPr id="40" name="文本占位符 3">
            <a:extLst>
              <a:ext uri="{FF2B5EF4-FFF2-40B4-BE49-F238E27FC236}">
                <a16:creationId xmlns:a16="http://schemas.microsoft.com/office/drawing/2014/main" id="{57B70709-3842-4151-86BD-E249E98D2F55}"/>
              </a:ext>
            </a:extLst>
          </p:cNvPr>
          <p:cNvSpPr txBox="1">
            <a:spLocks/>
          </p:cNvSpPr>
          <p:nvPr/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lang="zh-CN" altLang="en-US" sz="18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zh-CN" altLang="en-US" dirty="0">
                <a:latin typeface="Consolas" panose="020B0609020204030204" pitchFamily="49" charset="0"/>
              </a:rPr>
              <a:t>空指针异常</a:t>
            </a:r>
          </a:p>
        </p:txBody>
      </p:sp>
      <p:pic>
        <p:nvPicPr>
          <p:cNvPr id="15" name="图片 6">
            <a:extLst>
              <a:ext uri="{FF2B5EF4-FFF2-40B4-BE49-F238E27FC236}">
                <a16:creationId xmlns:a16="http://schemas.microsoft.com/office/drawing/2014/main" id="{CBCDF086-BB32-4479-A49F-7136302F7F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76185" y="3196167"/>
            <a:ext cx="5285316" cy="28109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Box 3">
            <a:extLst>
              <a:ext uri="{FF2B5EF4-FFF2-40B4-BE49-F238E27FC236}">
                <a16:creationId xmlns:a16="http://schemas.microsoft.com/office/drawing/2014/main" id="{0C17AF83-A86D-0AE3-E6AB-525A358FB13E}"/>
              </a:ext>
            </a:extLst>
          </p:cNvPr>
          <p:cNvSpPr txBox="1"/>
          <p:nvPr/>
        </p:nvSpPr>
        <p:spPr>
          <a:xfrm>
            <a:off x="710879" y="1635973"/>
            <a:ext cx="10343696" cy="4259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594" indent="-228594">
              <a:lnSpc>
                <a:spcPct val="150000"/>
              </a:lnSpc>
              <a:buFont typeface="Wingdings" panose="05000000000000000000" pitchFamily="2" charset="2"/>
              <a:buChar char="l"/>
              <a:defRPr/>
            </a:pPr>
            <a:r>
              <a:rPr lang="zh-CN" altLang="en-US" sz="16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当引用数据类型变量被赋值为 </a:t>
            </a:r>
            <a:r>
              <a:rPr lang="en-US" altLang="zh-CN" sz="16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null </a:t>
            </a:r>
            <a:r>
              <a:rPr lang="zh-CN" altLang="en-US" sz="16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之后，地址的指向被切断，还继续访问堆内存数据，就会引发空指针异常</a:t>
            </a:r>
            <a:endParaRPr lang="en-US" altLang="zh-CN" sz="1600" dirty="0">
              <a:solidFill>
                <a:schemeClr val="tx1">
                  <a:lumMod val="50000"/>
                </a:schemeClr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949748535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0107B3-AA35-E7C7-DB2E-EB33DF9BD2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690FE45C-B50B-7348-3C11-10620F80B8C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258201" y="1662411"/>
            <a:ext cx="3787673" cy="4287452"/>
          </a:xfrm>
        </p:spPr>
        <p:txBody>
          <a:bodyPr/>
          <a:lstStyle/>
          <a:p>
            <a:r>
              <a:rPr lang="zh-CN" altLang="en-US" dirty="0">
                <a:latin typeface="Consolas" panose="020B0609020204030204" pitchFamily="49" charset="0"/>
              </a:rPr>
              <a:t>数组介绍</a:t>
            </a:r>
            <a:endParaRPr lang="en-US" altLang="zh-CN" dirty="0">
              <a:latin typeface="Consolas" panose="020B0609020204030204" pitchFamily="49" charset="0"/>
            </a:endParaRPr>
          </a:p>
          <a:p>
            <a:r>
              <a:rPr lang="zh-CN" altLang="en-US" dirty="0">
                <a:latin typeface="Consolas" panose="020B0609020204030204" pitchFamily="49" charset="0"/>
              </a:rPr>
              <a:t>数组的定义和静态初始化</a:t>
            </a:r>
            <a:endParaRPr lang="en-US" altLang="zh-CN" dirty="0">
              <a:latin typeface="Consolas" panose="020B0609020204030204" pitchFamily="49" charset="0"/>
            </a:endParaRPr>
          </a:p>
          <a:p>
            <a:r>
              <a:rPr lang="zh-CN" altLang="en-US" dirty="0">
                <a:latin typeface="Consolas" panose="020B0609020204030204" pitchFamily="49" charset="0"/>
              </a:rPr>
              <a:t>数组元素访问</a:t>
            </a:r>
            <a:endParaRPr lang="en-US" altLang="zh-CN" dirty="0">
              <a:latin typeface="Consolas" panose="020B0609020204030204" pitchFamily="49" charset="0"/>
            </a:endParaRPr>
          </a:p>
          <a:p>
            <a:r>
              <a:rPr lang="zh-CN" altLang="en-US" dirty="0">
                <a:latin typeface="Consolas" panose="020B0609020204030204" pitchFamily="49" charset="0"/>
              </a:rPr>
              <a:t>数组遍历操作</a:t>
            </a:r>
            <a:endParaRPr lang="en-US" altLang="zh-CN" dirty="0">
              <a:latin typeface="Consolas" panose="020B0609020204030204" pitchFamily="49" charset="0"/>
            </a:endParaRPr>
          </a:p>
          <a:p>
            <a:r>
              <a:rPr lang="zh-CN" altLang="en-US" dirty="0">
                <a:latin typeface="Consolas" panose="020B0609020204030204" pitchFamily="49" charset="0"/>
              </a:rPr>
              <a:t>数组动态初始化</a:t>
            </a:r>
            <a:endParaRPr lang="en-US" altLang="zh-CN" dirty="0">
              <a:latin typeface="Consolas" panose="020B0609020204030204" pitchFamily="49" charset="0"/>
            </a:endParaRPr>
          </a:p>
          <a:p>
            <a:r>
              <a:rPr lang="zh-CN" altLang="en-US" dirty="0">
                <a:latin typeface="Consolas" panose="020B0609020204030204" pitchFamily="49" charset="0"/>
              </a:rPr>
              <a:t>数组内存图</a:t>
            </a:r>
            <a:endParaRPr lang="en-US" altLang="zh-CN" dirty="0">
              <a:latin typeface="Consolas" panose="020B0609020204030204" pitchFamily="49" charset="0"/>
            </a:endParaRPr>
          </a:p>
          <a:p>
            <a:r>
              <a:rPr lang="zh-CN" altLang="en-US" dirty="0">
                <a:latin typeface="Consolas" panose="020B0609020204030204" pitchFamily="49" charset="0"/>
              </a:rPr>
              <a:t>数组常见问题</a:t>
            </a:r>
            <a:endParaRPr lang="en-US" altLang="zh-CN" dirty="0">
              <a:latin typeface="Consolas" panose="020B0609020204030204" pitchFamily="49" charset="0"/>
            </a:endParaRPr>
          </a:p>
          <a:p>
            <a:r>
              <a:rPr lang="zh-CN" altLang="en-US" dirty="0">
                <a:latin typeface="Consolas" panose="020B0609020204030204" pitchFamily="49" charset="0"/>
              </a:rPr>
              <a:t>二维数组</a:t>
            </a:r>
          </a:p>
        </p:txBody>
      </p:sp>
    </p:spTree>
    <p:extLst>
      <p:ext uri="{BB962C8B-B14F-4D97-AF65-F5344CB8AC3E}">
        <p14:creationId xmlns:p14="http://schemas.microsoft.com/office/powerpoint/2010/main" val="100673562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CB3691-EAB7-D964-D6E4-BCBCE2ED58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1CEA2CA-1732-8B47-A331-A40C1B431DF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834080" y="2465278"/>
            <a:ext cx="4831831" cy="901700"/>
          </a:xfrm>
        </p:spPr>
        <p:txBody>
          <a:bodyPr/>
          <a:lstStyle/>
          <a:p>
            <a:r>
              <a:rPr lang="zh-CN" altLang="en-US" dirty="0"/>
              <a:t>二维数组 </a:t>
            </a:r>
            <a:r>
              <a:rPr lang="en-US" altLang="zh-CN" dirty="0"/>
              <a:t>(</a:t>
            </a:r>
            <a:r>
              <a:rPr lang="zh-CN" altLang="en-US" dirty="0"/>
              <a:t>了解</a:t>
            </a:r>
            <a:r>
              <a:rPr lang="en-US" altLang="zh-CN" dirty="0"/>
              <a:t>)</a:t>
            </a:r>
            <a:endParaRPr lang="zh-CN" altLang="en-US" dirty="0"/>
          </a:p>
        </p:txBody>
      </p:sp>
      <p:sp>
        <p:nvSpPr>
          <p:cNvPr id="10" name="文本占位符 9">
            <a:extLst>
              <a:ext uri="{FF2B5EF4-FFF2-40B4-BE49-F238E27FC236}">
                <a16:creationId xmlns:a16="http://schemas.microsoft.com/office/drawing/2014/main" id="{44761BBE-E66E-4FB8-8477-C975A71392B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zh-CN" dirty="0"/>
              <a:t>8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42128468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764C089C-0935-5E44-B9F7-7E9F84DDBA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二维数组 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89955B1-89ED-46C0-A8B9-E5D28D766B52}"/>
              </a:ext>
            </a:extLst>
          </p:cNvPr>
          <p:cNvSpPr txBox="1"/>
          <p:nvPr/>
        </p:nvSpPr>
        <p:spPr>
          <a:xfrm>
            <a:off x="576626" y="1129904"/>
            <a:ext cx="6192837" cy="4689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285750" indent="-28575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l"/>
              <a:defRPr/>
            </a:pPr>
            <a:r>
              <a:rPr lang="zh-CN" altLang="en-US" dirty="0">
                <a:solidFill>
                  <a:schemeClr val="tx1">
                    <a:lumMod val="50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二维数组是一种</a:t>
            </a:r>
            <a:r>
              <a:rPr lang="zh-CN" altLang="en-US" dirty="0">
                <a:solidFill>
                  <a:srgbClr val="C0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容器</a:t>
            </a:r>
            <a:r>
              <a:rPr lang="zh-CN" altLang="en-US" dirty="0">
                <a:solidFill>
                  <a:schemeClr val="tx1">
                    <a:lumMod val="50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，该容器用于存储一维数组</a:t>
            </a:r>
            <a:endParaRPr lang="en-US" altLang="zh-CN" dirty="0">
              <a:solidFill>
                <a:schemeClr val="tx1">
                  <a:lumMod val="50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4945379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764C089C-0935-5E44-B9F7-7E9F84DDBA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二维数组 </a:t>
            </a:r>
            <a:endParaRPr kumimoji="1"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5869223F-E4F8-43C5-9FC1-F0E6D996DC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0880" y="1013210"/>
            <a:ext cx="5380186" cy="1074513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DC4FBCDB-F11F-423C-93F4-2F49D025E0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0880" y="2219030"/>
            <a:ext cx="2266950" cy="809625"/>
          </a:xfrm>
          <a:prstGeom prst="rect">
            <a:avLst/>
          </a:prstGeom>
        </p:spPr>
      </p:pic>
      <p:sp>
        <p:nvSpPr>
          <p:cNvPr id="25" name="文本框 24">
            <a:extLst>
              <a:ext uri="{FF2B5EF4-FFF2-40B4-BE49-F238E27FC236}">
                <a16:creationId xmlns:a16="http://schemas.microsoft.com/office/drawing/2014/main" id="{7D33D471-2F79-42B0-A88B-AAA98BFBD59A}"/>
              </a:ext>
            </a:extLst>
          </p:cNvPr>
          <p:cNvSpPr txBox="1"/>
          <p:nvPr/>
        </p:nvSpPr>
        <p:spPr>
          <a:xfrm>
            <a:off x="815935" y="3064875"/>
            <a:ext cx="6097554" cy="17054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zh-CN" altLang="zh-CN" sz="18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第一季度：22,66,44 </a:t>
            </a:r>
            <a:endParaRPr lang="en-US" altLang="zh-CN" sz="1800" dirty="0">
              <a:solidFill>
                <a:schemeClr val="tx1">
                  <a:lumMod val="85000"/>
                  <a:lumOff val="15000"/>
                </a:schemeClr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>
              <a:lnSpc>
                <a:spcPct val="150000"/>
              </a:lnSpc>
              <a:defRPr/>
            </a:pPr>
            <a:r>
              <a:rPr lang="zh-CN" altLang="zh-CN" sz="18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第二季度：77,33,88 </a:t>
            </a:r>
            <a:endParaRPr lang="en-US" altLang="zh-CN" sz="1800" dirty="0">
              <a:solidFill>
                <a:schemeClr val="tx1">
                  <a:lumMod val="85000"/>
                  <a:lumOff val="15000"/>
                </a:schemeClr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>
              <a:lnSpc>
                <a:spcPct val="150000"/>
              </a:lnSpc>
              <a:defRPr/>
            </a:pPr>
            <a:r>
              <a:rPr lang="zh-CN" altLang="zh-CN" sz="18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第三季度：25,45,6</a:t>
            </a:r>
            <a:r>
              <a:rPr lang="en-US" altLang="zh-CN" sz="18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5</a:t>
            </a:r>
          </a:p>
          <a:p>
            <a:pPr>
              <a:lnSpc>
                <a:spcPct val="150000"/>
              </a:lnSpc>
              <a:defRPr/>
            </a:pPr>
            <a:r>
              <a:rPr lang="zh-CN" altLang="zh-CN" sz="18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第四季度：11,66,99 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9048AA08-58B6-4CFB-9359-51A2A0833D0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0880" y="5794250"/>
            <a:ext cx="5086350" cy="647700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169A9AB7-8B7E-4947-A821-74ACBF745CD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98208" y="5794250"/>
            <a:ext cx="3276600" cy="619125"/>
          </a:xfrm>
          <a:prstGeom prst="rect">
            <a:avLst/>
          </a:prstGeom>
        </p:spPr>
      </p:pic>
      <p:sp>
        <p:nvSpPr>
          <p:cNvPr id="10" name="矩形 9">
            <a:extLst>
              <a:ext uri="{FF2B5EF4-FFF2-40B4-BE49-F238E27FC236}">
                <a16:creationId xmlns:a16="http://schemas.microsoft.com/office/drawing/2014/main" id="{ADC99952-79B5-45BE-8B4E-28C061CB9DAE}"/>
              </a:ext>
            </a:extLst>
          </p:cNvPr>
          <p:cNvSpPr/>
          <p:nvPr/>
        </p:nvSpPr>
        <p:spPr>
          <a:xfrm>
            <a:off x="2323322" y="5794250"/>
            <a:ext cx="1828800" cy="619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C1A8B8D9-D8A4-4D57-94D0-E3C460593695}"/>
              </a:ext>
            </a:extLst>
          </p:cNvPr>
          <p:cNvSpPr/>
          <p:nvPr/>
        </p:nvSpPr>
        <p:spPr>
          <a:xfrm>
            <a:off x="2575249" y="5794250"/>
            <a:ext cx="1576873" cy="619125"/>
          </a:xfrm>
          <a:prstGeom prst="roundRect">
            <a:avLst/>
          </a:prstGeom>
          <a:noFill/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" name="矩形: 圆角 40">
            <a:extLst>
              <a:ext uri="{FF2B5EF4-FFF2-40B4-BE49-F238E27FC236}">
                <a16:creationId xmlns:a16="http://schemas.microsoft.com/office/drawing/2014/main" id="{36A6AD8B-8960-482C-B420-F176F57B6DFA}"/>
              </a:ext>
            </a:extLst>
          </p:cNvPr>
          <p:cNvSpPr/>
          <p:nvPr/>
        </p:nvSpPr>
        <p:spPr>
          <a:xfrm>
            <a:off x="4164037" y="5794250"/>
            <a:ext cx="1576873" cy="619125"/>
          </a:xfrm>
          <a:prstGeom prst="roundRect">
            <a:avLst/>
          </a:prstGeom>
          <a:noFill/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" name="矩形: 圆角 41">
            <a:extLst>
              <a:ext uri="{FF2B5EF4-FFF2-40B4-BE49-F238E27FC236}">
                <a16:creationId xmlns:a16="http://schemas.microsoft.com/office/drawing/2014/main" id="{85AE484A-ED88-43D5-960F-EBA647D82BA9}"/>
              </a:ext>
            </a:extLst>
          </p:cNvPr>
          <p:cNvSpPr/>
          <p:nvPr/>
        </p:nvSpPr>
        <p:spPr>
          <a:xfrm>
            <a:off x="5740910" y="5794189"/>
            <a:ext cx="1576873" cy="619125"/>
          </a:xfrm>
          <a:prstGeom prst="roundRect">
            <a:avLst/>
          </a:prstGeom>
          <a:noFill/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" name="矩形: 圆角 42">
            <a:extLst>
              <a:ext uri="{FF2B5EF4-FFF2-40B4-BE49-F238E27FC236}">
                <a16:creationId xmlns:a16="http://schemas.microsoft.com/office/drawing/2014/main" id="{FA5E7F05-E76A-47F2-93FF-DE3D6F93EACF}"/>
              </a:ext>
            </a:extLst>
          </p:cNvPr>
          <p:cNvSpPr/>
          <p:nvPr/>
        </p:nvSpPr>
        <p:spPr>
          <a:xfrm>
            <a:off x="7317783" y="5793484"/>
            <a:ext cx="1576873" cy="619125"/>
          </a:xfrm>
          <a:prstGeom prst="roundRect">
            <a:avLst/>
          </a:prstGeom>
          <a:noFill/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8" name="图片 17">
            <a:extLst>
              <a:ext uri="{FF2B5EF4-FFF2-40B4-BE49-F238E27FC236}">
                <a16:creationId xmlns:a16="http://schemas.microsoft.com/office/drawing/2014/main" id="{41166204-A8EC-4EB6-BE27-931954183DE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69987" y="2805277"/>
            <a:ext cx="2066925" cy="619125"/>
          </a:xfrm>
          <a:prstGeom prst="rect">
            <a:avLst/>
          </a:prstGeom>
        </p:spPr>
      </p:pic>
      <p:pic>
        <p:nvPicPr>
          <p:cNvPr id="21" name="图片 20">
            <a:extLst>
              <a:ext uri="{FF2B5EF4-FFF2-40B4-BE49-F238E27FC236}">
                <a16:creationId xmlns:a16="http://schemas.microsoft.com/office/drawing/2014/main" id="{E5600715-830E-4AB4-A67B-B0A663BA1D0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69933" y="3429000"/>
            <a:ext cx="1847850" cy="561975"/>
          </a:xfrm>
          <a:prstGeom prst="rect">
            <a:avLst/>
          </a:prstGeom>
        </p:spPr>
      </p:pic>
      <p:pic>
        <p:nvPicPr>
          <p:cNvPr id="23" name="图片 22">
            <a:extLst>
              <a:ext uri="{FF2B5EF4-FFF2-40B4-BE49-F238E27FC236}">
                <a16:creationId xmlns:a16="http://schemas.microsoft.com/office/drawing/2014/main" id="{BED56F70-4CD6-408E-8850-6891D1FD9EC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512861" y="3990975"/>
            <a:ext cx="1781175" cy="600075"/>
          </a:xfrm>
          <a:prstGeom prst="rect">
            <a:avLst/>
          </a:prstGeom>
        </p:spPr>
      </p:pic>
      <p:pic>
        <p:nvPicPr>
          <p:cNvPr id="27" name="图片 26">
            <a:extLst>
              <a:ext uri="{FF2B5EF4-FFF2-40B4-BE49-F238E27FC236}">
                <a16:creationId xmlns:a16="http://schemas.microsoft.com/office/drawing/2014/main" id="{239FEDB4-26E5-4ADD-8314-D415457CED7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512861" y="4612016"/>
            <a:ext cx="1619250" cy="542925"/>
          </a:xfrm>
          <a:prstGeom prst="rect">
            <a:avLst/>
          </a:prstGeom>
        </p:spPr>
      </p:pic>
      <p:pic>
        <p:nvPicPr>
          <p:cNvPr id="44" name="图片 43">
            <a:extLst>
              <a:ext uri="{FF2B5EF4-FFF2-40B4-BE49-F238E27FC236}">
                <a16:creationId xmlns:a16="http://schemas.microsoft.com/office/drawing/2014/main" id="{BF5778FB-9E96-4E5D-9729-98685AFC9F07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793658" y="2457450"/>
            <a:ext cx="676275" cy="742950"/>
          </a:xfrm>
          <a:prstGeom prst="rect">
            <a:avLst/>
          </a:prstGeom>
        </p:spPr>
      </p:pic>
      <p:pic>
        <p:nvPicPr>
          <p:cNvPr id="46" name="图片 45">
            <a:extLst>
              <a:ext uri="{FF2B5EF4-FFF2-40B4-BE49-F238E27FC236}">
                <a16:creationId xmlns:a16="http://schemas.microsoft.com/office/drawing/2014/main" id="{F10C2451-110C-44DF-AE0A-FFAE1EB69143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806181" y="4749118"/>
            <a:ext cx="600075" cy="733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02252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2)">
                                      <p:cBhvr>
                                        <p:cTn id="7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9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6" presetClass="entr" presetSubtype="37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52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  <p:bldP spid="12" grpId="0" animBg="1"/>
      <p:bldP spid="41" grpId="0" animBg="1"/>
      <p:bldP spid="42" grpId="0" animBg="1"/>
      <p:bldP spid="43" grpId="0" animBg="1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764C089C-0935-5E44-B9F7-7E9F84DDBA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二维数组 </a:t>
            </a:r>
            <a:endParaRPr kumimoji="1" lang="zh-CN" altLang="en-US" dirty="0"/>
          </a:p>
        </p:txBody>
      </p:sp>
      <p:sp>
        <p:nvSpPr>
          <p:cNvPr id="24" name="三角形 9">
            <a:extLst>
              <a:ext uri="{FF2B5EF4-FFF2-40B4-BE49-F238E27FC236}">
                <a16:creationId xmlns:a16="http://schemas.microsoft.com/office/drawing/2014/main" id="{66E826B7-981A-4355-931C-42077B5B1590}"/>
              </a:ext>
            </a:extLst>
          </p:cNvPr>
          <p:cNvSpPr/>
          <p:nvPr/>
        </p:nvSpPr>
        <p:spPr>
          <a:xfrm rot="2651319">
            <a:off x="581317" y="2521148"/>
            <a:ext cx="159249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19B84051-1BFB-4D02-82FE-647E5714E6B9}"/>
              </a:ext>
            </a:extLst>
          </p:cNvPr>
          <p:cNvSpPr/>
          <p:nvPr/>
        </p:nvSpPr>
        <p:spPr>
          <a:xfrm>
            <a:off x="676556" y="2159825"/>
            <a:ext cx="5056373" cy="1443646"/>
          </a:xfrm>
          <a:prstGeom prst="rect">
            <a:avLst/>
          </a:prstGeom>
          <a:noFill/>
          <a:ln w="952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4BE7C37D-46F0-49EE-BE49-25376831524F}"/>
              </a:ext>
            </a:extLst>
          </p:cNvPr>
          <p:cNvSpPr/>
          <p:nvPr/>
        </p:nvSpPr>
        <p:spPr>
          <a:xfrm>
            <a:off x="576628" y="2232295"/>
            <a:ext cx="1467974" cy="300942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使用思路</a:t>
            </a:r>
          </a:p>
        </p:txBody>
      </p:sp>
      <p:sp>
        <p:nvSpPr>
          <p:cNvPr id="29" name="TextBox 6">
            <a:extLst>
              <a:ext uri="{FF2B5EF4-FFF2-40B4-BE49-F238E27FC236}">
                <a16:creationId xmlns:a16="http://schemas.microsoft.com/office/drawing/2014/main" id="{05BA0A51-0FB7-45CC-9E35-7DBD27984919}"/>
              </a:ext>
            </a:extLst>
          </p:cNvPr>
          <p:cNvSpPr txBox="1"/>
          <p:nvPr/>
        </p:nvSpPr>
        <p:spPr>
          <a:xfrm>
            <a:off x="1051931" y="2565313"/>
            <a:ext cx="5242226" cy="79528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rgbClr val="00B05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要操作的一维数组有多个，并且属于同一个整体</a:t>
            </a:r>
            <a:endParaRPr lang="en-US" altLang="zh-CN" sz="1600" dirty="0">
              <a:solidFill>
                <a:srgbClr val="00B050"/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rgbClr val="00B05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可以考虑使用二维数组</a:t>
            </a:r>
            <a:endParaRPr lang="en-US" altLang="zh-CN" sz="1600" dirty="0">
              <a:solidFill>
                <a:srgbClr val="00B050"/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76588080-7362-B82A-1502-AF052F7E9C8B}"/>
              </a:ext>
            </a:extLst>
          </p:cNvPr>
          <p:cNvSpPr txBox="1"/>
          <p:nvPr/>
        </p:nvSpPr>
        <p:spPr>
          <a:xfrm>
            <a:off x="576626" y="1129904"/>
            <a:ext cx="6192837" cy="4689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285750" indent="-28575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l"/>
              <a:defRPr/>
            </a:pPr>
            <a:r>
              <a:rPr lang="zh-CN" altLang="en-US" dirty="0">
                <a:solidFill>
                  <a:schemeClr val="tx1">
                    <a:lumMod val="50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二维数组是一种</a:t>
            </a:r>
            <a:r>
              <a:rPr lang="zh-CN" altLang="en-US" dirty="0">
                <a:solidFill>
                  <a:srgbClr val="C0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容器</a:t>
            </a:r>
            <a:r>
              <a:rPr lang="zh-CN" altLang="en-US" dirty="0">
                <a:solidFill>
                  <a:schemeClr val="tx1">
                    <a:lumMod val="50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，该容器用于存储一维数组</a:t>
            </a:r>
            <a:endParaRPr lang="en-US" altLang="zh-CN" dirty="0">
              <a:solidFill>
                <a:schemeClr val="tx1">
                  <a:lumMod val="50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689944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  <p:bldP spid="26" grpId="0" animBg="1"/>
      <p:bldP spid="28" grpId="0" animBg="1"/>
      <p:bldP spid="29" grpId="0"/>
      <p:bldP spid="2" grpId="0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764C089C-0935-5E44-B9F7-7E9F84DDBA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二维数组</a:t>
            </a:r>
          </a:p>
        </p:txBody>
      </p:sp>
      <p:sp>
        <p:nvSpPr>
          <p:cNvPr id="11" name="TextBox 3">
            <a:extLst>
              <a:ext uri="{FF2B5EF4-FFF2-40B4-BE49-F238E27FC236}">
                <a16:creationId xmlns:a16="http://schemas.microsoft.com/office/drawing/2014/main" id="{0DC84F42-499B-4D87-A4A0-05F5175E64AE}"/>
              </a:ext>
            </a:extLst>
          </p:cNvPr>
          <p:cNvSpPr txBox="1"/>
          <p:nvPr/>
        </p:nvSpPr>
        <p:spPr>
          <a:xfrm>
            <a:off x="576626" y="1188154"/>
            <a:ext cx="9064185" cy="4259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57708" indent="-357708">
              <a:lnSpc>
                <a:spcPct val="150000"/>
              </a:lnSpc>
              <a:buFont typeface="Wingdings" panose="05000000000000000000" pitchFamily="2" charset="2"/>
              <a:buChar char="l"/>
              <a:defRPr/>
            </a:pPr>
            <a:r>
              <a:rPr lang="zh-CN" altLang="en-US" sz="16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格式：数据类型</a:t>
            </a:r>
            <a:r>
              <a:rPr lang="en-US" altLang="zh-CN" sz="16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[][] </a:t>
            </a:r>
            <a:r>
              <a:rPr lang="zh-CN" altLang="en-US" sz="16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数组名 </a:t>
            </a:r>
            <a:r>
              <a:rPr lang="en-US" altLang="zh-CN" sz="16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= </a:t>
            </a:r>
            <a:r>
              <a:rPr lang="en-US" altLang="zh-CN" sz="1600" dirty="0">
                <a:solidFill>
                  <a:srgbClr val="C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new </a:t>
            </a:r>
            <a:r>
              <a:rPr lang="zh-CN" altLang="en-US" sz="1600" dirty="0">
                <a:solidFill>
                  <a:srgbClr val="C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数据类型</a:t>
            </a:r>
            <a:r>
              <a:rPr lang="en-US" altLang="zh-CN" sz="1600" dirty="0">
                <a:solidFill>
                  <a:srgbClr val="C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[][] </a:t>
            </a:r>
            <a:r>
              <a:rPr lang="en-US" altLang="zh-CN" sz="1600" dirty="0">
                <a:solidFill>
                  <a:srgbClr val="0070C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{{</a:t>
            </a:r>
            <a:r>
              <a:rPr lang="zh-CN" altLang="en-US" sz="1600" dirty="0">
                <a:solidFill>
                  <a:srgbClr val="0070C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元素</a:t>
            </a:r>
            <a:r>
              <a:rPr lang="en-US" altLang="zh-CN" sz="1600" dirty="0">
                <a:solidFill>
                  <a:srgbClr val="0070C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1,</a:t>
            </a:r>
            <a:r>
              <a:rPr lang="zh-CN" altLang="en-US" sz="1600" dirty="0">
                <a:solidFill>
                  <a:srgbClr val="0070C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元素</a:t>
            </a:r>
            <a:r>
              <a:rPr lang="en-US" altLang="zh-CN" sz="1600" dirty="0">
                <a:solidFill>
                  <a:srgbClr val="0070C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2},{</a:t>
            </a:r>
            <a:r>
              <a:rPr lang="zh-CN" altLang="en-US" sz="1600" dirty="0">
                <a:solidFill>
                  <a:srgbClr val="0070C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元素</a:t>
            </a:r>
            <a:r>
              <a:rPr lang="en-US" altLang="zh-CN" sz="1600" dirty="0">
                <a:solidFill>
                  <a:srgbClr val="0070C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1, </a:t>
            </a:r>
            <a:r>
              <a:rPr lang="zh-CN" altLang="en-US" sz="1600" dirty="0">
                <a:solidFill>
                  <a:srgbClr val="0070C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元素</a:t>
            </a:r>
            <a:r>
              <a:rPr lang="en-US" altLang="zh-CN" sz="1600" dirty="0">
                <a:solidFill>
                  <a:srgbClr val="0070C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2}};</a:t>
            </a:r>
          </a:p>
        </p:txBody>
      </p:sp>
      <p:sp>
        <p:nvSpPr>
          <p:cNvPr id="12" name="TextBox 3">
            <a:extLst>
              <a:ext uri="{FF2B5EF4-FFF2-40B4-BE49-F238E27FC236}">
                <a16:creationId xmlns:a16="http://schemas.microsoft.com/office/drawing/2014/main" id="{413F5A0C-5DC2-45AC-9D83-460649CFCF12}"/>
              </a:ext>
            </a:extLst>
          </p:cNvPr>
          <p:cNvSpPr txBox="1"/>
          <p:nvPr/>
        </p:nvSpPr>
        <p:spPr>
          <a:xfrm>
            <a:off x="576625" y="1821038"/>
            <a:ext cx="8300297" cy="4259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57708" indent="-357708">
              <a:lnSpc>
                <a:spcPct val="150000"/>
              </a:lnSpc>
              <a:buFont typeface="Wingdings" panose="05000000000000000000" pitchFamily="2" charset="2"/>
              <a:buChar char="l"/>
              <a:defRPr/>
            </a:pPr>
            <a:r>
              <a:rPr lang="zh-CN" altLang="en-US" sz="16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范例：</a:t>
            </a:r>
            <a:r>
              <a:rPr lang="en-US" altLang="zh-CN" sz="16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int[][] </a:t>
            </a:r>
            <a:r>
              <a:rPr lang="en-US" altLang="zh-CN" sz="1600" dirty="0" err="1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arr</a:t>
            </a:r>
            <a:r>
              <a:rPr lang="en-US" altLang="zh-CN" sz="16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= </a:t>
            </a:r>
            <a:r>
              <a:rPr lang="en-US" altLang="zh-CN" sz="1600" dirty="0">
                <a:solidFill>
                  <a:srgbClr val="C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new int[][]</a:t>
            </a:r>
            <a:r>
              <a:rPr lang="en-US" altLang="zh-CN" sz="1600" dirty="0">
                <a:solidFill>
                  <a:srgbClr val="0070C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{{11,22},{33,44}};</a:t>
            </a:r>
          </a:p>
        </p:txBody>
      </p:sp>
      <p:sp>
        <p:nvSpPr>
          <p:cNvPr id="13" name="TextBox 3">
            <a:extLst>
              <a:ext uri="{FF2B5EF4-FFF2-40B4-BE49-F238E27FC236}">
                <a16:creationId xmlns:a16="http://schemas.microsoft.com/office/drawing/2014/main" id="{F86AE88C-C8B0-4A6B-A784-C321BAA15701}"/>
              </a:ext>
            </a:extLst>
          </p:cNvPr>
          <p:cNvSpPr txBox="1"/>
          <p:nvPr/>
        </p:nvSpPr>
        <p:spPr>
          <a:xfrm>
            <a:off x="576625" y="2722738"/>
            <a:ext cx="8300297" cy="4259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57708" indent="-357708">
              <a:lnSpc>
                <a:spcPct val="150000"/>
              </a:lnSpc>
              <a:buFont typeface="Wingdings" panose="05000000000000000000" pitchFamily="2" charset="2"/>
              <a:buChar char="l"/>
              <a:defRPr/>
            </a:pPr>
            <a:r>
              <a:rPr lang="zh-CN" altLang="en-US" sz="16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简化格式：数据类型</a:t>
            </a:r>
            <a:r>
              <a:rPr lang="en-US" altLang="zh-CN" sz="16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[][] </a:t>
            </a:r>
            <a:r>
              <a:rPr lang="zh-CN" altLang="en-US" sz="16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数组名 </a:t>
            </a:r>
            <a:r>
              <a:rPr lang="en-US" altLang="zh-CN" sz="16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= </a:t>
            </a:r>
            <a:r>
              <a:rPr lang="en-US" altLang="zh-CN" sz="1600" dirty="0">
                <a:solidFill>
                  <a:srgbClr val="0070C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{{</a:t>
            </a:r>
            <a:r>
              <a:rPr lang="zh-CN" altLang="en-US" sz="1600" dirty="0">
                <a:solidFill>
                  <a:srgbClr val="0070C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元素</a:t>
            </a:r>
            <a:r>
              <a:rPr lang="en-US" altLang="zh-CN" sz="1600" dirty="0">
                <a:solidFill>
                  <a:srgbClr val="0070C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1,</a:t>
            </a:r>
            <a:r>
              <a:rPr lang="zh-CN" altLang="en-US" sz="1600" dirty="0">
                <a:solidFill>
                  <a:srgbClr val="0070C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元素</a:t>
            </a:r>
            <a:r>
              <a:rPr lang="en-US" altLang="zh-CN" sz="1600" dirty="0">
                <a:solidFill>
                  <a:srgbClr val="0070C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2}, {</a:t>
            </a:r>
            <a:r>
              <a:rPr lang="zh-CN" altLang="en-US" sz="1600" dirty="0">
                <a:solidFill>
                  <a:srgbClr val="0070C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元素</a:t>
            </a:r>
            <a:r>
              <a:rPr lang="en-US" altLang="zh-CN" sz="1600" dirty="0">
                <a:solidFill>
                  <a:srgbClr val="0070C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1, </a:t>
            </a:r>
            <a:r>
              <a:rPr lang="zh-CN" altLang="en-US" sz="1600" dirty="0">
                <a:solidFill>
                  <a:srgbClr val="0070C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元素</a:t>
            </a:r>
            <a:r>
              <a:rPr lang="en-US" altLang="zh-CN" sz="1600" dirty="0">
                <a:solidFill>
                  <a:srgbClr val="0070C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2}};</a:t>
            </a:r>
          </a:p>
        </p:txBody>
      </p:sp>
      <p:sp>
        <p:nvSpPr>
          <p:cNvPr id="14" name="TextBox 3">
            <a:extLst>
              <a:ext uri="{FF2B5EF4-FFF2-40B4-BE49-F238E27FC236}">
                <a16:creationId xmlns:a16="http://schemas.microsoft.com/office/drawing/2014/main" id="{C5FCAECC-A216-4200-AA14-73497727555A}"/>
              </a:ext>
            </a:extLst>
          </p:cNvPr>
          <p:cNvSpPr txBox="1"/>
          <p:nvPr/>
        </p:nvSpPr>
        <p:spPr>
          <a:xfrm>
            <a:off x="576625" y="3355621"/>
            <a:ext cx="8300297" cy="4259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57708" indent="-357708">
              <a:lnSpc>
                <a:spcPct val="150000"/>
              </a:lnSpc>
              <a:buFont typeface="Wingdings" panose="05000000000000000000" pitchFamily="2" charset="2"/>
              <a:buChar char="l"/>
              <a:defRPr/>
            </a:pPr>
            <a:r>
              <a:rPr lang="zh-CN" altLang="en-US" sz="16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范例：</a:t>
            </a:r>
            <a:r>
              <a:rPr lang="en-US" altLang="zh-CN" sz="16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int[][] </a:t>
            </a:r>
            <a:r>
              <a:rPr lang="en-US" altLang="zh-CN" sz="1600" dirty="0" err="1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arr</a:t>
            </a:r>
            <a:r>
              <a:rPr lang="en-US" altLang="zh-CN" sz="16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= </a:t>
            </a:r>
            <a:r>
              <a:rPr lang="en-US" altLang="zh-CN" sz="1600" dirty="0">
                <a:solidFill>
                  <a:srgbClr val="0070C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{{11,22},{33,44}};</a:t>
            </a:r>
          </a:p>
        </p:txBody>
      </p:sp>
      <p:sp>
        <p:nvSpPr>
          <p:cNvPr id="2" name="文本占位符 3">
            <a:extLst>
              <a:ext uri="{FF2B5EF4-FFF2-40B4-BE49-F238E27FC236}">
                <a16:creationId xmlns:a16="http://schemas.microsoft.com/office/drawing/2014/main" id="{57B70709-3842-4151-86BD-E249E98D2F55}"/>
              </a:ext>
            </a:extLst>
          </p:cNvPr>
          <p:cNvSpPr txBox="1">
            <a:spLocks/>
          </p:cNvSpPr>
          <p:nvPr/>
        </p:nvSpPr>
        <p:spPr>
          <a:xfrm>
            <a:off x="576625" y="4153360"/>
            <a:ext cx="2069983" cy="517190"/>
          </a:xfrm>
          <a:prstGeom prst="rect">
            <a:avLst/>
          </a:prstGeom>
        </p:spPr>
        <p:txBody>
          <a:bodyPr anchor="ctr" anchorCtr="0"/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lang="zh-CN" altLang="en-US" sz="18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zh-CN" altLang="en-US" dirty="0">
                <a:latin typeface="Consolas" panose="020B0609020204030204" pitchFamily="49" charset="0"/>
              </a:rPr>
              <a:t>二维数组元素访问</a:t>
            </a:r>
          </a:p>
        </p:txBody>
      </p:sp>
      <p:sp>
        <p:nvSpPr>
          <p:cNvPr id="10" name="TextBox 3">
            <a:extLst>
              <a:ext uri="{FF2B5EF4-FFF2-40B4-BE49-F238E27FC236}">
                <a16:creationId xmlns:a16="http://schemas.microsoft.com/office/drawing/2014/main" id="{343B4B4D-C7BE-42A2-A65B-403DB829C057}"/>
              </a:ext>
            </a:extLst>
          </p:cNvPr>
          <p:cNvSpPr txBox="1"/>
          <p:nvPr/>
        </p:nvSpPr>
        <p:spPr>
          <a:xfrm>
            <a:off x="576625" y="4997672"/>
            <a:ext cx="8238067" cy="42595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357708" indent="-357708">
              <a:lnSpc>
                <a:spcPct val="150000"/>
              </a:lnSpc>
              <a:buFont typeface="Wingdings" panose="05000000000000000000" pitchFamily="2" charset="2"/>
              <a:buChar char="l"/>
              <a:defRPr/>
            </a:pPr>
            <a:r>
              <a:rPr lang="zh-CN" altLang="en-US" sz="16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格式：数组名</a:t>
            </a:r>
            <a:r>
              <a:rPr lang="en-US" altLang="zh-CN" sz="16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[</a:t>
            </a:r>
            <a:r>
              <a:rPr lang="zh-CN" altLang="en-US" sz="16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索引</a:t>
            </a:r>
            <a:r>
              <a:rPr lang="en-US" altLang="zh-CN" sz="16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][</a:t>
            </a:r>
            <a:r>
              <a:rPr lang="zh-CN" altLang="en-US" sz="16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索引</a:t>
            </a:r>
            <a:r>
              <a:rPr lang="en-US" altLang="zh-CN" sz="16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];</a:t>
            </a:r>
          </a:p>
        </p:txBody>
      </p:sp>
      <p:sp>
        <p:nvSpPr>
          <p:cNvPr id="15" name="TextBox 3">
            <a:extLst>
              <a:ext uri="{FF2B5EF4-FFF2-40B4-BE49-F238E27FC236}">
                <a16:creationId xmlns:a16="http://schemas.microsoft.com/office/drawing/2014/main" id="{A3183012-8FBB-42DD-A87B-6E4C9C0DD563}"/>
              </a:ext>
            </a:extLst>
          </p:cNvPr>
          <p:cNvSpPr txBox="1"/>
          <p:nvPr/>
        </p:nvSpPr>
        <p:spPr>
          <a:xfrm>
            <a:off x="576625" y="5630556"/>
            <a:ext cx="7543800" cy="79143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357708" indent="-357708">
              <a:lnSpc>
                <a:spcPct val="150000"/>
              </a:lnSpc>
              <a:buFont typeface="Wingdings" panose="05000000000000000000" pitchFamily="2" charset="2"/>
              <a:buChar char="l"/>
              <a:defRPr/>
            </a:pPr>
            <a:r>
              <a:rPr lang="zh-CN" altLang="en-US" sz="16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范例：</a:t>
            </a:r>
            <a:r>
              <a:rPr lang="en-US" altLang="zh-CN" sz="16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int[][] </a:t>
            </a:r>
            <a:r>
              <a:rPr lang="en-US" altLang="zh-CN" sz="1600" dirty="0" err="1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arr</a:t>
            </a:r>
            <a:r>
              <a:rPr lang="en-US" altLang="zh-CN" sz="16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= new </a:t>
            </a:r>
            <a:r>
              <a:rPr lang="en-US" altLang="zh-CN" sz="1600" dirty="0">
                <a:solidFill>
                  <a:srgbClr val="C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int[][]{</a:t>
            </a:r>
            <a:r>
              <a:rPr lang="en-US" altLang="zh-CN" sz="1600" dirty="0">
                <a:solidFill>
                  <a:srgbClr val="0070C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{11,22},{33,44}</a:t>
            </a:r>
            <a:r>
              <a:rPr lang="en-US" altLang="zh-CN" sz="1600" dirty="0">
                <a:solidFill>
                  <a:srgbClr val="C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};</a:t>
            </a:r>
          </a:p>
          <a:p>
            <a:pPr lvl="1">
              <a:lnSpc>
                <a:spcPct val="150000"/>
              </a:lnSpc>
              <a:defRPr/>
            </a:pPr>
            <a:r>
              <a:rPr lang="en-US" altLang="zh-CN" sz="1600" dirty="0" err="1">
                <a:solidFill>
                  <a:srgbClr val="C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arr</a:t>
            </a:r>
            <a:r>
              <a:rPr lang="en-US" altLang="zh-CN" sz="1600" dirty="0">
                <a:solidFill>
                  <a:srgbClr val="C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[1][0];</a:t>
            </a:r>
          </a:p>
        </p:txBody>
      </p:sp>
    </p:spTree>
    <p:extLst>
      <p:ext uri="{BB962C8B-B14F-4D97-AF65-F5344CB8AC3E}">
        <p14:creationId xmlns:p14="http://schemas.microsoft.com/office/powerpoint/2010/main" val="24990992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764C089C-0935-5E44-B9F7-7E9F84DDBA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二维数组遍历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C41363C4-4B20-4ADA-A375-C512BE7B573A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1753098" y="1095191"/>
            <a:ext cx="10064750" cy="517525"/>
          </a:xfrm>
          <a:prstGeom prst="rect">
            <a:avLst/>
          </a:prstGeom>
        </p:spPr>
        <p:txBody>
          <a:bodyPr/>
          <a:lstStyle/>
          <a:p>
            <a:pPr marL="0" indent="0">
              <a:lnSpc>
                <a:spcPct val="150000"/>
              </a:lnSpc>
              <a:spcBef>
                <a:spcPts val="0"/>
              </a:spcBef>
              <a:buNone/>
              <a:defRPr/>
            </a:pPr>
            <a:r>
              <a:rPr lang="zh-CN" altLang="en-US" dirty="0">
                <a:latin typeface="+mn-ea"/>
              </a:rPr>
              <a:t>需求：已知一个二维数组 </a:t>
            </a:r>
            <a:r>
              <a:rPr lang="en-US" altLang="zh-CN" dirty="0" err="1">
                <a:latin typeface="+mn-ea"/>
              </a:rPr>
              <a:t>arr</a:t>
            </a:r>
            <a:r>
              <a:rPr lang="en-US" altLang="zh-CN" dirty="0">
                <a:latin typeface="+mn-ea"/>
              </a:rPr>
              <a:t> = { {11 , 22 , 33} , {33 , 44 , 55} };  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  <a:defRPr/>
            </a:pPr>
            <a:r>
              <a:rPr lang="zh-CN" altLang="en-US" dirty="0">
                <a:latin typeface="+mn-ea"/>
              </a:rPr>
              <a:t>遍历该数组，取出所有元素并打印</a:t>
            </a:r>
            <a:endParaRPr lang="en-US" altLang="zh-CN" dirty="0">
              <a:latin typeface="+mn-ea"/>
            </a:endParaRPr>
          </a:p>
        </p:txBody>
      </p:sp>
      <p:sp>
        <p:nvSpPr>
          <p:cNvPr id="5" name="文本占位符 3">
            <a:extLst>
              <a:ext uri="{FF2B5EF4-FFF2-40B4-BE49-F238E27FC236}">
                <a16:creationId xmlns:a16="http://schemas.microsoft.com/office/drawing/2014/main" id="{D1657A7D-318F-4F44-8792-A6EDDB735675}"/>
              </a:ext>
            </a:extLst>
          </p:cNvPr>
          <p:cNvSpPr txBox="1">
            <a:spLocks/>
          </p:cNvSpPr>
          <p:nvPr/>
        </p:nvSpPr>
        <p:spPr>
          <a:xfrm>
            <a:off x="1753098" y="1954296"/>
            <a:ext cx="9214230" cy="2721989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600" dirty="0">
                <a:solidFill>
                  <a:schemeClr val="tx1">
                    <a:lumMod val="50000"/>
                  </a:schemeClr>
                </a:solidFill>
                <a:latin typeface="+mn-ea"/>
                <a:ea typeface="+mn-ea"/>
              </a:rPr>
              <a:t>分析：</a:t>
            </a:r>
            <a:endParaRPr lang="en-US" altLang="zh-CN" sz="1600" dirty="0">
              <a:solidFill>
                <a:schemeClr val="tx1">
                  <a:lumMod val="50000"/>
                </a:schemeClr>
              </a:solidFill>
              <a:latin typeface="+mn-ea"/>
              <a:ea typeface="+mn-ea"/>
            </a:endParaRPr>
          </a:p>
          <a:p>
            <a:pPr marL="342900" indent="-342900" fontAlgn="auto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AutoNum type="arabicPeriod"/>
              <a:defRPr/>
            </a:pPr>
            <a:r>
              <a:rPr lang="zh-CN" altLang="en-US" dirty="0">
                <a:solidFill>
                  <a:schemeClr val="tx1">
                    <a:lumMod val="50000"/>
                  </a:schemeClr>
                </a:solidFill>
                <a:latin typeface="+mn-ea"/>
                <a:ea typeface="+mn-ea"/>
              </a:rPr>
              <a:t>遍历二维数组，取出里面每一个一维数组</a:t>
            </a:r>
            <a:endParaRPr lang="en-US" altLang="zh-CN" dirty="0">
              <a:solidFill>
                <a:schemeClr val="tx1">
                  <a:lumMod val="50000"/>
                </a:schemeClr>
              </a:solidFill>
              <a:latin typeface="+mn-ea"/>
              <a:ea typeface="+mn-ea"/>
            </a:endParaRPr>
          </a:p>
          <a:p>
            <a:pPr marL="342900" indent="-342900" fontAlgn="auto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AutoNum type="arabicPeriod"/>
              <a:defRPr/>
            </a:pPr>
            <a:r>
              <a:rPr lang="zh-CN" altLang="en-US" dirty="0">
                <a:solidFill>
                  <a:schemeClr val="tx1">
                    <a:lumMod val="50000"/>
                  </a:schemeClr>
                </a:solidFill>
                <a:latin typeface="+mn-ea"/>
                <a:ea typeface="+mn-ea"/>
              </a:rPr>
              <a:t>在遍历的过程中，对每一个一维数组继续完成遍历，获取内部存储的每一个元素</a:t>
            </a:r>
          </a:p>
        </p:txBody>
      </p:sp>
      <p:sp>
        <p:nvSpPr>
          <p:cNvPr id="10" name="TextBox 3">
            <a:extLst>
              <a:ext uri="{FF2B5EF4-FFF2-40B4-BE49-F238E27FC236}">
                <a16:creationId xmlns:a16="http://schemas.microsoft.com/office/drawing/2014/main" id="{87FE69B5-CB2C-4AC0-AF74-2E92C6EE0588}"/>
              </a:ext>
            </a:extLst>
          </p:cNvPr>
          <p:cNvSpPr txBox="1"/>
          <p:nvPr/>
        </p:nvSpPr>
        <p:spPr>
          <a:xfrm>
            <a:off x="2225318" y="3747184"/>
            <a:ext cx="8299613" cy="2308324"/>
          </a:xfrm>
          <a:prstGeom prst="rect">
            <a:avLst/>
          </a:prstGeom>
          <a:solidFill>
            <a:srgbClr val="FFFFE4"/>
          </a:solidFill>
          <a:ln w="127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JetBrains Mono"/>
              </a:rPr>
              <a:t>for </a:t>
            </a: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(</a:t>
            </a: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JetBrains Mono"/>
              </a:rPr>
              <a:t>int </a:t>
            </a: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i = </a:t>
            </a: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Consolas" panose="020B0609020204030204" pitchFamily="49" charset="0"/>
                <a:ea typeface="JetBrains Mono"/>
              </a:rPr>
              <a:t>0</a:t>
            </a: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; i &lt; </a:t>
            </a: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JetBrains Mono"/>
              </a:rPr>
              <a:t>arr</a:t>
            </a: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.</a:t>
            </a: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Consolas" panose="020B0609020204030204" pitchFamily="49" charset="0"/>
                <a:ea typeface="JetBrains Mono"/>
              </a:rPr>
              <a:t>length</a:t>
            </a: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; i++) {</a:t>
            </a:r>
            <a:endParaRPr lang="en-US" altLang="zh-CN" sz="1600" dirty="0">
              <a:solidFill>
                <a:srgbClr val="080808"/>
              </a:solidFill>
              <a:latin typeface="Consolas" panose="020B0609020204030204" pitchFamily="49" charset="0"/>
              <a:ea typeface="JetBrains Mono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latin typeface="Consolas" panose="020B0609020204030204" pitchFamily="49" charset="0"/>
                <a:ea typeface="JetBrains Mono"/>
              </a:rPr>
              <a:t>    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1600" kern="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宋体" panose="02010600030101010101" pitchFamily="2" charset="-122"/>
              </a:rPr>
              <a:t>    // </a:t>
            </a:r>
            <a:r>
              <a:rPr lang="en-US" altLang="zh-CN" sz="1600" kern="0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宋体" panose="02010600030101010101" pitchFamily="2" charset="-122"/>
              </a:rPr>
              <a:t>arr</a:t>
            </a:r>
            <a:r>
              <a:rPr lang="en-US" altLang="zh-CN" sz="1600" kern="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宋体" panose="02010600030101010101" pitchFamily="2" charset="-122"/>
              </a:rPr>
              <a:t>[</a:t>
            </a:r>
            <a:r>
              <a:rPr lang="en-US" altLang="zh-CN" sz="1600" kern="0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宋体" panose="02010600030101010101" pitchFamily="2" charset="-122"/>
              </a:rPr>
              <a:t>i</a:t>
            </a:r>
            <a:r>
              <a:rPr lang="en-US" altLang="zh-CN" sz="1600" kern="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宋体" panose="02010600030101010101" pitchFamily="2" charset="-122"/>
              </a:rPr>
              <a:t>] </a:t>
            </a:r>
            <a:r>
              <a:rPr lang="zh-CN" altLang="en-US" sz="1600" kern="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宋体" panose="02010600030101010101" pitchFamily="2" charset="-122"/>
              </a:rPr>
              <a:t>就是每一个一维数组</a:t>
            </a:r>
            <a:endParaRPr lang="zh-CN" altLang="en-US" sz="16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6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zh-CN" sz="1600" dirty="0">
              <a:solidFill>
                <a:srgbClr val="080808"/>
              </a:solidFill>
              <a:latin typeface="Consolas" panose="020B0609020204030204" pitchFamily="49" charset="0"/>
              <a:ea typeface="JetBrains Mono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zh-CN" sz="1600" b="0" i="0" u="none" strike="noStrike" cap="none" normalizeH="0" baseline="0" dirty="0">
              <a:ln>
                <a:noFill/>
              </a:ln>
              <a:solidFill>
                <a:srgbClr val="080808"/>
              </a:solidFill>
              <a:effectLst/>
              <a:latin typeface="Consolas" panose="020B0609020204030204" pitchFamily="49" charset="0"/>
              <a:ea typeface="JetBrains Mono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}</a:t>
            </a:r>
            <a:endParaRPr kumimoji="0" lang="zh-CN" altLang="zh-CN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240FC6AC-3745-46EB-BF7B-000CC1BDD1B9}"/>
              </a:ext>
            </a:extLst>
          </p:cNvPr>
          <p:cNvSpPr txBox="1"/>
          <p:nvPr/>
        </p:nvSpPr>
        <p:spPr>
          <a:xfrm>
            <a:off x="2656737" y="4676285"/>
            <a:ext cx="6130212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  <a:defRPr/>
            </a:pP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for </a:t>
            </a: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int </a:t>
            </a: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j = </a:t>
            </a: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; j &lt; </a:t>
            </a: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[i].</a:t>
            </a: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Consolas" panose="020B0609020204030204" pitchFamily="49" charset="0"/>
              </a:rPr>
              <a:t>length</a:t>
            </a: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; j++) {</a:t>
            </a:r>
            <a:b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b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}</a:t>
            </a:r>
            <a:endParaRPr kumimoji="0" lang="zh-CN" altLang="zh-CN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  <a:defRPr/>
            </a:pPr>
            <a:endParaRPr lang="en-US" altLang="zh-CN" sz="1800" kern="0" dirty="0">
              <a:solidFill>
                <a:srgbClr val="000000"/>
              </a:solidFill>
              <a:latin typeface="Consolas" panose="020B0609020204030204" pitchFamily="49" charset="0"/>
              <a:cs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6626954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3" grpId="0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6098703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GUIDESSETTING" val="{&quot;Id&quot;:&quot;GuidesStyle_Normal&quot;,&quot;Name&quot;:&quot;正常&quot;,&quot;Kind&quot;:&quot;System&quot;,&quot;OldGuidesSetting&quot;:{&quot;HeaderHeight&quot;:15.0,&quot;FooterHeight&quot;:9.0,&quot;SideMargin&quot;:5.5,&quot;TopMargin&quot;:0.0,&quot;BottomMargin&quot;:0.0,&quot;IntervalMargin&quot;:1.5}}"/>
  <p:tag name="ISLIDE.THEME" val="#782110"/>
  <p:tag name="ISLIDE.TEMPLATE" val="1f6b6247-00f9-4185-bb3e-6a09396f8e3b"/>
</p:tagLst>
</file>

<file path=ppt/theme/theme1.xml><?xml version="1.0" encoding="utf-8"?>
<a:theme xmlns:a="http://schemas.openxmlformats.org/drawingml/2006/main" name="内容模板">
  <a:themeElements>
    <a:clrScheme name="自定义 11">
      <a:dk1>
        <a:srgbClr val="363C3B"/>
      </a:dk1>
      <a:lt1>
        <a:srgbClr val="FFFFFF"/>
      </a:lt1>
      <a:dk2>
        <a:srgbClr val="49504F"/>
      </a:dk2>
      <a:lt2>
        <a:srgbClr val="FFFFE4"/>
      </a:lt2>
      <a:accent1>
        <a:srgbClr val="AD2B26"/>
      </a:accent1>
      <a:accent2>
        <a:srgbClr val="49504F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传智播客">
      <a:majorFont>
        <a:latin typeface="Source Code Pro Black"/>
        <a:ea typeface="阿里巴巴普惠体 Heavy"/>
        <a:cs typeface=""/>
      </a:majorFont>
      <a:minorFont>
        <a:latin typeface="Source Code Pro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Default.potx" id="{1D9758C4-BF53-48D5-9F51-21F468A6C710}" vid="{F0E1EFAF-5478-48F0-8152-DA9350739AFC}"/>
    </a:ext>
  </a:extLst>
</a:theme>
</file>

<file path=ppt/theme/theme2.xml><?xml version="1.0" encoding="utf-8"?>
<a:theme xmlns:a="http://schemas.openxmlformats.org/drawingml/2006/main" name="封面">
  <a:themeElements>
    <a:clrScheme name="自定义 11">
      <a:dk1>
        <a:srgbClr val="363C3B"/>
      </a:dk1>
      <a:lt1>
        <a:srgbClr val="FFFFFF"/>
      </a:lt1>
      <a:dk2>
        <a:srgbClr val="49504F"/>
      </a:dk2>
      <a:lt2>
        <a:srgbClr val="FFFFE4"/>
      </a:lt2>
      <a:accent1>
        <a:srgbClr val="AD2B26"/>
      </a:accent1>
      <a:accent2>
        <a:srgbClr val="49504F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Source Code Pro Black"/>
        <a:ea typeface="阿里巴巴普惠体"/>
        <a:cs typeface=""/>
      </a:majorFont>
      <a:minorFont>
        <a:latin typeface="Source Code Pro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章节目录模板">
  <a:themeElements>
    <a:clrScheme name="自定义 11">
      <a:dk1>
        <a:srgbClr val="363C3B"/>
      </a:dk1>
      <a:lt1>
        <a:srgbClr val="FFFFFF"/>
      </a:lt1>
      <a:dk2>
        <a:srgbClr val="49504F"/>
      </a:dk2>
      <a:lt2>
        <a:srgbClr val="FFFFE4"/>
      </a:lt2>
      <a:accent1>
        <a:srgbClr val="AD2B26"/>
      </a:accent1>
      <a:accent2>
        <a:srgbClr val="49504F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传智播客">
      <a:majorFont>
        <a:latin typeface="Source Code Pro Black"/>
        <a:ea typeface="阿里巴巴普惠体 Heavy"/>
        <a:cs typeface=""/>
      </a:majorFont>
      <a:minorFont>
        <a:latin typeface="Source Code Pro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小结思考模板2">
  <a:themeElements>
    <a:clrScheme name="自定义 11">
      <a:dk1>
        <a:srgbClr val="363C3B"/>
      </a:dk1>
      <a:lt1>
        <a:srgbClr val="FFFFFF"/>
      </a:lt1>
      <a:dk2>
        <a:srgbClr val="49504F"/>
      </a:dk2>
      <a:lt2>
        <a:srgbClr val="FFFFE4"/>
      </a:lt2>
      <a:accent1>
        <a:srgbClr val="AD2B26"/>
      </a:accent1>
      <a:accent2>
        <a:srgbClr val="49504F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Source Code Pro Black"/>
        <a:ea typeface="阿里巴巴普惠体"/>
        <a:cs typeface=""/>
      </a:majorFont>
      <a:minorFont>
        <a:latin typeface="Source Code Pro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1_小结思考模板2">
  <a:themeElements>
    <a:clrScheme name="自定义 11">
      <a:dk1>
        <a:srgbClr val="363C3B"/>
      </a:dk1>
      <a:lt1>
        <a:srgbClr val="FFFFFF"/>
      </a:lt1>
      <a:dk2>
        <a:srgbClr val="49504F"/>
      </a:dk2>
      <a:lt2>
        <a:srgbClr val="FFFFE4"/>
      </a:lt2>
      <a:accent1>
        <a:srgbClr val="AD2B26"/>
      </a:accent1>
      <a:accent2>
        <a:srgbClr val="49504F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Source Code Pro Black"/>
        <a:ea typeface="阿里巴巴普惠体"/>
        <a:cs typeface=""/>
      </a:majorFont>
      <a:minorFont>
        <a:latin typeface="Source Code Pro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Seven</Template>
  <TotalTime>10989</TotalTime>
  <Words>4979</Words>
  <Application>Microsoft Office PowerPoint</Application>
  <PresentationFormat>宽屏</PresentationFormat>
  <Paragraphs>877</Paragraphs>
  <Slides>67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17</vt:i4>
      </vt:variant>
      <vt:variant>
        <vt:lpstr>主题</vt:lpstr>
      </vt:variant>
      <vt:variant>
        <vt:i4>5</vt:i4>
      </vt:variant>
      <vt:variant>
        <vt:lpstr>幻灯片标题</vt:lpstr>
      </vt:variant>
      <vt:variant>
        <vt:i4>67</vt:i4>
      </vt:variant>
    </vt:vector>
  </HeadingPairs>
  <TitlesOfParts>
    <vt:vector size="89" baseType="lpstr">
      <vt:lpstr>Alibaba PuHuiTi B</vt:lpstr>
      <vt:lpstr>Alibaba PuHuiTi M</vt:lpstr>
      <vt:lpstr>Alibaba PuHuiTi Medium</vt:lpstr>
      <vt:lpstr>Alibaba PuHuiTi R</vt:lpstr>
      <vt:lpstr>Inter</vt:lpstr>
      <vt:lpstr>阿里巴巴普惠体</vt:lpstr>
      <vt:lpstr>阿里巴巴普惠体 Heavy</vt:lpstr>
      <vt:lpstr>阿里巴巴普惠体 Medium</vt:lpstr>
      <vt:lpstr>等线</vt:lpstr>
      <vt:lpstr>楷体</vt:lpstr>
      <vt:lpstr>思源黑体 CN Bold</vt:lpstr>
      <vt:lpstr>微软雅黑</vt:lpstr>
      <vt:lpstr>Arial</vt:lpstr>
      <vt:lpstr>Calisto MT</vt:lpstr>
      <vt:lpstr>Consolas</vt:lpstr>
      <vt:lpstr>Source Code Pro</vt:lpstr>
      <vt:lpstr>Wingdings</vt:lpstr>
      <vt:lpstr>内容模板</vt:lpstr>
      <vt:lpstr>封面</vt:lpstr>
      <vt:lpstr>章节目录模板</vt:lpstr>
      <vt:lpstr>小结思考模板2</vt:lpstr>
      <vt:lpstr>1_小结思考模板2</vt:lpstr>
      <vt:lpstr>第七章：数组</vt:lpstr>
      <vt:lpstr>数组介绍</vt:lpstr>
      <vt:lpstr>数组介绍</vt:lpstr>
      <vt:lpstr>数组介绍</vt:lpstr>
      <vt:lpstr>PowerPoint 演示文稿</vt:lpstr>
      <vt:lpstr>PowerPoint 演示文稿</vt:lpstr>
      <vt:lpstr>PowerPoint 演示文稿</vt:lpstr>
      <vt:lpstr>数组定义</vt:lpstr>
      <vt:lpstr> 数组静态初始化</vt:lpstr>
      <vt:lpstr> 数组静态初始化</vt:lpstr>
      <vt:lpstr>PowerPoint 演示文稿</vt:lpstr>
      <vt:lpstr>PowerPoint 演示文稿</vt:lpstr>
      <vt:lpstr>PowerPoint 演示文稿</vt:lpstr>
      <vt:lpstr>数组元素访问</vt:lpstr>
      <vt:lpstr>PowerPoint 演示文稿</vt:lpstr>
      <vt:lpstr>PowerPoint 演示文稿</vt:lpstr>
      <vt:lpstr>PowerPoint 演示文稿</vt:lpstr>
      <vt:lpstr>数组遍历介绍</vt:lpstr>
      <vt:lpstr>数组遍历介绍</vt:lpstr>
      <vt:lpstr>数组遍历 求偶数和</vt:lpstr>
      <vt:lpstr>数组遍历-求最大值</vt:lpstr>
      <vt:lpstr>数组元素反转</vt:lpstr>
      <vt:lpstr>数组元素反转</vt:lpstr>
      <vt:lpstr>数组元素反转</vt:lpstr>
      <vt:lpstr>数组元素反转</vt:lpstr>
      <vt:lpstr>数组元素反转</vt:lpstr>
      <vt:lpstr>数组元素反转</vt:lpstr>
      <vt:lpstr>数组元素反转</vt:lpstr>
      <vt:lpstr>数组元素反转</vt:lpstr>
      <vt:lpstr>数组元素反转</vt:lpstr>
      <vt:lpstr>数组元素反转</vt:lpstr>
      <vt:lpstr>数组元素反转</vt:lpstr>
      <vt:lpstr>数组元素反转</vt:lpstr>
      <vt:lpstr>数组元素反转</vt:lpstr>
      <vt:lpstr>数组元素反转</vt:lpstr>
      <vt:lpstr>数组元素反转</vt:lpstr>
      <vt:lpstr>数组元素反转</vt:lpstr>
      <vt:lpstr>数组元素反转</vt:lpstr>
      <vt:lpstr>数组元素反转</vt:lpstr>
      <vt:lpstr>PowerPoint 演示文稿</vt:lpstr>
      <vt:lpstr>PowerPoint 演示文稿</vt:lpstr>
      <vt:lpstr> 数组动态初始化</vt:lpstr>
      <vt:lpstr> </vt:lpstr>
      <vt:lpstr>评委打分</vt:lpstr>
      <vt:lpstr>PowerPoint 演示文稿</vt:lpstr>
      <vt:lpstr>PowerPoint 演示文稿</vt:lpstr>
      <vt:lpstr> 数组内存图</vt:lpstr>
      <vt:lpstr> 数组内存图</vt:lpstr>
      <vt:lpstr> 数组内存图</vt:lpstr>
      <vt:lpstr>方法参数传递内存图</vt:lpstr>
      <vt:lpstr>方法参数传递内存图</vt:lpstr>
      <vt:lpstr>方法参数传递内存图</vt:lpstr>
      <vt:lpstr>PowerPoint 演示文稿</vt:lpstr>
      <vt:lpstr>PowerPoint 演示文稿</vt:lpstr>
      <vt:lpstr>数组常见问题</vt:lpstr>
      <vt:lpstr>数组常见问题</vt:lpstr>
      <vt:lpstr>数组常见问题</vt:lpstr>
      <vt:lpstr>数组常见问题</vt:lpstr>
      <vt:lpstr>数组常见问题</vt:lpstr>
      <vt:lpstr>PowerPoint 演示文稿</vt:lpstr>
      <vt:lpstr>PowerPoint 演示文稿</vt:lpstr>
      <vt:lpstr>二维数组 </vt:lpstr>
      <vt:lpstr>二维数组 </vt:lpstr>
      <vt:lpstr>二维数组 </vt:lpstr>
      <vt:lpstr>二维数组</vt:lpstr>
      <vt:lpstr>二维数组遍历</vt:lpstr>
      <vt:lpstr>PowerPoint 演示文稿</vt:lpstr>
    </vt:vector>
  </TitlesOfParts>
  <Manager>iSlide</Manager>
  <Company>iSlide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Seven</dc:creator>
  <cp:lastModifiedBy>ys h</cp:lastModifiedBy>
  <cp:revision>1027</cp:revision>
  <cp:lastPrinted>2022-05-29T16:00:00Z</cp:lastPrinted>
  <dcterms:created xsi:type="dcterms:W3CDTF">2022-05-29T16:00:00Z</dcterms:created>
  <dcterms:modified xsi:type="dcterms:W3CDTF">2025-02-22T04:03:49Z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Slide.TEMPLATE">
    <vt:lpwstr>1f6b6247-00f9-4185-bb3e-6a09396f8e3b</vt:lpwstr>
  </property>
</Properties>
</file>