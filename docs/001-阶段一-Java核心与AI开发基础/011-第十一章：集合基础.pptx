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67"/>
  </p:notesMasterIdLst>
  <p:handoutMasterIdLst>
    <p:handoutMasterId r:id="rId68"/>
  </p:handoutMasterIdLst>
  <p:sldIdLst>
    <p:sldId id="280" r:id="rId6"/>
    <p:sldId id="1403" r:id="rId7"/>
    <p:sldId id="1674" r:id="rId8"/>
    <p:sldId id="1672" r:id="rId9"/>
    <p:sldId id="1673" r:id="rId10"/>
    <p:sldId id="1680" r:id="rId11"/>
    <p:sldId id="1676" r:id="rId12"/>
    <p:sldId id="1677" r:id="rId13"/>
    <p:sldId id="1678" r:id="rId14"/>
    <p:sldId id="1679" r:id="rId15"/>
    <p:sldId id="1681" r:id="rId16"/>
    <p:sldId id="1682" r:id="rId17"/>
    <p:sldId id="2805" r:id="rId18"/>
    <p:sldId id="2855" r:id="rId19"/>
    <p:sldId id="1535" r:id="rId20"/>
    <p:sldId id="2853" r:id="rId21"/>
    <p:sldId id="2854" r:id="rId22"/>
    <p:sldId id="2857" r:id="rId23"/>
    <p:sldId id="1684" r:id="rId24"/>
    <p:sldId id="2856" r:id="rId25"/>
    <p:sldId id="2852" r:id="rId26"/>
    <p:sldId id="2858" r:id="rId27"/>
    <p:sldId id="1685" r:id="rId28"/>
    <p:sldId id="1686" r:id="rId29"/>
    <p:sldId id="2859" r:id="rId30"/>
    <p:sldId id="2860" r:id="rId31"/>
    <p:sldId id="2861" r:id="rId32"/>
    <p:sldId id="2862" r:id="rId33"/>
    <p:sldId id="2863" r:id="rId34"/>
    <p:sldId id="2864" r:id="rId35"/>
    <p:sldId id="2865" r:id="rId36"/>
    <p:sldId id="2866" r:id="rId37"/>
    <p:sldId id="2867" r:id="rId38"/>
    <p:sldId id="2876" r:id="rId39"/>
    <p:sldId id="2868" r:id="rId40"/>
    <p:sldId id="2869" r:id="rId41"/>
    <p:sldId id="2870" r:id="rId42"/>
    <p:sldId id="2871" r:id="rId43"/>
    <p:sldId id="2872" r:id="rId44"/>
    <p:sldId id="2873" r:id="rId45"/>
    <p:sldId id="2874" r:id="rId46"/>
    <p:sldId id="2875" r:id="rId47"/>
    <p:sldId id="2877" r:id="rId48"/>
    <p:sldId id="2878" r:id="rId49"/>
    <p:sldId id="2879" r:id="rId50"/>
    <p:sldId id="2880" r:id="rId51"/>
    <p:sldId id="2881" r:id="rId52"/>
    <p:sldId id="2882" r:id="rId53"/>
    <p:sldId id="2883" r:id="rId54"/>
    <p:sldId id="2884" r:id="rId55"/>
    <p:sldId id="2885" r:id="rId56"/>
    <p:sldId id="2886" r:id="rId57"/>
    <p:sldId id="2887" r:id="rId58"/>
    <p:sldId id="2888" r:id="rId59"/>
    <p:sldId id="2889" r:id="rId60"/>
    <p:sldId id="2890" r:id="rId61"/>
    <p:sldId id="2891" r:id="rId62"/>
    <p:sldId id="1687" r:id="rId63"/>
    <p:sldId id="1688" r:id="rId64"/>
    <p:sldId id="2892" r:id="rId65"/>
    <p:sldId id="288" r:id="rId66"/>
  </p:sldIdLst>
  <p:sldSz cx="12192000" cy="6858000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1403"/>
            <p14:sldId id="1674"/>
            <p14:sldId id="1672"/>
            <p14:sldId id="1673"/>
            <p14:sldId id="1680"/>
            <p14:sldId id="1676"/>
            <p14:sldId id="1677"/>
            <p14:sldId id="1678"/>
            <p14:sldId id="1679"/>
            <p14:sldId id="1681"/>
            <p14:sldId id="1682"/>
            <p14:sldId id="2805"/>
            <p14:sldId id="2855"/>
            <p14:sldId id="1535"/>
            <p14:sldId id="2853"/>
            <p14:sldId id="2854"/>
            <p14:sldId id="2857"/>
            <p14:sldId id="1684"/>
            <p14:sldId id="2856"/>
            <p14:sldId id="2852"/>
            <p14:sldId id="2858"/>
            <p14:sldId id="1685"/>
            <p14:sldId id="1686"/>
            <p14:sldId id="2859"/>
            <p14:sldId id="2860"/>
            <p14:sldId id="2861"/>
            <p14:sldId id="2862"/>
            <p14:sldId id="2863"/>
            <p14:sldId id="2864"/>
            <p14:sldId id="2865"/>
            <p14:sldId id="2866"/>
            <p14:sldId id="2867"/>
            <p14:sldId id="2876"/>
            <p14:sldId id="2868"/>
            <p14:sldId id="2869"/>
            <p14:sldId id="2870"/>
            <p14:sldId id="2871"/>
            <p14:sldId id="2872"/>
            <p14:sldId id="2873"/>
            <p14:sldId id="2874"/>
            <p14:sldId id="2875"/>
            <p14:sldId id="2877"/>
            <p14:sldId id="2878"/>
            <p14:sldId id="2879"/>
            <p14:sldId id="2880"/>
            <p14:sldId id="2881"/>
            <p14:sldId id="2882"/>
            <p14:sldId id="2883"/>
            <p14:sldId id="2884"/>
            <p14:sldId id="2885"/>
            <p14:sldId id="2886"/>
            <p14:sldId id="2887"/>
            <p14:sldId id="2888"/>
            <p14:sldId id="2889"/>
            <p14:sldId id="2890"/>
            <p14:sldId id="2891"/>
            <p14:sldId id="1687"/>
            <p14:sldId id="1688"/>
            <p14:sldId id="2892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69" autoAdjust="0"/>
    <p:restoredTop sz="94595" autoAdjust="0"/>
  </p:normalViewPr>
  <p:slideViewPr>
    <p:cSldViewPr snapToGrid="0" showGuides="1">
      <p:cViewPr varScale="1">
        <p:scale>
          <a:sx n="78" d="100"/>
          <a:sy n="78" d="100"/>
        </p:scale>
        <p:origin x="4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tags" Target="tags/tag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28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136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023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737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231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773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395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569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794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14A6-3C2E-46C9-90F4-D41FFA7A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95829-3F8A-F260-B557-7A8D8932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AFF8C0-DB9A-5616-AFF6-9EC6B0542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1C233-701B-E36D-B12C-A352FA8D7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06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65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855E0-996E-CA8A-7B4D-CA610DE2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34CF75E-C7BB-82E1-CDDA-76D23BAFEF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982FA1CB-AD3B-4DB5-BDA6-9EE7979CAA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EE879294-9006-7F9C-3281-A5220B026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105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B6AD-6EF4-5C8D-5372-7C643A0D8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027D85-F51F-7FEB-8EED-10E1D04C7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AE052E-A9F3-4BC4-A7EE-81842A4AC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DDF5F4-5EDB-4299-C95F-7D634263E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600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E5C8B1D-225B-4249-9BB7-9191024802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10B28574-5637-4780-885C-23800F6E55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9152A670-225D-4629-AE9E-7724E948D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7C7496-15B0-47F8-9A43-E73996555FA3}" type="slidenum">
              <a:rPr lang="zh-CN" altLang="en-US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527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1ABF-0018-CDAD-4847-C190AA44F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A8D02D-AD56-399E-3B5B-38874AA1E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F2A7FF-FF2C-13C8-0CAB-06B7EA5E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591753-6395-7805-C96C-F7901D845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211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14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98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3" r:id="rId18"/>
    <p:sldLayoutId id="2147483705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第十一章：集合基础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en-US" altLang="zh-CN" sz="1400" b="0" i="0" dirty="0">
                <a:solidFill>
                  <a:srgbClr val="15171A"/>
                </a:solidFill>
                <a:effectLst/>
                <a:latin typeface="Consolas" panose="020B0609020204030204" pitchFamily="49" charset="0"/>
              </a:rPr>
              <a:t> </a:t>
            </a:r>
            <a:endParaRPr lang="zh-CN" altLang="en-US" sz="1800" b="0" i="0" dirty="0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0">
            <a:extLst>
              <a:ext uri="{FF2B5EF4-FFF2-40B4-BE49-F238E27FC236}">
                <a16:creationId xmlns:a16="http://schemas.microsoft.com/office/drawing/2014/main" id="{2D9AAF47-8B04-1F3D-136B-B23211FDD62D}"/>
              </a:ext>
            </a:extLst>
          </p:cNvPr>
          <p:cNvSpPr txBox="1"/>
          <p:nvPr/>
        </p:nvSpPr>
        <p:spPr>
          <a:xfrm>
            <a:off x="537147" y="1827642"/>
            <a:ext cx="9353541" cy="371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集合是一种容器，用来装数据的，类似于数组。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4ABDFC-3FB8-92E3-0AE4-E9CB47BD7472}"/>
              </a:ext>
            </a:extLst>
          </p:cNvPr>
          <p:cNvSpPr txBox="1"/>
          <p:nvPr/>
        </p:nvSpPr>
        <p:spPr>
          <a:xfrm>
            <a:off x="516734" y="2965163"/>
            <a:ext cx="4046301" cy="371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fontAlgn="auto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数组定义完成并启动后，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长度就固定了。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98BB363-88E0-4CC6-B791-F65A1F22AD01}"/>
              </a:ext>
            </a:extLst>
          </p:cNvPr>
          <p:cNvCxnSpPr>
            <a:cxnSpLocks/>
          </p:cNvCxnSpPr>
          <p:nvPr/>
        </p:nvCxnSpPr>
        <p:spPr>
          <a:xfrm>
            <a:off x="652891" y="3617842"/>
            <a:ext cx="4725437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15F6818-E3F3-3691-6AA8-E8B806FB2DF6}"/>
              </a:ext>
            </a:extLst>
          </p:cNvPr>
          <p:cNvCxnSpPr>
            <a:cxnSpLocks/>
          </p:cNvCxnSpPr>
          <p:nvPr/>
        </p:nvCxnSpPr>
        <p:spPr>
          <a:xfrm>
            <a:off x="639763" y="4534905"/>
            <a:ext cx="4738565" cy="0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127337-0739-9265-C0C0-88223EDF1448}"/>
              </a:ext>
            </a:extLst>
          </p:cNvPr>
          <p:cNvCxnSpPr>
            <a:cxnSpLocks/>
          </p:cNvCxnSpPr>
          <p:nvPr/>
        </p:nvCxnSpPr>
        <p:spPr>
          <a:xfrm>
            <a:off x="652891" y="3605214"/>
            <a:ext cx="0" cy="929691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D3B41DC-53F9-3BCD-497B-CDCBF948232C}"/>
              </a:ext>
            </a:extLst>
          </p:cNvPr>
          <p:cNvCxnSpPr>
            <a:cxnSpLocks/>
          </p:cNvCxnSpPr>
          <p:nvPr/>
        </p:nvCxnSpPr>
        <p:spPr>
          <a:xfrm>
            <a:off x="2137944" y="3617842"/>
            <a:ext cx="0" cy="928998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13A392E-9198-B157-EC2F-198F0AE6B0AD}"/>
              </a:ext>
            </a:extLst>
          </p:cNvPr>
          <p:cNvCxnSpPr>
            <a:cxnSpLocks/>
          </p:cNvCxnSpPr>
          <p:nvPr/>
        </p:nvCxnSpPr>
        <p:spPr>
          <a:xfrm>
            <a:off x="3724175" y="3617842"/>
            <a:ext cx="0" cy="928998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8784B74-F885-9CAB-B747-69C7A4D0B22F}"/>
              </a:ext>
            </a:extLst>
          </p:cNvPr>
          <p:cNvCxnSpPr>
            <a:cxnSpLocks/>
          </p:cNvCxnSpPr>
          <p:nvPr/>
        </p:nvCxnSpPr>
        <p:spPr>
          <a:xfrm>
            <a:off x="5373564" y="3605214"/>
            <a:ext cx="0" cy="934455"/>
          </a:xfrm>
          <a:prstGeom prst="line">
            <a:avLst/>
          </a:prstGeom>
          <a:ln w="254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A5318E4-5285-2D4F-1457-232258135CD3}"/>
              </a:ext>
            </a:extLst>
          </p:cNvPr>
          <p:cNvSpPr/>
          <p:nvPr/>
        </p:nvSpPr>
        <p:spPr>
          <a:xfrm>
            <a:off x="1293322" y="4508287"/>
            <a:ext cx="290464" cy="336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802DD2-A1BD-003B-D1DB-EFA682F4BB7C}"/>
              </a:ext>
            </a:extLst>
          </p:cNvPr>
          <p:cNvSpPr/>
          <p:nvPr/>
        </p:nvSpPr>
        <p:spPr>
          <a:xfrm>
            <a:off x="2848969" y="4516489"/>
            <a:ext cx="290464" cy="336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619AA2-3E27-F2E2-1103-10BA849C035D}"/>
              </a:ext>
            </a:extLst>
          </p:cNvPr>
          <p:cNvSpPr/>
          <p:nvPr/>
        </p:nvSpPr>
        <p:spPr>
          <a:xfrm>
            <a:off x="4498631" y="4508287"/>
            <a:ext cx="304360" cy="336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14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08E1877-443D-11AD-2CC8-803376000BF3}"/>
              </a:ext>
            </a:extLst>
          </p:cNvPr>
          <p:cNvSpPr txBox="1"/>
          <p:nvPr/>
        </p:nvSpPr>
        <p:spPr>
          <a:xfrm>
            <a:off x="516734" y="4995943"/>
            <a:ext cx="3440365" cy="371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fontAlgn="auto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集合大小可变，开发中用的更多。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303D8AD-C008-5A71-46B7-ADC423A9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18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什么是集合？</a:t>
            </a:r>
          </a:p>
        </p:txBody>
      </p:sp>
      <p:sp>
        <p:nvSpPr>
          <p:cNvPr id="34" name="标题 3">
            <a:extLst>
              <a:ext uri="{FF2B5EF4-FFF2-40B4-BE49-F238E27FC236}">
                <a16:creationId xmlns:a16="http://schemas.microsoft.com/office/drawing/2014/main" id="{2BADBAA0-57D6-0924-8EEB-FB174A940C00}"/>
              </a:ext>
            </a:extLst>
          </p:cNvPr>
          <p:cNvSpPr txBox="1">
            <a:spLocks/>
          </p:cNvSpPr>
          <p:nvPr/>
        </p:nvSpPr>
        <p:spPr>
          <a:xfrm>
            <a:off x="537147" y="2402779"/>
            <a:ext cx="3644416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800" b="1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有数组，为啥还学习集合？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8AB4D8-6316-B4E8-37B6-A83F8E7003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5" b="16837"/>
          <a:stretch/>
        </p:blipFill>
        <p:spPr>
          <a:xfrm>
            <a:off x="7393192" y="1488430"/>
            <a:ext cx="2884723" cy="486507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07D3D6F-48A5-E670-82B0-BF9E41CC0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81" y="3757745"/>
            <a:ext cx="933787" cy="57168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1539C24-129C-57F4-E207-65F41B14C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478" y="3687535"/>
            <a:ext cx="592381" cy="77195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4E150A2B-6A16-5003-4B2B-8AB06F7C2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14" y="3687535"/>
            <a:ext cx="678440" cy="82895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682E08DC-33EA-349A-6F90-F232D949D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601" y="3617842"/>
            <a:ext cx="819645" cy="898647"/>
          </a:xfrm>
          <a:prstGeom prst="rect">
            <a:avLst/>
          </a:prstGeom>
        </p:spPr>
      </p:pic>
      <p:pic>
        <p:nvPicPr>
          <p:cNvPr id="1026" name="Picture 2" descr="完了完了 - 熊大熊二 熊出没表情包">
            <a:extLst>
              <a:ext uri="{FF2B5EF4-FFF2-40B4-BE49-F238E27FC236}">
                <a16:creationId xmlns:a16="http://schemas.microsoft.com/office/drawing/2014/main" id="{5662F591-DF22-8941-68B2-BB9290E8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71" y="4827235"/>
            <a:ext cx="1889729" cy="182754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53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  <p:bldP spid="23" grpId="0"/>
      <p:bldP spid="24" grpId="0"/>
      <p:bldP spid="25" grpId="0"/>
      <p:bldP spid="32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啊朋友再见啊朋友再见 - 猫和老鼠表情包（Tom and Jerry）_猫和老鼠_卡通表情">
            <a:extLst>
              <a:ext uri="{FF2B5EF4-FFF2-40B4-BE49-F238E27FC236}">
                <a16:creationId xmlns:a16="http://schemas.microsoft.com/office/drawing/2014/main" id="{62D7A3F5-515D-6B74-BC27-7F2F327E5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452" y="2724538"/>
            <a:ext cx="3592285" cy="359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10E66E8-4CBF-E62D-6C85-B87F33EC4E65}"/>
              </a:ext>
            </a:extLst>
          </p:cNvPr>
          <p:cNvSpPr txBox="1"/>
          <p:nvPr/>
        </p:nvSpPr>
        <p:spPr>
          <a:xfrm>
            <a:off x="1436915" y="1496505"/>
            <a:ext cx="26372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9600" dirty="0">
                <a:solidFill>
                  <a:schemeClr val="tx1">
                    <a:lumMod val="50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数组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56838A-73C6-3EB3-E332-8A7259F7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集合介绍</a:t>
            </a:r>
          </a:p>
        </p:txBody>
      </p:sp>
    </p:spTree>
    <p:extLst>
      <p:ext uri="{BB962C8B-B14F-4D97-AF65-F5344CB8AC3E}">
        <p14:creationId xmlns:p14="http://schemas.microsoft.com/office/powerpoint/2010/main" val="84653907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D65A04F-5F1D-4805-971E-42A702FB6233}"/>
              </a:ext>
            </a:extLst>
          </p:cNvPr>
          <p:cNvSpPr/>
          <p:nvPr/>
        </p:nvSpPr>
        <p:spPr>
          <a:xfrm>
            <a:off x="5200198" y="2906619"/>
            <a:ext cx="13051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79AFFF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D4C610-8FE5-4B20-BAE9-A7C5490BAB14}"/>
              </a:ext>
            </a:extLst>
          </p:cNvPr>
          <p:cNvSpPr/>
          <p:nvPr/>
        </p:nvSpPr>
        <p:spPr>
          <a:xfrm>
            <a:off x="6436206" y="3798019"/>
            <a:ext cx="14093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err="1">
                <a:solidFill>
                  <a:srgbClr val="7030A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LinkedList</a:t>
            </a:r>
            <a:endParaRPr lang="zh-CN" altLang="en-US" sz="2800" b="1" dirty="0">
              <a:solidFill>
                <a:srgbClr val="7030A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77DD31-4B24-4B82-B7E5-9456B6845084}"/>
              </a:ext>
            </a:extLst>
          </p:cNvPr>
          <p:cNvSpPr/>
          <p:nvPr/>
        </p:nvSpPr>
        <p:spPr>
          <a:xfrm>
            <a:off x="4853133" y="4327622"/>
            <a:ext cx="9444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Vector</a:t>
            </a:r>
            <a:endParaRPr lang="zh-CN" altLang="en-US" sz="2800" b="1" dirty="0">
              <a:solidFill>
                <a:srgbClr val="FFC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F898AB-5C1B-4BE4-A408-16EED1CB5658}"/>
              </a:ext>
            </a:extLst>
          </p:cNvPr>
          <p:cNvSpPr/>
          <p:nvPr/>
        </p:nvSpPr>
        <p:spPr>
          <a:xfrm>
            <a:off x="3279295" y="3405525"/>
            <a:ext cx="11624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err="1">
                <a:solidFill>
                  <a:srgbClr val="92D05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HashSet</a:t>
            </a:r>
            <a:endParaRPr lang="zh-CN" altLang="en-US" sz="2800" b="1" dirty="0">
              <a:solidFill>
                <a:srgbClr val="92D05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38CE88-C4B9-4CEF-AAAE-05BD1A9002E3}"/>
              </a:ext>
            </a:extLst>
          </p:cNvPr>
          <p:cNvSpPr/>
          <p:nvPr/>
        </p:nvSpPr>
        <p:spPr>
          <a:xfrm>
            <a:off x="8773005" y="4019845"/>
            <a:ext cx="13724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B05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Collection</a:t>
            </a:r>
            <a:endParaRPr lang="zh-CN" altLang="en-US" sz="2800" b="1" dirty="0">
              <a:solidFill>
                <a:srgbClr val="00B05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26BF83-D814-4EB2-9F52-D85549CF45F9}"/>
              </a:ext>
            </a:extLst>
          </p:cNvPr>
          <p:cNvSpPr/>
          <p:nvPr/>
        </p:nvSpPr>
        <p:spPr>
          <a:xfrm>
            <a:off x="8284615" y="2481532"/>
            <a:ext cx="7136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B0F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Map</a:t>
            </a:r>
            <a:endParaRPr lang="zh-CN" altLang="en-US" sz="2800" b="1" dirty="0">
              <a:solidFill>
                <a:srgbClr val="00B0F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97C37C-BEF0-4C17-BF63-D1283CF1A5DC}"/>
              </a:ext>
            </a:extLst>
          </p:cNvPr>
          <p:cNvSpPr/>
          <p:nvPr/>
        </p:nvSpPr>
        <p:spPr>
          <a:xfrm>
            <a:off x="3046726" y="1971541"/>
            <a:ext cx="10903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err="1">
                <a:solidFill>
                  <a:srgbClr val="00B0F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TreeSet</a:t>
            </a:r>
            <a:endParaRPr lang="zh-CN" altLang="en-US" sz="2800" b="1" dirty="0">
              <a:solidFill>
                <a:srgbClr val="00B0F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ABCF90-23BC-452F-BFFD-90AE7A4C70D8}"/>
              </a:ext>
            </a:extLst>
          </p:cNvPr>
          <p:cNvSpPr/>
          <p:nvPr/>
        </p:nvSpPr>
        <p:spPr>
          <a:xfrm>
            <a:off x="5200198" y="1414666"/>
            <a:ext cx="19527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LinkedHashSet</a:t>
            </a:r>
            <a:endParaRPr lang="zh-CN" altLang="en-US" sz="28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9C0449-BA86-4C67-9542-CDDBA8971A4F}"/>
              </a:ext>
            </a:extLst>
          </p:cNvPr>
          <p:cNvSpPr/>
          <p:nvPr/>
        </p:nvSpPr>
        <p:spPr>
          <a:xfrm>
            <a:off x="6899256" y="5137805"/>
            <a:ext cx="13003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HashMap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7398DF-59F0-45D4-B785-9EDC6936A51A}"/>
              </a:ext>
            </a:extLst>
          </p:cNvPr>
          <p:cNvSpPr/>
          <p:nvPr/>
        </p:nvSpPr>
        <p:spPr>
          <a:xfrm>
            <a:off x="3412371" y="5291693"/>
            <a:ext cx="12282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B60206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TreeMap</a:t>
            </a:r>
            <a:endParaRPr lang="zh-CN" altLang="en-US" sz="2800" b="1" dirty="0">
              <a:solidFill>
                <a:srgbClr val="B60206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96F86E-5DA5-437D-8771-4C2FB17471BF}"/>
              </a:ext>
            </a:extLst>
          </p:cNvPr>
          <p:cNvSpPr/>
          <p:nvPr/>
        </p:nvSpPr>
        <p:spPr>
          <a:xfrm>
            <a:off x="1163317" y="3060507"/>
            <a:ext cx="1967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chemeClr val="accent6">
                    <a:lumMod val="75000"/>
                  </a:schemeClr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LinedHashMap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845702-002E-19EF-A75A-99F0A8E2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集合介绍</a:t>
            </a:r>
          </a:p>
        </p:txBody>
      </p:sp>
    </p:spTree>
    <p:extLst>
      <p:ext uri="{BB962C8B-B14F-4D97-AF65-F5344CB8AC3E}">
        <p14:creationId xmlns:p14="http://schemas.microsoft.com/office/powerpoint/2010/main" val="25740418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D65A04F-5F1D-4805-971E-42A702FB6233}"/>
              </a:ext>
            </a:extLst>
          </p:cNvPr>
          <p:cNvSpPr/>
          <p:nvPr/>
        </p:nvSpPr>
        <p:spPr>
          <a:xfrm>
            <a:off x="3957523" y="2487362"/>
            <a:ext cx="47945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9600" b="1" dirty="0">
                <a:solidFill>
                  <a:srgbClr val="79AFFF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EDE18B-FA37-5D9A-1443-276FD46E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集合介绍</a:t>
            </a:r>
          </a:p>
        </p:txBody>
      </p:sp>
    </p:spTree>
    <p:extLst>
      <p:ext uri="{BB962C8B-B14F-4D97-AF65-F5344CB8AC3E}">
        <p14:creationId xmlns:p14="http://schemas.microsoft.com/office/powerpoint/2010/main" val="3420082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B4943BC0-6AFA-4D34-9779-AB08DD7F75B2}"/>
              </a:ext>
            </a:extLst>
          </p:cNvPr>
          <p:cNvSpPr txBox="1">
            <a:spLocks/>
          </p:cNvSpPr>
          <p:nvPr/>
        </p:nvSpPr>
        <p:spPr>
          <a:xfrm>
            <a:off x="710879" y="1058216"/>
            <a:ext cx="317998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defRPr/>
            </a:pPr>
            <a:endParaRPr lang="en-US" altLang="zh-CN" sz="24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422EE6-BBB5-BB7E-6EE4-1C1C3B4F0F2F}"/>
              </a:ext>
            </a:extLst>
          </p:cNvPr>
          <p:cNvSpPr/>
          <p:nvPr/>
        </p:nvSpPr>
        <p:spPr>
          <a:xfrm>
            <a:off x="710879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ACDE26F-57CF-C250-89DF-7C82DDC8E388}"/>
              </a:ext>
            </a:extLst>
          </p:cNvPr>
          <p:cNvSpPr/>
          <p:nvPr/>
        </p:nvSpPr>
        <p:spPr>
          <a:xfrm>
            <a:off x="1494651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1A77B-17BF-11EF-BDAF-06B8690C8CE6}"/>
              </a:ext>
            </a:extLst>
          </p:cNvPr>
          <p:cNvSpPr/>
          <p:nvPr/>
        </p:nvSpPr>
        <p:spPr>
          <a:xfrm>
            <a:off x="2278423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C69EAE-DEBA-EB08-B4DB-34FE9DDDBFFB}"/>
              </a:ext>
            </a:extLst>
          </p:cNvPr>
          <p:cNvSpPr/>
          <p:nvPr/>
        </p:nvSpPr>
        <p:spPr>
          <a:xfrm>
            <a:off x="306219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857121D-F70B-644C-C788-83AF4E148791}"/>
              </a:ext>
            </a:extLst>
          </p:cNvPr>
          <p:cNvSpPr/>
          <p:nvPr/>
        </p:nvSpPr>
        <p:spPr>
          <a:xfrm>
            <a:off x="384596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187DD1-8780-BED5-DC84-EC93A298C298}"/>
              </a:ext>
            </a:extLst>
          </p:cNvPr>
          <p:cNvSpPr/>
          <p:nvPr/>
        </p:nvSpPr>
        <p:spPr>
          <a:xfrm>
            <a:off x="4629739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236AAA-3D84-93A3-6B74-364CF8C83767}"/>
              </a:ext>
            </a:extLst>
          </p:cNvPr>
          <p:cNvSpPr/>
          <p:nvPr/>
        </p:nvSpPr>
        <p:spPr>
          <a:xfrm>
            <a:off x="5413511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FD736A-8C01-4151-AF5D-197AF0C2711C}"/>
              </a:ext>
            </a:extLst>
          </p:cNvPr>
          <p:cNvSpPr/>
          <p:nvPr/>
        </p:nvSpPr>
        <p:spPr>
          <a:xfrm>
            <a:off x="6197283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36076A-92D0-4651-F07F-B6A9A6F62B92}"/>
              </a:ext>
            </a:extLst>
          </p:cNvPr>
          <p:cNvSpPr/>
          <p:nvPr/>
        </p:nvSpPr>
        <p:spPr>
          <a:xfrm>
            <a:off x="698105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0344561-0328-7087-1B6C-53D4E87B5062}"/>
              </a:ext>
            </a:extLst>
          </p:cNvPr>
          <p:cNvSpPr/>
          <p:nvPr/>
        </p:nvSpPr>
        <p:spPr>
          <a:xfrm>
            <a:off x="776482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807031E-C9E5-1114-795D-62D702FA05A5}"/>
              </a:ext>
            </a:extLst>
          </p:cNvPr>
          <p:cNvSpPr txBox="1"/>
          <p:nvPr/>
        </p:nvSpPr>
        <p:spPr>
          <a:xfrm>
            <a:off x="710879" y="1783038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当创建 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集合容器的时候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底层会存在一个长度为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个大小的空数组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ACD68E9-9579-8174-7A39-074B0B05C58F}"/>
              </a:ext>
            </a:extLst>
          </p:cNvPr>
          <p:cNvSpPr/>
          <p:nvPr/>
        </p:nvSpPr>
        <p:spPr>
          <a:xfrm>
            <a:off x="13333367" y="7067147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B984A5F-3E7A-A3CD-4A44-821BC6D70694}"/>
              </a:ext>
            </a:extLst>
          </p:cNvPr>
          <p:cNvSpPr/>
          <p:nvPr/>
        </p:nvSpPr>
        <p:spPr>
          <a:xfrm>
            <a:off x="7372941" y="8052052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05BE1C6-1C6B-4183-2CDE-3C9F422AE76F}"/>
              </a:ext>
            </a:extLst>
          </p:cNvPr>
          <p:cNvSpPr/>
          <p:nvPr/>
        </p:nvSpPr>
        <p:spPr>
          <a:xfrm>
            <a:off x="8173802" y="888984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51DF6E1-7B26-AD11-B3B6-58DA8114C421}"/>
              </a:ext>
            </a:extLst>
          </p:cNvPr>
          <p:cNvSpPr/>
          <p:nvPr/>
        </p:nvSpPr>
        <p:spPr>
          <a:xfrm>
            <a:off x="9798864" y="9218321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6B4D42D-63CE-495E-E175-66B021469D93}"/>
              </a:ext>
            </a:extLst>
          </p:cNvPr>
          <p:cNvSpPr/>
          <p:nvPr/>
        </p:nvSpPr>
        <p:spPr>
          <a:xfrm>
            <a:off x="10848023" y="7527201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38DE3DC-1123-4145-B1EE-1A23C9F311DA}"/>
              </a:ext>
            </a:extLst>
          </p:cNvPr>
          <p:cNvSpPr/>
          <p:nvPr/>
        </p:nvSpPr>
        <p:spPr>
          <a:xfrm>
            <a:off x="11391807" y="8221329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2996B89-48A5-CCBF-55C5-534D0A0CE643}"/>
              </a:ext>
            </a:extLst>
          </p:cNvPr>
          <p:cNvSpPr/>
          <p:nvPr/>
        </p:nvSpPr>
        <p:spPr>
          <a:xfrm>
            <a:off x="12390582" y="5930762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6D614EA-EE03-BFF8-AEEA-BB0D94FA967C}"/>
              </a:ext>
            </a:extLst>
          </p:cNvPr>
          <p:cNvSpPr/>
          <p:nvPr/>
        </p:nvSpPr>
        <p:spPr>
          <a:xfrm>
            <a:off x="12342263" y="373522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16E4A9E-BA51-4C39-E2E0-BBC373707F6D}"/>
              </a:ext>
            </a:extLst>
          </p:cNvPr>
          <p:cNvSpPr/>
          <p:nvPr/>
        </p:nvSpPr>
        <p:spPr>
          <a:xfrm>
            <a:off x="9406978" y="7598240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C5DADB8-D1CE-AA78-889E-BD921878DEF8}"/>
              </a:ext>
            </a:extLst>
          </p:cNvPr>
          <p:cNvSpPr/>
          <p:nvPr/>
        </p:nvSpPr>
        <p:spPr>
          <a:xfrm>
            <a:off x="13333367" y="839060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7A8A416-C071-D244-6697-B6AA4D7D9522}"/>
              </a:ext>
            </a:extLst>
          </p:cNvPr>
          <p:cNvSpPr/>
          <p:nvPr/>
        </p:nvSpPr>
        <p:spPr>
          <a:xfrm>
            <a:off x="13333367" y="5132932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2EF606D-710B-40AD-85D2-D6DC46DC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8485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B4943BC0-6AFA-4D34-9779-AB08DD7F75B2}"/>
              </a:ext>
            </a:extLst>
          </p:cNvPr>
          <p:cNvSpPr txBox="1">
            <a:spLocks/>
          </p:cNvSpPr>
          <p:nvPr/>
        </p:nvSpPr>
        <p:spPr>
          <a:xfrm>
            <a:off x="710879" y="1058216"/>
            <a:ext cx="317998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defRPr/>
            </a:pPr>
            <a:endParaRPr lang="en-US" altLang="zh-CN" sz="24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422EE6-BBB5-BB7E-6EE4-1C1C3B4F0F2F}"/>
              </a:ext>
            </a:extLst>
          </p:cNvPr>
          <p:cNvSpPr/>
          <p:nvPr/>
        </p:nvSpPr>
        <p:spPr>
          <a:xfrm>
            <a:off x="710879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ACDE26F-57CF-C250-89DF-7C82DDC8E388}"/>
              </a:ext>
            </a:extLst>
          </p:cNvPr>
          <p:cNvSpPr/>
          <p:nvPr/>
        </p:nvSpPr>
        <p:spPr>
          <a:xfrm>
            <a:off x="1494651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1A77B-17BF-11EF-BDAF-06B8690C8CE6}"/>
              </a:ext>
            </a:extLst>
          </p:cNvPr>
          <p:cNvSpPr/>
          <p:nvPr/>
        </p:nvSpPr>
        <p:spPr>
          <a:xfrm>
            <a:off x="2278423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C69EAE-DEBA-EB08-B4DB-34FE9DDDBFFB}"/>
              </a:ext>
            </a:extLst>
          </p:cNvPr>
          <p:cNvSpPr/>
          <p:nvPr/>
        </p:nvSpPr>
        <p:spPr>
          <a:xfrm>
            <a:off x="306219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857121D-F70B-644C-C788-83AF4E148791}"/>
              </a:ext>
            </a:extLst>
          </p:cNvPr>
          <p:cNvSpPr/>
          <p:nvPr/>
        </p:nvSpPr>
        <p:spPr>
          <a:xfrm>
            <a:off x="384596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187DD1-8780-BED5-DC84-EC93A298C298}"/>
              </a:ext>
            </a:extLst>
          </p:cNvPr>
          <p:cNvSpPr/>
          <p:nvPr/>
        </p:nvSpPr>
        <p:spPr>
          <a:xfrm>
            <a:off x="4629739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236AAA-3D84-93A3-6B74-364CF8C83767}"/>
              </a:ext>
            </a:extLst>
          </p:cNvPr>
          <p:cNvSpPr/>
          <p:nvPr/>
        </p:nvSpPr>
        <p:spPr>
          <a:xfrm>
            <a:off x="5413511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FD736A-8C01-4151-AF5D-197AF0C2711C}"/>
              </a:ext>
            </a:extLst>
          </p:cNvPr>
          <p:cNvSpPr/>
          <p:nvPr/>
        </p:nvSpPr>
        <p:spPr>
          <a:xfrm>
            <a:off x="6197283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36076A-92D0-4651-F07F-B6A9A6F62B92}"/>
              </a:ext>
            </a:extLst>
          </p:cNvPr>
          <p:cNvSpPr/>
          <p:nvPr/>
        </p:nvSpPr>
        <p:spPr>
          <a:xfrm>
            <a:off x="698105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0344561-0328-7087-1B6C-53D4E87B5062}"/>
              </a:ext>
            </a:extLst>
          </p:cNvPr>
          <p:cNvSpPr/>
          <p:nvPr/>
        </p:nvSpPr>
        <p:spPr>
          <a:xfrm>
            <a:off x="776482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807031E-C9E5-1114-795D-62D702FA05A5}"/>
              </a:ext>
            </a:extLst>
          </p:cNvPr>
          <p:cNvSpPr txBox="1"/>
          <p:nvPr/>
        </p:nvSpPr>
        <p:spPr>
          <a:xfrm>
            <a:off x="710879" y="1783038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当创建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集合容器的时候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底层会存在一个长度为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个大小的空数组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AA17E0-86D6-7ADA-702B-1FB881EAED37}"/>
              </a:ext>
            </a:extLst>
          </p:cNvPr>
          <p:cNvSpPr/>
          <p:nvPr/>
        </p:nvSpPr>
        <p:spPr>
          <a:xfrm>
            <a:off x="9214370" y="3775307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AB1555-A5B2-4F7D-3CE2-41F583AE540B}"/>
              </a:ext>
            </a:extLst>
          </p:cNvPr>
          <p:cNvSpPr/>
          <p:nvPr/>
        </p:nvSpPr>
        <p:spPr>
          <a:xfrm>
            <a:off x="8211178" y="406576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48EBCB-A9F0-380F-43AD-E4227DBDE3F5}"/>
              </a:ext>
            </a:extLst>
          </p:cNvPr>
          <p:cNvSpPr/>
          <p:nvPr/>
        </p:nvSpPr>
        <p:spPr>
          <a:xfrm>
            <a:off x="8866870" y="455227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46D906-C0EE-17F9-8011-D24B8F659A0B}"/>
              </a:ext>
            </a:extLst>
          </p:cNvPr>
          <p:cNvSpPr/>
          <p:nvPr/>
        </p:nvSpPr>
        <p:spPr>
          <a:xfrm>
            <a:off x="8603064" y="5171521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DE7574-38FF-F9DA-D2C7-616C3B07A335}"/>
              </a:ext>
            </a:extLst>
          </p:cNvPr>
          <p:cNvSpPr/>
          <p:nvPr/>
        </p:nvSpPr>
        <p:spPr>
          <a:xfrm>
            <a:off x="9801366" y="5329239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D4767-8BC6-498E-0452-081AC01BFFB3}"/>
              </a:ext>
            </a:extLst>
          </p:cNvPr>
          <p:cNvSpPr/>
          <p:nvPr/>
        </p:nvSpPr>
        <p:spPr>
          <a:xfrm>
            <a:off x="10362212" y="455227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186A063-D86C-7D77-4CA4-91926F38D546}"/>
              </a:ext>
            </a:extLst>
          </p:cNvPr>
          <p:cNvSpPr/>
          <p:nvPr/>
        </p:nvSpPr>
        <p:spPr>
          <a:xfrm>
            <a:off x="10883230" y="5498516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F4C57F3-593D-2D5F-12F9-116153B26B37}"/>
              </a:ext>
            </a:extLst>
          </p:cNvPr>
          <p:cNvSpPr/>
          <p:nvPr/>
        </p:nvSpPr>
        <p:spPr>
          <a:xfrm>
            <a:off x="10815410" y="394858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BE185DC-765C-C7D1-451C-31EA0E460ED8}"/>
              </a:ext>
            </a:extLst>
          </p:cNvPr>
          <p:cNvSpPr/>
          <p:nvPr/>
        </p:nvSpPr>
        <p:spPr>
          <a:xfrm>
            <a:off x="9129805" y="3041480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725182-AC39-1FFF-940A-4B4187EC0F8A}"/>
              </a:ext>
            </a:extLst>
          </p:cNvPr>
          <p:cNvSpPr/>
          <p:nvPr/>
        </p:nvSpPr>
        <p:spPr>
          <a:xfrm>
            <a:off x="10312994" y="3410812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641AB46-D397-638B-9FE0-672ACFE6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2955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422EE6-BBB5-BB7E-6EE4-1C1C3B4F0F2F}"/>
              </a:ext>
            </a:extLst>
          </p:cNvPr>
          <p:cNvSpPr/>
          <p:nvPr/>
        </p:nvSpPr>
        <p:spPr>
          <a:xfrm>
            <a:off x="710879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ACDE26F-57CF-C250-89DF-7C82DDC8E388}"/>
              </a:ext>
            </a:extLst>
          </p:cNvPr>
          <p:cNvSpPr/>
          <p:nvPr/>
        </p:nvSpPr>
        <p:spPr>
          <a:xfrm>
            <a:off x="1494651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1A77B-17BF-11EF-BDAF-06B8690C8CE6}"/>
              </a:ext>
            </a:extLst>
          </p:cNvPr>
          <p:cNvSpPr/>
          <p:nvPr/>
        </p:nvSpPr>
        <p:spPr>
          <a:xfrm>
            <a:off x="2278423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C69EAE-DEBA-EB08-B4DB-34FE9DDDBFFB}"/>
              </a:ext>
            </a:extLst>
          </p:cNvPr>
          <p:cNvSpPr/>
          <p:nvPr/>
        </p:nvSpPr>
        <p:spPr>
          <a:xfrm>
            <a:off x="306219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857121D-F70B-644C-C788-83AF4E148791}"/>
              </a:ext>
            </a:extLst>
          </p:cNvPr>
          <p:cNvSpPr/>
          <p:nvPr/>
        </p:nvSpPr>
        <p:spPr>
          <a:xfrm>
            <a:off x="384596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187DD1-8780-BED5-DC84-EC93A298C298}"/>
              </a:ext>
            </a:extLst>
          </p:cNvPr>
          <p:cNvSpPr/>
          <p:nvPr/>
        </p:nvSpPr>
        <p:spPr>
          <a:xfrm>
            <a:off x="4629739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236AAA-3D84-93A3-6B74-364CF8C83767}"/>
              </a:ext>
            </a:extLst>
          </p:cNvPr>
          <p:cNvSpPr/>
          <p:nvPr/>
        </p:nvSpPr>
        <p:spPr>
          <a:xfrm>
            <a:off x="5413511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FD736A-8C01-4151-AF5D-197AF0C2711C}"/>
              </a:ext>
            </a:extLst>
          </p:cNvPr>
          <p:cNvSpPr/>
          <p:nvPr/>
        </p:nvSpPr>
        <p:spPr>
          <a:xfrm>
            <a:off x="6197283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36076A-92D0-4651-F07F-B6A9A6F62B92}"/>
              </a:ext>
            </a:extLst>
          </p:cNvPr>
          <p:cNvSpPr/>
          <p:nvPr/>
        </p:nvSpPr>
        <p:spPr>
          <a:xfrm>
            <a:off x="698105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0344561-0328-7087-1B6C-53D4E87B5062}"/>
              </a:ext>
            </a:extLst>
          </p:cNvPr>
          <p:cNvSpPr/>
          <p:nvPr/>
        </p:nvSpPr>
        <p:spPr>
          <a:xfrm>
            <a:off x="776482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807031E-C9E5-1114-795D-62D702FA05A5}"/>
              </a:ext>
            </a:extLst>
          </p:cNvPr>
          <p:cNvSpPr txBox="1"/>
          <p:nvPr/>
        </p:nvSpPr>
        <p:spPr>
          <a:xfrm>
            <a:off x="710879" y="1783038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当创建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集合容器的时候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底层会存在一个长度为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个大小的空数组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AA17E0-86D6-7ADA-702B-1FB881EAED37}"/>
              </a:ext>
            </a:extLst>
          </p:cNvPr>
          <p:cNvSpPr/>
          <p:nvPr/>
        </p:nvSpPr>
        <p:spPr>
          <a:xfrm>
            <a:off x="2295709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AB1555-A5B2-4F7D-3CE2-41F583AE540B}"/>
              </a:ext>
            </a:extLst>
          </p:cNvPr>
          <p:cNvSpPr/>
          <p:nvPr/>
        </p:nvSpPr>
        <p:spPr>
          <a:xfrm>
            <a:off x="149465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48EBCB-A9F0-380F-43AD-E4227DBDE3F5}"/>
              </a:ext>
            </a:extLst>
          </p:cNvPr>
          <p:cNvSpPr/>
          <p:nvPr/>
        </p:nvSpPr>
        <p:spPr>
          <a:xfrm>
            <a:off x="550330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46D906-C0EE-17F9-8011-D24B8F659A0B}"/>
              </a:ext>
            </a:extLst>
          </p:cNvPr>
          <p:cNvSpPr/>
          <p:nvPr/>
        </p:nvSpPr>
        <p:spPr>
          <a:xfrm>
            <a:off x="619138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DE7574-38FF-F9DA-D2C7-616C3B07A335}"/>
              </a:ext>
            </a:extLst>
          </p:cNvPr>
          <p:cNvSpPr/>
          <p:nvPr/>
        </p:nvSpPr>
        <p:spPr>
          <a:xfrm>
            <a:off x="7020050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D4767-8BC6-498E-0452-081AC01BFFB3}"/>
              </a:ext>
            </a:extLst>
          </p:cNvPr>
          <p:cNvSpPr/>
          <p:nvPr/>
        </p:nvSpPr>
        <p:spPr>
          <a:xfrm>
            <a:off x="467463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186A063-D86C-7D77-4CA4-91926F38D546}"/>
              </a:ext>
            </a:extLst>
          </p:cNvPr>
          <p:cNvSpPr/>
          <p:nvPr/>
        </p:nvSpPr>
        <p:spPr>
          <a:xfrm>
            <a:off x="7770729" y="2620283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F4C57F3-593D-2D5F-12F9-116153B26B37}"/>
              </a:ext>
            </a:extLst>
          </p:cNvPr>
          <p:cNvSpPr/>
          <p:nvPr/>
        </p:nvSpPr>
        <p:spPr>
          <a:xfrm>
            <a:off x="389676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BE185DC-765C-C7D1-451C-31EA0E460ED8}"/>
              </a:ext>
            </a:extLst>
          </p:cNvPr>
          <p:cNvSpPr/>
          <p:nvPr/>
        </p:nvSpPr>
        <p:spPr>
          <a:xfrm>
            <a:off x="74848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725182-AC39-1FFF-940A-4B4187EC0F8A}"/>
              </a:ext>
            </a:extLst>
          </p:cNvPr>
          <p:cNvSpPr/>
          <p:nvPr/>
        </p:nvSpPr>
        <p:spPr>
          <a:xfrm>
            <a:off x="3107092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3C8689-C4FA-5CCB-5453-7F3DE74062BD}"/>
              </a:ext>
            </a:extLst>
          </p:cNvPr>
          <p:cNvSpPr/>
          <p:nvPr/>
        </p:nvSpPr>
        <p:spPr>
          <a:xfrm>
            <a:off x="8713514" y="2620283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37949403-C462-369E-EC9E-714BC788B71E}"/>
              </a:ext>
            </a:extLst>
          </p:cNvPr>
          <p:cNvSpPr/>
          <p:nvPr/>
        </p:nvSpPr>
        <p:spPr>
          <a:xfrm>
            <a:off x="9332371" y="1930399"/>
            <a:ext cx="1752189" cy="595379"/>
          </a:xfrm>
          <a:prstGeom prst="wedgeRoundRectCallout">
            <a:avLst>
              <a:gd name="adj1" fmla="val -46715"/>
              <a:gd name="adj2" fmla="val 65003"/>
              <a:gd name="adj3" fmla="val 16667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喂！！！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3259F-3EF6-09E3-0E55-92A3E2AA424E}"/>
              </a:ext>
            </a:extLst>
          </p:cNvPr>
          <p:cNvSpPr txBox="1"/>
          <p:nvPr/>
        </p:nvSpPr>
        <p:spPr>
          <a:xfrm>
            <a:off x="710879" y="3455361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扩容原数组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倍大小的新数组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861E48C-DD75-EAB0-C376-C9576C45BE17}"/>
              </a:ext>
            </a:extLst>
          </p:cNvPr>
          <p:cNvSpPr/>
          <p:nvPr/>
        </p:nvSpPr>
        <p:spPr>
          <a:xfrm>
            <a:off x="207137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E8E98DE-E1DF-D9A3-A4F0-D1215D0A53D1}"/>
              </a:ext>
            </a:extLst>
          </p:cNvPr>
          <p:cNvSpPr/>
          <p:nvPr/>
        </p:nvSpPr>
        <p:spPr>
          <a:xfrm>
            <a:off x="990909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0EACF9-1276-A84D-F259-F96283231C0B}"/>
              </a:ext>
            </a:extLst>
          </p:cNvPr>
          <p:cNvSpPr/>
          <p:nvPr/>
        </p:nvSpPr>
        <p:spPr>
          <a:xfrm>
            <a:off x="1774681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B33BB2-19C1-266B-7C2A-A983EB408BFB}"/>
              </a:ext>
            </a:extLst>
          </p:cNvPr>
          <p:cNvSpPr/>
          <p:nvPr/>
        </p:nvSpPr>
        <p:spPr>
          <a:xfrm>
            <a:off x="255845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46B5C40-6B79-9596-FE65-F8FA10CCF5B5}"/>
              </a:ext>
            </a:extLst>
          </p:cNvPr>
          <p:cNvSpPr/>
          <p:nvPr/>
        </p:nvSpPr>
        <p:spPr>
          <a:xfrm>
            <a:off x="334222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09FA58A-F235-19DD-A0C6-67EBD412A66D}"/>
              </a:ext>
            </a:extLst>
          </p:cNvPr>
          <p:cNvSpPr/>
          <p:nvPr/>
        </p:nvSpPr>
        <p:spPr>
          <a:xfrm>
            <a:off x="4125997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AB73093-6793-87C4-13EF-F0806C43576F}"/>
              </a:ext>
            </a:extLst>
          </p:cNvPr>
          <p:cNvSpPr/>
          <p:nvPr/>
        </p:nvSpPr>
        <p:spPr>
          <a:xfrm>
            <a:off x="4909769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43AAAC2-8A69-2A82-38EB-FC9F68113BFF}"/>
              </a:ext>
            </a:extLst>
          </p:cNvPr>
          <p:cNvSpPr/>
          <p:nvPr/>
        </p:nvSpPr>
        <p:spPr>
          <a:xfrm>
            <a:off x="5693541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AD3373-A170-7E4A-33D3-41C1C98C800E}"/>
              </a:ext>
            </a:extLst>
          </p:cNvPr>
          <p:cNvSpPr/>
          <p:nvPr/>
        </p:nvSpPr>
        <p:spPr>
          <a:xfrm>
            <a:off x="647731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41AEE80-A6D2-7366-0C53-08439AFB6AC0}"/>
              </a:ext>
            </a:extLst>
          </p:cNvPr>
          <p:cNvSpPr/>
          <p:nvPr/>
        </p:nvSpPr>
        <p:spPr>
          <a:xfrm>
            <a:off x="726108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B26499-E665-52FC-B4D4-49F752A7435B}"/>
              </a:ext>
            </a:extLst>
          </p:cNvPr>
          <p:cNvSpPr/>
          <p:nvPr/>
        </p:nvSpPr>
        <p:spPr>
          <a:xfrm>
            <a:off x="8044857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69D9BFA-4469-9F22-A516-32FAB04FE88B}"/>
              </a:ext>
            </a:extLst>
          </p:cNvPr>
          <p:cNvSpPr/>
          <p:nvPr/>
        </p:nvSpPr>
        <p:spPr>
          <a:xfrm>
            <a:off x="8828629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80D5C6D-21B8-0467-27E5-242607066F13}"/>
              </a:ext>
            </a:extLst>
          </p:cNvPr>
          <p:cNvSpPr/>
          <p:nvPr/>
        </p:nvSpPr>
        <p:spPr>
          <a:xfrm>
            <a:off x="9612401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1E4AE5E-C4A9-AE18-EF6E-79E9BBD808B5}"/>
              </a:ext>
            </a:extLst>
          </p:cNvPr>
          <p:cNvSpPr/>
          <p:nvPr/>
        </p:nvSpPr>
        <p:spPr>
          <a:xfrm>
            <a:off x="10396173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B60B397-131F-D787-D588-6468B17452BB}"/>
              </a:ext>
            </a:extLst>
          </p:cNvPr>
          <p:cNvSpPr/>
          <p:nvPr/>
        </p:nvSpPr>
        <p:spPr>
          <a:xfrm>
            <a:off x="11179945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618FB250-5356-E50D-90A8-21F6C6AEA97A}"/>
              </a:ext>
            </a:extLst>
          </p:cNvPr>
          <p:cNvSpPr txBox="1"/>
          <p:nvPr/>
        </p:nvSpPr>
        <p:spPr>
          <a:xfrm>
            <a:off x="4674636" y="3455361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将原数组数据，拷贝到新数组中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B3735120-B736-31C0-3CAD-99E37367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2039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1" grpId="0"/>
      <p:bldP spid="12" grpId="0" animBg="1"/>
      <p:bldP spid="13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422EE6-BBB5-BB7E-6EE4-1C1C3B4F0F2F}"/>
              </a:ext>
            </a:extLst>
          </p:cNvPr>
          <p:cNvSpPr/>
          <p:nvPr/>
        </p:nvSpPr>
        <p:spPr>
          <a:xfrm>
            <a:off x="710879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ACDE26F-57CF-C250-89DF-7C82DDC8E388}"/>
              </a:ext>
            </a:extLst>
          </p:cNvPr>
          <p:cNvSpPr/>
          <p:nvPr/>
        </p:nvSpPr>
        <p:spPr>
          <a:xfrm>
            <a:off x="1494651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1A77B-17BF-11EF-BDAF-06B8690C8CE6}"/>
              </a:ext>
            </a:extLst>
          </p:cNvPr>
          <p:cNvSpPr/>
          <p:nvPr/>
        </p:nvSpPr>
        <p:spPr>
          <a:xfrm>
            <a:off x="2278423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C69EAE-DEBA-EB08-B4DB-34FE9DDDBFFB}"/>
              </a:ext>
            </a:extLst>
          </p:cNvPr>
          <p:cNvSpPr/>
          <p:nvPr/>
        </p:nvSpPr>
        <p:spPr>
          <a:xfrm>
            <a:off x="306219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857121D-F70B-644C-C788-83AF4E148791}"/>
              </a:ext>
            </a:extLst>
          </p:cNvPr>
          <p:cNvSpPr/>
          <p:nvPr/>
        </p:nvSpPr>
        <p:spPr>
          <a:xfrm>
            <a:off x="384596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187DD1-8780-BED5-DC84-EC93A298C298}"/>
              </a:ext>
            </a:extLst>
          </p:cNvPr>
          <p:cNvSpPr/>
          <p:nvPr/>
        </p:nvSpPr>
        <p:spPr>
          <a:xfrm>
            <a:off x="4629739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236AAA-3D84-93A3-6B74-364CF8C83767}"/>
              </a:ext>
            </a:extLst>
          </p:cNvPr>
          <p:cNvSpPr/>
          <p:nvPr/>
        </p:nvSpPr>
        <p:spPr>
          <a:xfrm>
            <a:off x="5413511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FD736A-8C01-4151-AF5D-197AF0C2711C}"/>
              </a:ext>
            </a:extLst>
          </p:cNvPr>
          <p:cNvSpPr/>
          <p:nvPr/>
        </p:nvSpPr>
        <p:spPr>
          <a:xfrm>
            <a:off x="6197283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36076A-92D0-4651-F07F-B6A9A6F62B92}"/>
              </a:ext>
            </a:extLst>
          </p:cNvPr>
          <p:cNvSpPr/>
          <p:nvPr/>
        </p:nvSpPr>
        <p:spPr>
          <a:xfrm>
            <a:off x="698105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0344561-0328-7087-1B6C-53D4E87B5062}"/>
              </a:ext>
            </a:extLst>
          </p:cNvPr>
          <p:cNvSpPr/>
          <p:nvPr/>
        </p:nvSpPr>
        <p:spPr>
          <a:xfrm>
            <a:off x="776482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807031E-C9E5-1114-795D-62D702FA05A5}"/>
              </a:ext>
            </a:extLst>
          </p:cNvPr>
          <p:cNvSpPr txBox="1"/>
          <p:nvPr/>
        </p:nvSpPr>
        <p:spPr>
          <a:xfrm>
            <a:off x="710879" y="1783038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当创建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集合容器的时候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底层会存在一个长度为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个大小的空数组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AA17E0-86D6-7ADA-702B-1FB881EAED37}"/>
              </a:ext>
            </a:extLst>
          </p:cNvPr>
          <p:cNvSpPr/>
          <p:nvPr/>
        </p:nvSpPr>
        <p:spPr>
          <a:xfrm>
            <a:off x="2295709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AB1555-A5B2-4F7D-3CE2-41F583AE540B}"/>
              </a:ext>
            </a:extLst>
          </p:cNvPr>
          <p:cNvSpPr/>
          <p:nvPr/>
        </p:nvSpPr>
        <p:spPr>
          <a:xfrm>
            <a:off x="149465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48EBCB-A9F0-380F-43AD-E4227DBDE3F5}"/>
              </a:ext>
            </a:extLst>
          </p:cNvPr>
          <p:cNvSpPr/>
          <p:nvPr/>
        </p:nvSpPr>
        <p:spPr>
          <a:xfrm>
            <a:off x="550330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46D906-C0EE-17F9-8011-D24B8F659A0B}"/>
              </a:ext>
            </a:extLst>
          </p:cNvPr>
          <p:cNvSpPr/>
          <p:nvPr/>
        </p:nvSpPr>
        <p:spPr>
          <a:xfrm>
            <a:off x="619138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DE7574-38FF-F9DA-D2C7-616C3B07A335}"/>
              </a:ext>
            </a:extLst>
          </p:cNvPr>
          <p:cNvSpPr/>
          <p:nvPr/>
        </p:nvSpPr>
        <p:spPr>
          <a:xfrm>
            <a:off x="7020050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D4767-8BC6-498E-0452-081AC01BFFB3}"/>
              </a:ext>
            </a:extLst>
          </p:cNvPr>
          <p:cNvSpPr/>
          <p:nvPr/>
        </p:nvSpPr>
        <p:spPr>
          <a:xfrm>
            <a:off x="467463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186A063-D86C-7D77-4CA4-91926F38D546}"/>
              </a:ext>
            </a:extLst>
          </p:cNvPr>
          <p:cNvSpPr/>
          <p:nvPr/>
        </p:nvSpPr>
        <p:spPr>
          <a:xfrm>
            <a:off x="7770729" y="2620283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F4C57F3-593D-2D5F-12F9-116153B26B37}"/>
              </a:ext>
            </a:extLst>
          </p:cNvPr>
          <p:cNvSpPr/>
          <p:nvPr/>
        </p:nvSpPr>
        <p:spPr>
          <a:xfrm>
            <a:off x="389676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BE185DC-765C-C7D1-451C-31EA0E460ED8}"/>
              </a:ext>
            </a:extLst>
          </p:cNvPr>
          <p:cNvSpPr/>
          <p:nvPr/>
        </p:nvSpPr>
        <p:spPr>
          <a:xfrm>
            <a:off x="74848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725182-AC39-1FFF-940A-4B4187EC0F8A}"/>
              </a:ext>
            </a:extLst>
          </p:cNvPr>
          <p:cNvSpPr/>
          <p:nvPr/>
        </p:nvSpPr>
        <p:spPr>
          <a:xfrm>
            <a:off x="3107092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3C8689-C4FA-5CCB-5453-7F3DE74062BD}"/>
              </a:ext>
            </a:extLst>
          </p:cNvPr>
          <p:cNvSpPr/>
          <p:nvPr/>
        </p:nvSpPr>
        <p:spPr>
          <a:xfrm>
            <a:off x="8713514" y="2620283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3259F-3EF6-09E3-0E55-92A3E2AA424E}"/>
              </a:ext>
            </a:extLst>
          </p:cNvPr>
          <p:cNvSpPr txBox="1"/>
          <p:nvPr/>
        </p:nvSpPr>
        <p:spPr>
          <a:xfrm>
            <a:off x="710879" y="3455361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扩容原数组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倍大小的新数组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861E48C-DD75-EAB0-C376-C9576C45BE17}"/>
              </a:ext>
            </a:extLst>
          </p:cNvPr>
          <p:cNvSpPr/>
          <p:nvPr/>
        </p:nvSpPr>
        <p:spPr>
          <a:xfrm>
            <a:off x="207137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E8E98DE-E1DF-D9A3-A4F0-D1215D0A53D1}"/>
              </a:ext>
            </a:extLst>
          </p:cNvPr>
          <p:cNvSpPr/>
          <p:nvPr/>
        </p:nvSpPr>
        <p:spPr>
          <a:xfrm>
            <a:off x="990909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0EACF9-1276-A84D-F259-F96283231C0B}"/>
              </a:ext>
            </a:extLst>
          </p:cNvPr>
          <p:cNvSpPr/>
          <p:nvPr/>
        </p:nvSpPr>
        <p:spPr>
          <a:xfrm>
            <a:off x="1774681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B33BB2-19C1-266B-7C2A-A983EB408BFB}"/>
              </a:ext>
            </a:extLst>
          </p:cNvPr>
          <p:cNvSpPr/>
          <p:nvPr/>
        </p:nvSpPr>
        <p:spPr>
          <a:xfrm>
            <a:off x="255845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46B5C40-6B79-9596-FE65-F8FA10CCF5B5}"/>
              </a:ext>
            </a:extLst>
          </p:cNvPr>
          <p:cNvSpPr/>
          <p:nvPr/>
        </p:nvSpPr>
        <p:spPr>
          <a:xfrm>
            <a:off x="334222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09FA58A-F235-19DD-A0C6-67EBD412A66D}"/>
              </a:ext>
            </a:extLst>
          </p:cNvPr>
          <p:cNvSpPr/>
          <p:nvPr/>
        </p:nvSpPr>
        <p:spPr>
          <a:xfrm>
            <a:off x="4125997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AB73093-6793-87C4-13EF-F0806C43576F}"/>
              </a:ext>
            </a:extLst>
          </p:cNvPr>
          <p:cNvSpPr/>
          <p:nvPr/>
        </p:nvSpPr>
        <p:spPr>
          <a:xfrm>
            <a:off x="4909769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43AAAC2-8A69-2A82-38EB-FC9F68113BFF}"/>
              </a:ext>
            </a:extLst>
          </p:cNvPr>
          <p:cNvSpPr/>
          <p:nvPr/>
        </p:nvSpPr>
        <p:spPr>
          <a:xfrm>
            <a:off x="5693541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AD3373-A170-7E4A-33D3-41C1C98C800E}"/>
              </a:ext>
            </a:extLst>
          </p:cNvPr>
          <p:cNvSpPr/>
          <p:nvPr/>
        </p:nvSpPr>
        <p:spPr>
          <a:xfrm>
            <a:off x="647731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41AEE80-A6D2-7366-0C53-08439AFB6AC0}"/>
              </a:ext>
            </a:extLst>
          </p:cNvPr>
          <p:cNvSpPr/>
          <p:nvPr/>
        </p:nvSpPr>
        <p:spPr>
          <a:xfrm>
            <a:off x="726108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B26499-E665-52FC-B4D4-49F752A7435B}"/>
              </a:ext>
            </a:extLst>
          </p:cNvPr>
          <p:cNvSpPr/>
          <p:nvPr/>
        </p:nvSpPr>
        <p:spPr>
          <a:xfrm>
            <a:off x="8044857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69D9BFA-4469-9F22-A516-32FAB04FE88B}"/>
              </a:ext>
            </a:extLst>
          </p:cNvPr>
          <p:cNvSpPr/>
          <p:nvPr/>
        </p:nvSpPr>
        <p:spPr>
          <a:xfrm>
            <a:off x="8828629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80D5C6D-21B8-0467-27E5-242607066F13}"/>
              </a:ext>
            </a:extLst>
          </p:cNvPr>
          <p:cNvSpPr/>
          <p:nvPr/>
        </p:nvSpPr>
        <p:spPr>
          <a:xfrm>
            <a:off x="9612401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1E4AE5E-C4A9-AE18-EF6E-79E9BBD808B5}"/>
              </a:ext>
            </a:extLst>
          </p:cNvPr>
          <p:cNvSpPr/>
          <p:nvPr/>
        </p:nvSpPr>
        <p:spPr>
          <a:xfrm>
            <a:off x="10396173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B60B397-131F-D787-D588-6468B17452BB}"/>
              </a:ext>
            </a:extLst>
          </p:cNvPr>
          <p:cNvSpPr/>
          <p:nvPr/>
        </p:nvSpPr>
        <p:spPr>
          <a:xfrm>
            <a:off x="11179945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618FB250-5356-E50D-90A8-21F6C6AEA97A}"/>
              </a:ext>
            </a:extLst>
          </p:cNvPr>
          <p:cNvSpPr txBox="1"/>
          <p:nvPr/>
        </p:nvSpPr>
        <p:spPr>
          <a:xfrm>
            <a:off x="4674636" y="3455361"/>
            <a:ext cx="3671399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将原数组数据，拷贝到新数组中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A61FDC-6147-36FA-9B63-5068A5B177AD}"/>
              </a:ext>
            </a:extLst>
          </p:cNvPr>
          <p:cNvSpPr/>
          <p:nvPr/>
        </p:nvSpPr>
        <p:spPr>
          <a:xfrm>
            <a:off x="1786065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9DDB69-E4EA-EC3E-5411-EAE0EC037CCE}"/>
              </a:ext>
            </a:extLst>
          </p:cNvPr>
          <p:cNvSpPr/>
          <p:nvPr/>
        </p:nvSpPr>
        <p:spPr>
          <a:xfrm>
            <a:off x="985007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06CD7E-A272-FCE5-E806-AEA6F193980F}"/>
              </a:ext>
            </a:extLst>
          </p:cNvPr>
          <p:cNvSpPr/>
          <p:nvPr/>
        </p:nvSpPr>
        <p:spPr>
          <a:xfrm>
            <a:off x="4993661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5B5D40-4BF3-83D7-7ECD-0A877A2DCBAA}"/>
              </a:ext>
            </a:extLst>
          </p:cNvPr>
          <p:cNvSpPr/>
          <p:nvPr/>
        </p:nvSpPr>
        <p:spPr>
          <a:xfrm>
            <a:off x="5681737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B9DB2D-E750-17EE-2054-FC0AFE19F945}"/>
              </a:ext>
            </a:extLst>
          </p:cNvPr>
          <p:cNvSpPr/>
          <p:nvPr/>
        </p:nvSpPr>
        <p:spPr>
          <a:xfrm>
            <a:off x="6510406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411EDD-9770-A8EC-3853-A21E0572816B}"/>
              </a:ext>
            </a:extLst>
          </p:cNvPr>
          <p:cNvSpPr/>
          <p:nvPr/>
        </p:nvSpPr>
        <p:spPr>
          <a:xfrm>
            <a:off x="4164992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C091E67-166C-BDDC-F010-34A0C4973072}"/>
              </a:ext>
            </a:extLst>
          </p:cNvPr>
          <p:cNvSpPr/>
          <p:nvPr/>
        </p:nvSpPr>
        <p:spPr>
          <a:xfrm>
            <a:off x="7261085" y="4297876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37FC32D-54F7-75DE-8FE3-57F36BC7C659}"/>
              </a:ext>
            </a:extLst>
          </p:cNvPr>
          <p:cNvSpPr/>
          <p:nvPr/>
        </p:nvSpPr>
        <p:spPr>
          <a:xfrm>
            <a:off x="3387122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9D1801D-93BC-5F31-1427-6CCD31383EBF}"/>
              </a:ext>
            </a:extLst>
          </p:cNvPr>
          <p:cNvSpPr/>
          <p:nvPr/>
        </p:nvSpPr>
        <p:spPr>
          <a:xfrm>
            <a:off x="238841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9822191-81CE-5165-9DAB-FE7AF326D66C}"/>
              </a:ext>
            </a:extLst>
          </p:cNvPr>
          <p:cNvSpPr/>
          <p:nvPr/>
        </p:nvSpPr>
        <p:spPr>
          <a:xfrm>
            <a:off x="2597448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0C5182C3-71BC-7E3C-06BF-C7934ADE863C}"/>
              </a:ext>
            </a:extLst>
          </p:cNvPr>
          <p:cNvSpPr txBox="1"/>
          <p:nvPr/>
        </p:nvSpPr>
        <p:spPr>
          <a:xfrm>
            <a:off x="8265028" y="3455361"/>
            <a:ext cx="3671399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将新元素添加到新数组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2EA5DD1-40C5-B0D3-E67B-A792C858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539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422EE6-BBB5-BB7E-6EE4-1C1C3B4F0F2F}"/>
              </a:ext>
            </a:extLst>
          </p:cNvPr>
          <p:cNvSpPr/>
          <p:nvPr/>
        </p:nvSpPr>
        <p:spPr>
          <a:xfrm>
            <a:off x="710879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ACDE26F-57CF-C250-89DF-7C82DDC8E388}"/>
              </a:ext>
            </a:extLst>
          </p:cNvPr>
          <p:cNvSpPr/>
          <p:nvPr/>
        </p:nvSpPr>
        <p:spPr>
          <a:xfrm>
            <a:off x="1494651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1A77B-17BF-11EF-BDAF-06B8690C8CE6}"/>
              </a:ext>
            </a:extLst>
          </p:cNvPr>
          <p:cNvSpPr/>
          <p:nvPr/>
        </p:nvSpPr>
        <p:spPr>
          <a:xfrm>
            <a:off x="2278423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C69EAE-DEBA-EB08-B4DB-34FE9DDDBFFB}"/>
              </a:ext>
            </a:extLst>
          </p:cNvPr>
          <p:cNvSpPr/>
          <p:nvPr/>
        </p:nvSpPr>
        <p:spPr>
          <a:xfrm>
            <a:off x="306219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857121D-F70B-644C-C788-83AF4E148791}"/>
              </a:ext>
            </a:extLst>
          </p:cNvPr>
          <p:cNvSpPr/>
          <p:nvPr/>
        </p:nvSpPr>
        <p:spPr>
          <a:xfrm>
            <a:off x="384596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187DD1-8780-BED5-DC84-EC93A298C298}"/>
              </a:ext>
            </a:extLst>
          </p:cNvPr>
          <p:cNvSpPr/>
          <p:nvPr/>
        </p:nvSpPr>
        <p:spPr>
          <a:xfrm>
            <a:off x="4629739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236AAA-3D84-93A3-6B74-364CF8C83767}"/>
              </a:ext>
            </a:extLst>
          </p:cNvPr>
          <p:cNvSpPr/>
          <p:nvPr/>
        </p:nvSpPr>
        <p:spPr>
          <a:xfrm>
            <a:off x="5413511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FD736A-8C01-4151-AF5D-197AF0C2711C}"/>
              </a:ext>
            </a:extLst>
          </p:cNvPr>
          <p:cNvSpPr/>
          <p:nvPr/>
        </p:nvSpPr>
        <p:spPr>
          <a:xfrm>
            <a:off x="6197283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36076A-92D0-4651-F07F-B6A9A6F62B92}"/>
              </a:ext>
            </a:extLst>
          </p:cNvPr>
          <p:cNvSpPr/>
          <p:nvPr/>
        </p:nvSpPr>
        <p:spPr>
          <a:xfrm>
            <a:off x="698105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0344561-0328-7087-1B6C-53D4E87B5062}"/>
              </a:ext>
            </a:extLst>
          </p:cNvPr>
          <p:cNvSpPr/>
          <p:nvPr/>
        </p:nvSpPr>
        <p:spPr>
          <a:xfrm>
            <a:off x="776482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807031E-C9E5-1114-795D-62D702FA05A5}"/>
              </a:ext>
            </a:extLst>
          </p:cNvPr>
          <p:cNvSpPr txBox="1"/>
          <p:nvPr/>
        </p:nvSpPr>
        <p:spPr>
          <a:xfrm>
            <a:off x="710879" y="1783038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当创建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集合容器的时候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底层会存在一个长度为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个大小的空数组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AA17E0-86D6-7ADA-702B-1FB881EAED37}"/>
              </a:ext>
            </a:extLst>
          </p:cNvPr>
          <p:cNvSpPr/>
          <p:nvPr/>
        </p:nvSpPr>
        <p:spPr>
          <a:xfrm>
            <a:off x="2295709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AB1555-A5B2-4F7D-3CE2-41F583AE540B}"/>
              </a:ext>
            </a:extLst>
          </p:cNvPr>
          <p:cNvSpPr/>
          <p:nvPr/>
        </p:nvSpPr>
        <p:spPr>
          <a:xfrm>
            <a:off x="149465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48EBCB-A9F0-380F-43AD-E4227DBDE3F5}"/>
              </a:ext>
            </a:extLst>
          </p:cNvPr>
          <p:cNvSpPr/>
          <p:nvPr/>
        </p:nvSpPr>
        <p:spPr>
          <a:xfrm>
            <a:off x="550330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46D906-C0EE-17F9-8011-D24B8F659A0B}"/>
              </a:ext>
            </a:extLst>
          </p:cNvPr>
          <p:cNvSpPr/>
          <p:nvPr/>
        </p:nvSpPr>
        <p:spPr>
          <a:xfrm>
            <a:off x="619138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DE7574-38FF-F9DA-D2C7-616C3B07A335}"/>
              </a:ext>
            </a:extLst>
          </p:cNvPr>
          <p:cNvSpPr/>
          <p:nvPr/>
        </p:nvSpPr>
        <p:spPr>
          <a:xfrm>
            <a:off x="7020050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D4767-8BC6-498E-0452-081AC01BFFB3}"/>
              </a:ext>
            </a:extLst>
          </p:cNvPr>
          <p:cNvSpPr/>
          <p:nvPr/>
        </p:nvSpPr>
        <p:spPr>
          <a:xfrm>
            <a:off x="467463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186A063-D86C-7D77-4CA4-91926F38D546}"/>
              </a:ext>
            </a:extLst>
          </p:cNvPr>
          <p:cNvSpPr/>
          <p:nvPr/>
        </p:nvSpPr>
        <p:spPr>
          <a:xfrm>
            <a:off x="7770729" y="2620283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F4C57F3-593D-2D5F-12F9-116153B26B37}"/>
              </a:ext>
            </a:extLst>
          </p:cNvPr>
          <p:cNvSpPr/>
          <p:nvPr/>
        </p:nvSpPr>
        <p:spPr>
          <a:xfrm>
            <a:off x="389676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BE185DC-765C-C7D1-451C-31EA0E460ED8}"/>
              </a:ext>
            </a:extLst>
          </p:cNvPr>
          <p:cNvSpPr/>
          <p:nvPr/>
        </p:nvSpPr>
        <p:spPr>
          <a:xfrm>
            <a:off x="74848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725182-AC39-1FFF-940A-4B4187EC0F8A}"/>
              </a:ext>
            </a:extLst>
          </p:cNvPr>
          <p:cNvSpPr/>
          <p:nvPr/>
        </p:nvSpPr>
        <p:spPr>
          <a:xfrm>
            <a:off x="3107092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3259F-3EF6-09E3-0E55-92A3E2AA424E}"/>
              </a:ext>
            </a:extLst>
          </p:cNvPr>
          <p:cNvSpPr txBox="1"/>
          <p:nvPr/>
        </p:nvSpPr>
        <p:spPr>
          <a:xfrm>
            <a:off x="710879" y="3455361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扩容原数组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倍大小的新数组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861E48C-DD75-EAB0-C376-C9576C45BE17}"/>
              </a:ext>
            </a:extLst>
          </p:cNvPr>
          <p:cNvSpPr/>
          <p:nvPr/>
        </p:nvSpPr>
        <p:spPr>
          <a:xfrm>
            <a:off x="207137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E8E98DE-E1DF-D9A3-A4F0-D1215D0A53D1}"/>
              </a:ext>
            </a:extLst>
          </p:cNvPr>
          <p:cNvSpPr/>
          <p:nvPr/>
        </p:nvSpPr>
        <p:spPr>
          <a:xfrm>
            <a:off x="990909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0EACF9-1276-A84D-F259-F96283231C0B}"/>
              </a:ext>
            </a:extLst>
          </p:cNvPr>
          <p:cNvSpPr/>
          <p:nvPr/>
        </p:nvSpPr>
        <p:spPr>
          <a:xfrm>
            <a:off x="1774681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B33BB2-19C1-266B-7C2A-A983EB408BFB}"/>
              </a:ext>
            </a:extLst>
          </p:cNvPr>
          <p:cNvSpPr/>
          <p:nvPr/>
        </p:nvSpPr>
        <p:spPr>
          <a:xfrm>
            <a:off x="255845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46B5C40-6B79-9596-FE65-F8FA10CCF5B5}"/>
              </a:ext>
            </a:extLst>
          </p:cNvPr>
          <p:cNvSpPr/>
          <p:nvPr/>
        </p:nvSpPr>
        <p:spPr>
          <a:xfrm>
            <a:off x="334222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09FA58A-F235-19DD-A0C6-67EBD412A66D}"/>
              </a:ext>
            </a:extLst>
          </p:cNvPr>
          <p:cNvSpPr/>
          <p:nvPr/>
        </p:nvSpPr>
        <p:spPr>
          <a:xfrm>
            <a:off x="4125997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AB73093-6793-87C4-13EF-F0806C43576F}"/>
              </a:ext>
            </a:extLst>
          </p:cNvPr>
          <p:cNvSpPr/>
          <p:nvPr/>
        </p:nvSpPr>
        <p:spPr>
          <a:xfrm>
            <a:off x="4909769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43AAAC2-8A69-2A82-38EB-FC9F68113BFF}"/>
              </a:ext>
            </a:extLst>
          </p:cNvPr>
          <p:cNvSpPr/>
          <p:nvPr/>
        </p:nvSpPr>
        <p:spPr>
          <a:xfrm>
            <a:off x="5693541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AD3373-A170-7E4A-33D3-41C1C98C800E}"/>
              </a:ext>
            </a:extLst>
          </p:cNvPr>
          <p:cNvSpPr/>
          <p:nvPr/>
        </p:nvSpPr>
        <p:spPr>
          <a:xfrm>
            <a:off x="647731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41AEE80-A6D2-7366-0C53-08439AFB6AC0}"/>
              </a:ext>
            </a:extLst>
          </p:cNvPr>
          <p:cNvSpPr/>
          <p:nvPr/>
        </p:nvSpPr>
        <p:spPr>
          <a:xfrm>
            <a:off x="726108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B26499-E665-52FC-B4D4-49F752A7435B}"/>
              </a:ext>
            </a:extLst>
          </p:cNvPr>
          <p:cNvSpPr/>
          <p:nvPr/>
        </p:nvSpPr>
        <p:spPr>
          <a:xfrm>
            <a:off x="8044857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69D9BFA-4469-9F22-A516-32FAB04FE88B}"/>
              </a:ext>
            </a:extLst>
          </p:cNvPr>
          <p:cNvSpPr/>
          <p:nvPr/>
        </p:nvSpPr>
        <p:spPr>
          <a:xfrm>
            <a:off x="8828629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80D5C6D-21B8-0467-27E5-242607066F13}"/>
              </a:ext>
            </a:extLst>
          </p:cNvPr>
          <p:cNvSpPr/>
          <p:nvPr/>
        </p:nvSpPr>
        <p:spPr>
          <a:xfrm>
            <a:off x="9612401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1E4AE5E-C4A9-AE18-EF6E-79E9BBD808B5}"/>
              </a:ext>
            </a:extLst>
          </p:cNvPr>
          <p:cNvSpPr/>
          <p:nvPr/>
        </p:nvSpPr>
        <p:spPr>
          <a:xfrm>
            <a:off x="10396173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B60B397-131F-D787-D588-6468B17452BB}"/>
              </a:ext>
            </a:extLst>
          </p:cNvPr>
          <p:cNvSpPr/>
          <p:nvPr/>
        </p:nvSpPr>
        <p:spPr>
          <a:xfrm>
            <a:off x="11179945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618FB250-5356-E50D-90A8-21F6C6AEA97A}"/>
              </a:ext>
            </a:extLst>
          </p:cNvPr>
          <p:cNvSpPr txBox="1"/>
          <p:nvPr/>
        </p:nvSpPr>
        <p:spPr>
          <a:xfrm>
            <a:off x="4674636" y="3455361"/>
            <a:ext cx="3671399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将原数组数据，拷贝到新数组中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A61FDC-6147-36FA-9B63-5068A5B177AD}"/>
              </a:ext>
            </a:extLst>
          </p:cNvPr>
          <p:cNvSpPr/>
          <p:nvPr/>
        </p:nvSpPr>
        <p:spPr>
          <a:xfrm>
            <a:off x="1786065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9DDB69-E4EA-EC3E-5411-EAE0EC037CCE}"/>
              </a:ext>
            </a:extLst>
          </p:cNvPr>
          <p:cNvSpPr/>
          <p:nvPr/>
        </p:nvSpPr>
        <p:spPr>
          <a:xfrm>
            <a:off x="985007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06CD7E-A272-FCE5-E806-AEA6F193980F}"/>
              </a:ext>
            </a:extLst>
          </p:cNvPr>
          <p:cNvSpPr/>
          <p:nvPr/>
        </p:nvSpPr>
        <p:spPr>
          <a:xfrm>
            <a:off x="4993661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5B5D40-4BF3-83D7-7ECD-0A877A2DCBAA}"/>
              </a:ext>
            </a:extLst>
          </p:cNvPr>
          <p:cNvSpPr/>
          <p:nvPr/>
        </p:nvSpPr>
        <p:spPr>
          <a:xfrm>
            <a:off x="5681737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B9DB2D-E750-17EE-2054-FC0AFE19F945}"/>
              </a:ext>
            </a:extLst>
          </p:cNvPr>
          <p:cNvSpPr/>
          <p:nvPr/>
        </p:nvSpPr>
        <p:spPr>
          <a:xfrm>
            <a:off x="6510406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411EDD-9770-A8EC-3853-A21E0572816B}"/>
              </a:ext>
            </a:extLst>
          </p:cNvPr>
          <p:cNvSpPr/>
          <p:nvPr/>
        </p:nvSpPr>
        <p:spPr>
          <a:xfrm>
            <a:off x="4164992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C091E67-166C-BDDC-F010-34A0C4973072}"/>
              </a:ext>
            </a:extLst>
          </p:cNvPr>
          <p:cNvSpPr/>
          <p:nvPr/>
        </p:nvSpPr>
        <p:spPr>
          <a:xfrm>
            <a:off x="7261085" y="4297876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37FC32D-54F7-75DE-8FE3-57F36BC7C659}"/>
              </a:ext>
            </a:extLst>
          </p:cNvPr>
          <p:cNvSpPr/>
          <p:nvPr/>
        </p:nvSpPr>
        <p:spPr>
          <a:xfrm>
            <a:off x="3387122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9D1801D-93BC-5F31-1427-6CCD31383EBF}"/>
              </a:ext>
            </a:extLst>
          </p:cNvPr>
          <p:cNvSpPr/>
          <p:nvPr/>
        </p:nvSpPr>
        <p:spPr>
          <a:xfrm>
            <a:off x="238841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9822191-81CE-5165-9DAB-FE7AF326D66C}"/>
              </a:ext>
            </a:extLst>
          </p:cNvPr>
          <p:cNvSpPr/>
          <p:nvPr/>
        </p:nvSpPr>
        <p:spPr>
          <a:xfrm>
            <a:off x="2597448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0C5182C3-71BC-7E3C-06BF-C7934ADE863C}"/>
              </a:ext>
            </a:extLst>
          </p:cNvPr>
          <p:cNvSpPr txBox="1"/>
          <p:nvPr/>
        </p:nvSpPr>
        <p:spPr>
          <a:xfrm>
            <a:off x="8265028" y="3455361"/>
            <a:ext cx="3671399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将新元素添加到新数组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3C8689-C4FA-5CCB-5453-7F3DE74062BD}"/>
              </a:ext>
            </a:extLst>
          </p:cNvPr>
          <p:cNvSpPr/>
          <p:nvPr/>
        </p:nvSpPr>
        <p:spPr>
          <a:xfrm>
            <a:off x="8083852" y="4297876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8A5A928-4472-35E3-1E91-CFEBF09A9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6241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9422EE6-BBB5-BB7E-6EE4-1C1C3B4F0F2F}"/>
              </a:ext>
            </a:extLst>
          </p:cNvPr>
          <p:cNvSpPr/>
          <p:nvPr/>
        </p:nvSpPr>
        <p:spPr>
          <a:xfrm>
            <a:off x="710879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ACDE26F-57CF-C250-89DF-7C82DDC8E388}"/>
              </a:ext>
            </a:extLst>
          </p:cNvPr>
          <p:cNvSpPr/>
          <p:nvPr/>
        </p:nvSpPr>
        <p:spPr>
          <a:xfrm>
            <a:off x="1494651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1A77B-17BF-11EF-BDAF-06B8690C8CE6}"/>
              </a:ext>
            </a:extLst>
          </p:cNvPr>
          <p:cNvSpPr/>
          <p:nvPr/>
        </p:nvSpPr>
        <p:spPr>
          <a:xfrm>
            <a:off x="2278423" y="241662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C69EAE-DEBA-EB08-B4DB-34FE9DDDBFFB}"/>
              </a:ext>
            </a:extLst>
          </p:cNvPr>
          <p:cNvSpPr/>
          <p:nvPr/>
        </p:nvSpPr>
        <p:spPr>
          <a:xfrm>
            <a:off x="306219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857121D-F70B-644C-C788-83AF4E148791}"/>
              </a:ext>
            </a:extLst>
          </p:cNvPr>
          <p:cNvSpPr/>
          <p:nvPr/>
        </p:nvSpPr>
        <p:spPr>
          <a:xfrm>
            <a:off x="384596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187DD1-8780-BED5-DC84-EC93A298C298}"/>
              </a:ext>
            </a:extLst>
          </p:cNvPr>
          <p:cNvSpPr/>
          <p:nvPr/>
        </p:nvSpPr>
        <p:spPr>
          <a:xfrm>
            <a:off x="4629739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7236AAA-3D84-93A3-6B74-364CF8C83767}"/>
              </a:ext>
            </a:extLst>
          </p:cNvPr>
          <p:cNvSpPr/>
          <p:nvPr/>
        </p:nvSpPr>
        <p:spPr>
          <a:xfrm>
            <a:off x="5413511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FD736A-8C01-4151-AF5D-197AF0C2711C}"/>
              </a:ext>
            </a:extLst>
          </p:cNvPr>
          <p:cNvSpPr/>
          <p:nvPr/>
        </p:nvSpPr>
        <p:spPr>
          <a:xfrm>
            <a:off x="6197283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536076A-92D0-4651-F07F-B6A9A6F62B92}"/>
              </a:ext>
            </a:extLst>
          </p:cNvPr>
          <p:cNvSpPr/>
          <p:nvPr/>
        </p:nvSpPr>
        <p:spPr>
          <a:xfrm>
            <a:off x="6981055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0344561-0328-7087-1B6C-53D4E87B5062}"/>
              </a:ext>
            </a:extLst>
          </p:cNvPr>
          <p:cNvSpPr/>
          <p:nvPr/>
        </p:nvSpPr>
        <p:spPr>
          <a:xfrm>
            <a:off x="7764827" y="241662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807031E-C9E5-1114-795D-62D702FA05A5}"/>
              </a:ext>
            </a:extLst>
          </p:cNvPr>
          <p:cNvSpPr txBox="1"/>
          <p:nvPr/>
        </p:nvSpPr>
        <p:spPr>
          <a:xfrm>
            <a:off x="710879" y="1783038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当创建 </a:t>
            </a:r>
            <a:r>
              <a:rPr lang="en-US" altLang="zh-CN" sz="1600" dirty="0" err="1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集合容器的时候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底层会存在一个长度为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个大小的空数组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AA17E0-86D6-7ADA-702B-1FB881EAED37}"/>
              </a:ext>
            </a:extLst>
          </p:cNvPr>
          <p:cNvSpPr/>
          <p:nvPr/>
        </p:nvSpPr>
        <p:spPr>
          <a:xfrm>
            <a:off x="2295709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EAB1555-A5B2-4F7D-3CE2-41F583AE540B}"/>
              </a:ext>
            </a:extLst>
          </p:cNvPr>
          <p:cNvSpPr/>
          <p:nvPr/>
        </p:nvSpPr>
        <p:spPr>
          <a:xfrm>
            <a:off x="149465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148EBCB-A9F0-380F-43AD-E4227DBDE3F5}"/>
              </a:ext>
            </a:extLst>
          </p:cNvPr>
          <p:cNvSpPr/>
          <p:nvPr/>
        </p:nvSpPr>
        <p:spPr>
          <a:xfrm>
            <a:off x="550330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46D906-C0EE-17F9-8011-D24B8F659A0B}"/>
              </a:ext>
            </a:extLst>
          </p:cNvPr>
          <p:cNvSpPr/>
          <p:nvPr/>
        </p:nvSpPr>
        <p:spPr>
          <a:xfrm>
            <a:off x="6191381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7DE7574-38FF-F9DA-D2C7-616C3B07A335}"/>
              </a:ext>
            </a:extLst>
          </p:cNvPr>
          <p:cNvSpPr/>
          <p:nvPr/>
        </p:nvSpPr>
        <p:spPr>
          <a:xfrm>
            <a:off x="7020050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FBD4767-8BC6-498E-0452-081AC01BFFB3}"/>
              </a:ext>
            </a:extLst>
          </p:cNvPr>
          <p:cNvSpPr/>
          <p:nvPr/>
        </p:nvSpPr>
        <p:spPr>
          <a:xfrm>
            <a:off x="467463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186A063-D86C-7D77-4CA4-91926F38D546}"/>
              </a:ext>
            </a:extLst>
          </p:cNvPr>
          <p:cNvSpPr/>
          <p:nvPr/>
        </p:nvSpPr>
        <p:spPr>
          <a:xfrm>
            <a:off x="7770729" y="2620283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F4C57F3-593D-2D5F-12F9-116153B26B37}"/>
              </a:ext>
            </a:extLst>
          </p:cNvPr>
          <p:cNvSpPr/>
          <p:nvPr/>
        </p:nvSpPr>
        <p:spPr>
          <a:xfrm>
            <a:off x="3896766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BE185DC-765C-C7D1-451C-31EA0E460ED8}"/>
              </a:ext>
            </a:extLst>
          </p:cNvPr>
          <p:cNvSpPr/>
          <p:nvPr/>
        </p:nvSpPr>
        <p:spPr>
          <a:xfrm>
            <a:off x="748485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725182-AC39-1FFF-940A-4B4187EC0F8A}"/>
              </a:ext>
            </a:extLst>
          </p:cNvPr>
          <p:cNvSpPr/>
          <p:nvPr/>
        </p:nvSpPr>
        <p:spPr>
          <a:xfrm>
            <a:off x="3107092" y="2620283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3259F-3EF6-09E3-0E55-92A3E2AA424E}"/>
              </a:ext>
            </a:extLst>
          </p:cNvPr>
          <p:cNvSpPr txBox="1"/>
          <p:nvPr/>
        </p:nvSpPr>
        <p:spPr>
          <a:xfrm>
            <a:off x="710879" y="3455361"/>
            <a:ext cx="763515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扩容原数组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倍大小的新数组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861E48C-DD75-EAB0-C376-C9576C45BE17}"/>
              </a:ext>
            </a:extLst>
          </p:cNvPr>
          <p:cNvSpPr/>
          <p:nvPr/>
        </p:nvSpPr>
        <p:spPr>
          <a:xfrm>
            <a:off x="207137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E8E98DE-E1DF-D9A3-A4F0-D1215D0A53D1}"/>
              </a:ext>
            </a:extLst>
          </p:cNvPr>
          <p:cNvSpPr/>
          <p:nvPr/>
        </p:nvSpPr>
        <p:spPr>
          <a:xfrm>
            <a:off x="990909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0EACF9-1276-A84D-F259-F96283231C0B}"/>
              </a:ext>
            </a:extLst>
          </p:cNvPr>
          <p:cNvSpPr/>
          <p:nvPr/>
        </p:nvSpPr>
        <p:spPr>
          <a:xfrm>
            <a:off x="1774681" y="4082860"/>
            <a:ext cx="783772" cy="75577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B33BB2-19C1-266B-7C2A-A983EB408BFB}"/>
              </a:ext>
            </a:extLst>
          </p:cNvPr>
          <p:cNvSpPr/>
          <p:nvPr/>
        </p:nvSpPr>
        <p:spPr>
          <a:xfrm>
            <a:off x="255845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46B5C40-6B79-9596-FE65-F8FA10CCF5B5}"/>
              </a:ext>
            </a:extLst>
          </p:cNvPr>
          <p:cNvSpPr/>
          <p:nvPr/>
        </p:nvSpPr>
        <p:spPr>
          <a:xfrm>
            <a:off x="334222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09FA58A-F235-19DD-A0C6-67EBD412A66D}"/>
              </a:ext>
            </a:extLst>
          </p:cNvPr>
          <p:cNvSpPr/>
          <p:nvPr/>
        </p:nvSpPr>
        <p:spPr>
          <a:xfrm>
            <a:off x="4125997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AB73093-6793-87C4-13EF-F0806C43576F}"/>
              </a:ext>
            </a:extLst>
          </p:cNvPr>
          <p:cNvSpPr/>
          <p:nvPr/>
        </p:nvSpPr>
        <p:spPr>
          <a:xfrm>
            <a:off x="4909769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43AAAC2-8A69-2A82-38EB-FC9F68113BFF}"/>
              </a:ext>
            </a:extLst>
          </p:cNvPr>
          <p:cNvSpPr/>
          <p:nvPr/>
        </p:nvSpPr>
        <p:spPr>
          <a:xfrm>
            <a:off x="5693541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AD3373-A170-7E4A-33D3-41C1C98C800E}"/>
              </a:ext>
            </a:extLst>
          </p:cNvPr>
          <p:cNvSpPr/>
          <p:nvPr/>
        </p:nvSpPr>
        <p:spPr>
          <a:xfrm>
            <a:off x="6477313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41AEE80-A6D2-7366-0C53-08439AFB6AC0}"/>
              </a:ext>
            </a:extLst>
          </p:cNvPr>
          <p:cNvSpPr/>
          <p:nvPr/>
        </p:nvSpPr>
        <p:spPr>
          <a:xfrm>
            <a:off x="7261085" y="408286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BB26499-E665-52FC-B4D4-49F752A7435B}"/>
              </a:ext>
            </a:extLst>
          </p:cNvPr>
          <p:cNvSpPr/>
          <p:nvPr/>
        </p:nvSpPr>
        <p:spPr>
          <a:xfrm>
            <a:off x="8044857" y="4071240"/>
            <a:ext cx="783772" cy="75578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69D9BFA-4469-9F22-A516-32FAB04FE88B}"/>
              </a:ext>
            </a:extLst>
          </p:cNvPr>
          <p:cNvSpPr/>
          <p:nvPr/>
        </p:nvSpPr>
        <p:spPr>
          <a:xfrm>
            <a:off x="8828629" y="4071240"/>
            <a:ext cx="783772" cy="75578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80D5C6D-21B8-0467-27E5-242607066F13}"/>
              </a:ext>
            </a:extLst>
          </p:cNvPr>
          <p:cNvSpPr/>
          <p:nvPr/>
        </p:nvSpPr>
        <p:spPr>
          <a:xfrm>
            <a:off x="9612401" y="4071240"/>
            <a:ext cx="783772" cy="75578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1E4AE5E-C4A9-AE18-EF6E-79E9BBD808B5}"/>
              </a:ext>
            </a:extLst>
          </p:cNvPr>
          <p:cNvSpPr/>
          <p:nvPr/>
        </p:nvSpPr>
        <p:spPr>
          <a:xfrm>
            <a:off x="10396173" y="4071240"/>
            <a:ext cx="783772" cy="75578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3B60B397-131F-D787-D588-6468B17452BB}"/>
              </a:ext>
            </a:extLst>
          </p:cNvPr>
          <p:cNvSpPr/>
          <p:nvPr/>
        </p:nvSpPr>
        <p:spPr>
          <a:xfrm>
            <a:off x="11179945" y="4071240"/>
            <a:ext cx="783772" cy="75578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618FB250-5356-E50D-90A8-21F6C6AEA97A}"/>
              </a:ext>
            </a:extLst>
          </p:cNvPr>
          <p:cNvSpPr txBox="1"/>
          <p:nvPr/>
        </p:nvSpPr>
        <p:spPr>
          <a:xfrm>
            <a:off x="4674636" y="3455361"/>
            <a:ext cx="3671399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将原数组数据，拷贝到新数组中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A61FDC-6147-36FA-9B63-5068A5B177AD}"/>
              </a:ext>
            </a:extLst>
          </p:cNvPr>
          <p:cNvSpPr/>
          <p:nvPr/>
        </p:nvSpPr>
        <p:spPr>
          <a:xfrm>
            <a:off x="1786065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9DDB69-E4EA-EC3E-5411-EAE0EC037CCE}"/>
              </a:ext>
            </a:extLst>
          </p:cNvPr>
          <p:cNvSpPr/>
          <p:nvPr/>
        </p:nvSpPr>
        <p:spPr>
          <a:xfrm>
            <a:off x="985007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06CD7E-A272-FCE5-E806-AEA6F193980F}"/>
              </a:ext>
            </a:extLst>
          </p:cNvPr>
          <p:cNvSpPr/>
          <p:nvPr/>
        </p:nvSpPr>
        <p:spPr>
          <a:xfrm>
            <a:off x="4993661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5B5D40-4BF3-83D7-7ECD-0A877A2DCBAA}"/>
              </a:ext>
            </a:extLst>
          </p:cNvPr>
          <p:cNvSpPr/>
          <p:nvPr/>
        </p:nvSpPr>
        <p:spPr>
          <a:xfrm>
            <a:off x="5681737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8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B9DB2D-E750-17EE-2054-FC0AFE19F945}"/>
              </a:ext>
            </a:extLst>
          </p:cNvPr>
          <p:cNvSpPr/>
          <p:nvPr/>
        </p:nvSpPr>
        <p:spPr>
          <a:xfrm>
            <a:off x="6510406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411EDD-9770-A8EC-3853-A21E0572816B}"/>
              </a:ext>
            </a:extLst>
          </p:cNvPr>
          <p:cNvSpPr/>
          <p:nvPr/>
        </p:nvSpPr>
        <p:spPr>
          <a:xfrm>
            <a:off x="4164992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C091E67-166C-BDDC-F010-34A0C4973072}"/>
              </a:ext>
            </a:extLst>
          </p:cNvPr>
          <p:cNvSpPr/>
          <p:nvPr/>
        </p:nvSpPr>
        <p:spPr>
          <a:xfrm>
            <a:off x="7261085" y="4297876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37FC32D-54F7-75DE-8FE3-57F36BC7C659}"/>
              </a:ext>
            </a:extLst>
          </p:cNvPr>
          <p:cNvSpPr/>
          <p:nvPr/>
        </p:nvSpPr>
        <p:spPr>
          <a:xfrm>
            <a:off x="3387122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5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9D1801D-93BC-5F31-1427-6CCD31383EBF}"/>
              </a:ext>
            </a:extLst>
          </p:cNvPr>
          <p:cNvSpPr/>
          <p:nvPr/>
        </p:nvSpPr>
        <p:spPr>
          <a:xfrm>
            <a:off x="238841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9822191-81CE-5165-9DAB-FE7AF326D66C}"/>
              </a:ext>
            </a:extLst>
          </p:cNvPr>
          <p:cNvSpPr/>
          <p:nvPr/>
        </p:nvSpPr>
        <p:spPr>
          <a:xfrm>
            <a:off x="2597448" y="4297876"/>
            <a:ext cx="7837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4</a:t>
            </a: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0C5182C3-71BC-7E3C-06BF-C7934ADE863C}"/>
              </a:ext>
            </a:extLst>
          </p:cNvPr>
          <p:cNvSpPr txBox="1"/>
          <p:nvPr/>
        </p:nvSpPr>
        <p:spPr>
          <a:xfrm>
            <a:off x="8265028" y="3455361"/>
            <a:ext cx="3671399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将新元素添加到新数组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3C8689-C4FA-5CCB-5453-7F3DE74062BD}"/>
              </a:ext>
            </a:extLst>
          </p:cNvPr>
          <p:cNvSpPr/>
          <p:nvPr/>
        </p:nvSpPr>
        <p:spPr>
          <a:xfrm>
            <a:off x="8083852" y="4297876"/>
            <a:ext cx="9427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元素</a:t>
            </a:r>
            <a:r>
              <a:rPr lang="en-US" altLang="zh-CN" sz="16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11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1A5C8A5D-DB4A-8C06-D655-BB0A096E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长度可变原理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1811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>
            <a:extLst>
              <a:ext uri="{FF2B5EF4-FFF2-40B4-BE49-F238E27FC236}">
                <a16:creationId xmlns:a16="http://schemas.microsoft.com/office/drawing/2014/main" id="{B4943BC0-6AFA-4D34-9779-AB08DD7F75B2}"/>
              </a:ext>
            </a:extLst>
          </p:cNvPr>
          <p:cNvSpPr txBox="1">
            <a:spLocks/>
          </p:cNvSpPr>
          <p:nvPr/>
        </p:nvSpPr>
        <p:spPr>
          <a:xfrm>
            <a:off x="710879" y="1058216"/>
            <a:ext cx="3918860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000" b="0" i="0" kern="120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>
              <a:defRPr/>
            </a:pPr>
            <a:endParaRPr lang="en-US" altLang="zh-CN" sz="2400" b="1" dirty="0">
              <a:solidFill>
                <a:srgbClr val="C00000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29FA67-BB85-2D8A-2E94-8D4DA35E8D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存储的元素个数固定不变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存储的元素个数经常发生改变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6F17EF9-75F7-A00A-3FC3-89321C19E5D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36569" y="2455237"/>
            <a:ext cx="3312822" cy="474662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集合和数组的使用选择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130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520F1A-77B2-0C7D-E557-AC00D33E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60B0315-BD43-28B8-32A5-3B981E6F8E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3732" y="2042336"/>
            <a:ext cx="3522088" cy="1956553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集合介绍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创建集合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集合常用成员方法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集合练习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</p:spTree>
    <p:extLst>
      <p:ext uri="{BB962C8B-B14F-4D97-AF65-F5344CB8AC3E}">
        <p14:creationId xmlns:p14="http://schemas.microsoft.com/office/powerpoint/2010/main" val="174074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00923-9B5D-BD48-B06F-A85041CB8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D087F0-89C8-DCDA-6F19-26152DB56A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创建集合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E734BB86-B6BD-B83F-9A0D-0EE6232325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2532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86BB920-EB89-461F-B2CF-996D6A33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创建集合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0E45DB5B-E409-3A7C-D688-A3A536B2F8DD}"/>
              </a:ext>
            </a:extLst>
          </p:cNvPr>
          <p:cNvSpPr txBox="1"/>
          <p:nvPr/>
        </p:nvSpPr>
        <p:spPr>
          <a:xfrm>
            <a:off x="576626" y="1094019"/>
            <a:ext cx="436886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1: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A37BE113-A9FE-F734-DA55-0D0521A565A3}"/>
              </a:ext>
            </a:extLst>
          </p:cNvPr>
          <p:cNvSpPr txBox="1"/>
          <p:nvPr/>
        </p:nvSpPr>
        <p:spPr>
          <a:xfrm>
            <a:off x="5515675" y="1094019"/>
            <a:ext cx="4368861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方案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2: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5ECDEB-CCCC-6216-651D-B97061AD01B3}"/>
              </a:ext>
            </a:extLst>
          </p:cNvPr>
          <p:cNvSpPr/>
          <p:nvPr/>
        </p:nvSpPr>
        <p:spPr>
          <a:xfrm>
            <a:off x="576633" y="1814940"/>
            <a:ext cx="4735902" cy="2109360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ArrayList list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new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ArrayList();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list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.add(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list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.add(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12.3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list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.add(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'a'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list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.add(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"abc"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list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.add(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false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24D2F399-AEE6-9CF4-546B-9B344F0C6485}"/>
              </a:ext>
            </a:extLst>
          </p:cNvPr>
          <p:cNvSpPr/>
          <p:nvPr/>
        </p:nvSpPr>
        <p:spPr>
          <a:xfrm>
            <a:off x="576626" y="1814937"/>
            <a:ext cx="4735908" cy="270174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4DB160C-639D-73D9-9F37-8E80EF4F580D}"/>
              </a:ext>
            </a:extLst>
          </p:cNvPr>
          <p:cNvSpPr>
            <a:spLocks/>
          </p:cNvSpPr>
          <p:nvPr/>
        </p:nvSpPr>
        <p:spPr>
          <a:xfrm>
            <a:off x="647309" y="188507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06A4E88-E6D0-373C-1B29-BB23600D73C8}"/>
              </a:ext>
            </a:extLst>
          </p:cNvPr>
          <p:cNvSpPr>
            <a:spLocks/>
          </p:cNvSpPr>
          <p:nvPr/>
        </p:nvSpPr>
        <p:spPr>
          <a:xfrm>
            <a:off x="990058" y="188786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B7B8851-1462-9416-A085-C656013A19B2}"/>
              </a:ext>
            </a:extLst>
          </p:cNvPr>
          <p:cNvSpPr/>
          <p:nvPr/>
        </p:nvSpPr>
        <p:spPr>
          <a:xfrm>
            <a:off x="818683" y="188507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2">
            <a:extLst>
              <a:ext uri="{FF2B5EF4-FFF2-40B4-BE49-F238E27FC236}">
                <a16:creationId xmlns:a16="http://schemas.microsoft.com/office/drawing/2014/main" id="{44D225F0-89D3-0C5B-A92C-63C7BB4F8672}"/>
              </a:ext>
            </a:extLst>
          </p:cNvPr>
          <p:cNvGrpSpPr/>
          <p:nvPr/>
        </p:nvGrpSpPr>
        <p:grpSpPr>
          <a:xfrm>
            <a:off x="5558493" y="1804371"/>
            <a:ext cx="4684056" cy="2109367"/>
            <a:chOff x="2297711" y="3660317"/>
            <a:chExt cx="5671377" cy="2109492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FECE4DD-36BA-3032-3798-82505A083C1B}"/>
                </a:ext>
              </a:extLst>
            </p:cNvPr>
            <p:cNvSpPr/>
            <p:nvPr/>
          </p:nvSpPr>
          <p:spPr>
            <a:xfrm>
              <a:off x="2297718" y="3660325"/>
              <a:ext cx="5671370" cy="2109484"/>
            </a:xfrm>
            <a:prstGeom prst="roundRect">
              <a:avLst>
                <a:gd name="adj" fmla="val 72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ArrayList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&lt;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String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&gt;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list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=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new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ArrayList&lt;&gt;();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list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.add(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1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list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.add(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1750EB"/>
                  </a:solidFill>
                  <a:effectLst/>
                  <a:latin typeface="Consolas" panose="020B0609020204030204" pitchFamily="49" charset="0"/>
                  <a:ea typeface="JetBrains Mono"/>
                </a:rPr>
                <a:t>12.3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list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.add(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'a'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list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.add(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67D17"/>
                  </a:solidFill>
                  <a:effectLst/>
                  <a:latin typeface="Consolas" panose="020B0609020204030204" pitchFamily="49" charset="0"/>
                  <a:ea typeface="JetBrains Mono"/>
                </a:rPr>
                <a:t>"abc"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JetBrains Mono"/>
                </a:rPr>
                <a:t>list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.add(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33B3"/>
                  </a:solidFill>
                  <a:effectLst/>
                  <a:latin typeface="Consolas" panose="020B0609020204030204" pitchFamily="49" charset="0"/>
                  <a:ea typeface="JetBrains Mono"/>
                </a:rPr>
                <a:t>false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80808"/>
                  </a:solidFill>
                  <a:effectLst/>
                  <a:latin typeface="Consolas" panose="020B0609020204030204" pitchFamily="49" charset="0"/>
                  <a:ea typeface="JetBrains Mono"/>
                </a:rPr>
                <a:t>);</a:t>
              </a:r>
              <a:endPara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7" name="矩形: 圆顶角 16">
              <a:extLst>
                <a:ext uri="{FF2B5EF4-FFF2-40B4-BE49-F238E27FC236}">
                  <a16:creationId xmlns:a16="http://schemas.microsoft.com/office/drawing/2014/main" id="{F77932ED-49FA-44C4-3EAE-CE881D5173B0}"/>
                </a:ext>
              </a:extLst>
            </p:cNvPr>
            <p:cNvSpPr/>
            <p:nvPr/>
          </p:nvSpPr>
          <p:spPr>
            <a:xfrm>
              <a:off x="2297711" y="3660317"/>
              <a:ext cx="567137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E8BB4CA-D10F-078A-8FD7-F893CE6C0957}"/>
                </a:ext>
              </a:extLst>
            </p:cNvPr>
            <p:cNvSpPr>
              <a:spLocks/>
            </p:cNvSpPr>
            <p:nvPr/>
          </p:nvSpPr>
          <p:spPr>
            <a:xfrm>
              <a:off x="2383295" y="3730456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E3A26D0-2F9F-54D5-36E4-DDE4E7DDB6B5}"/>
                </a:ext>
              </a:extLst>
            </p:cNvPr>
            <p:cNvSpPr>
              <a:spLocks/>
            </p:cNvSpPr>
            <p:nvPr/>
          </p:nvSpPr>
          <p:spPr>
            <a:xfrm>
              <a:off x="2798292" y="3733258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A26FC07-E0C2-95B2-8258-DEAFD7F2B0EA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id="{202FE88E-2F8A-9366-B2FF-E08FE192E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A98467E-61E0-D905-DFF9-5AAFCA46C766}"/>
              </a:ext>
            </a:extLst>
          </p:cNvPr>
          <p:cNvSpPr/>
          <p:nvPr/>
        </p:nvSpPr>
        <p:spPr>
          <a:xfrm>
            <a:off x="5589194" y="2498476"/>
            <a:ext cx="1440256" cy="1355973"/>
          </a:xfrm>
          <a:custGeom>
            <a:avLst/>
            <a:gdLst>
              <a:gd name="connsiteX0" fmla="*/ 0 w 1440256"/>
              <a:gd name="connsiteY0" fmla="*/ 226000 h 1355973"/>
              <a:gd name="connsiteX1" fmla="*/ 226000 w 1440256"/>
              <a:gd name="connsiteY1" fmla="*/ 0 h 1355973"/>
              <a:gd name="connsiteX2" fmla="*/ 739893 w 1440256"/>
              <a:gd name="connsiteY2" fmla="*/ 0 h 1355973"/>
              <a:gd name="connsiteX3" fmla="*/ 1214256 w 1440256"/>
              <a:gd name="connsiteY3" fmla="*/ 0 h 1355973"/>
              <a:gd name="connsiteX4" fmla="*/ 1440256 w 1440256"/>
              <a:gd name="connsiteY4" fmla="*/ 226000 h 1355973"/>
              <a:gd name="connsiteX5" fmla="*/ 1440256 w 1440256"/>
              <a:gd name="connsiteY5" fmla="*/ 659907 h 1355973"/>
              <a:gd name="connsiteX6" fmla="*/ 1440256 w 1440256"/>
              <a:gd name="connsiteY6" fmla="*/ 1129973 h 1355973"/>
              <a:gd name="connsiteX7" fmla="*/ 1214256 w 1440256"/>
              <a:gd name="connsiteY7" fmla="*/ 1355973 h 1355973"/>
              <a:gd name="connsiteX8" fmla="*/ 739893 w 1440256"/>
              <a:gd name="connsiteY8" fmla="*/ 1355973 h 1355973"/>
              <a:gd name="connsiteX9" fmla="*/ 226000 w 1440256"/>
              <a:gd name="connsiteY9" fmla="*/ 1355973 h 1355973"/>
              <a:gd name="connsiteX10" fmla="*/ 0 w 1440256"/>
              <a:gd name="connsiteY10" fmla="*/ 1129973 h 1355973"/>
              <a:gd name="connsiteX11" fmla="*/ 0 w 1440256"/>
              <a:gd name="connsiteY11" fmla="*/ 705106 h 1355973"/>
              <a:gd name="connsiteX12" fmla="*/ 0 w 1440256"/>
              <a:gd name="connsiteY12" fmla="*/ 226000 h 1355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0256" h="1355973" extrusionOk="0">
                <a:moveTo>
                  <a:pt x="0" y="226000"/>
                </a:moveTo>
                <a:cubicBezTo>
                  <a:pt x="-20801" y="88353"/>
                  <a:pt x="91261" y="3724"/>
                  <a:pt x="226000" y="0"/>
                </a:cubicBezTo>
                <a:cubicBezTo>
                  <a:pt x="416755" y="-32064"/>
                  <a:pt x="618399" y="30816"/>
                  <a:pt x="739893" y="0"/>
                </a:cubicBezTo>
                <a:cubicBezTo>
                  <a:pt x="861387" y="-30816"/>
                  <a:pt x="992521" y="48016"/>
                  <a:pt x="1214256" y="0"/>
                </a:cubicBezTo>
                <a:cubicBezTo>
                  <a:pt x="1333010" y="-3317"/>
                  <a:pt x="1457634" y="109487"/>
                  <a:pt x="1440256" y="226000"/>
                </a:cubicBezTo>
                <a:cubicBezTo>
                  <a:pt x="1449428" y="355054"/>
                  <a:pt x="1404231" y="535299"/>
                  <a:pt x="1440256" y="659907"/>
                </a:cubicBezTo>
                <a:cubicBezTo>
                  <a:pt x="1476281" y="784515"/>
                  <a:pt x="1418308" y="907319"/>
                  <a:pt x="1440256" y="1129973"/>
                </a:cubicBezTo>
                <a:cubicBezTo>
                  <a:pt x="1439788" y="1250329"/>
                  <a:pt x="1325386" y="1374993"/>
                  <a:pt x="1214256" y="1355973"/>
                </a:cubicBezTo>
                <a:cubicBezTo>
                  <a:pt x="1084065" y="1373561"/>
                  <a:pt x="962567" y="1350905"/>
                  <a:pt x="739893" y="1355973"/>
                </a:cubicBezTo>
                <a:cubicBezTo>
                  <a:pt x="517219" y="1361041"/>
                  <a:pt x="455501" y="1336808"/>
                  <a:pt x="226000" y="1355973"/>
                </a:cubicBezTo>
                <a:cubicBezTo>
                  <a:pt x="110637" y="1370044"/>
                  <a:pt x="417" y="1259107"/>
                  <a:pt x="0" y="1129973"/>
                </a:cubicBezTo>
                <a:cubicBezTo>
                  <a:pt x="-37079" y="973677"/>
                  <a:pt x="31176" y="890907"/>
                  <a:pt x="0" y="705106"/>
                </a:cubicBezTo>
                <a:cubicBezTo>
                  <a:pt x="-31176" y="519305"/>
                  <a:pt x="27533" y="421600"/>
                  <a:pt x="0" y="22600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3F5611-FEE0-8D01-E8DF-41E80AAA841D}"/>
              </a:ext>
            </a:extLst>
          </p:cNvPr>
          <p:cNvSpPr/>
          <p:nvPr/>
        </p:nvSpPr>
        <p:spPr>
          <a:xfrm>
            <a:off x="5515675" y="3289300"/>
            <a:ext cx="1570925" cy="270174"/>
          </a:xfrm>
          <a:prstGeom prst="rect">
            <a:avLst/>
          </a:prstGeom>
          <a:solidFill>
            <a:srgbClr val="00B050">
              <a:alpha val="50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D786933-C9BF-5B30-FAAD-DDDB569ED87E}"/>
              </a:ext>
            </a:extLst>
          </p:cNvPr>
          <p:cNvSpPr/>
          <p:nvPr/>
        </p:nvSpPr>
        <p:spPr>
          <a:xfrm>
            <a:off x="1449132" y="4477335"/>
            <a:ext cx="1074286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40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建议使用方案</a:t>
            </a:r>
            <a:r>
              <a:rPr lang="en-US" altLang="zh-CN" sz="40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2</a:t>
            </a:r>
            <a:r>
              <a:rPr lang="zh-CN" altLang="en-US" sz="40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，创建集合的时候加入泛型</a:t>
            </a:r>
            <a:endParaRPr lang="en-US" altLang="zh-CN" sz="4000" b="1" dirty="0">
              <a:ln w="22225">
                <a:solidFill>
                  <a:srgbClr val="C00000"/>
                </a:solidFill>
                <a:prstDash val="solid"/>
              </a:ln>
              <a:solidFill>
                <a:schemeClr val="bg1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  <a:p>
            <a:pPr algn="ctr"/>
            <a:r>
              <a:rPr lang="zh-CN" altLang="en-US" sz="40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</a:rPr>
              <a:t>可以使数据严谨和规范</a:t>
            </a:r>
            <a:endParaRPr lang="zh-CN" altLang="en-US" sz="4000" b="1" cap="none" spc="0" dirty="0">
              <a:ln w="22225">
                <a:solidFill>
                  <a:srgbClr val="C00000"/>
                </a:solidFill>
                <a:prstDash val="solid"/>
              </a:ln>
              <a:solidFill>
                <a:schemeClr val="bg1"/>
              </a:solidFill>
              <a:effectLst/>
              <a:latin typeface="杨任东竹石体-Bold" panose="02000000000000000000" pitchFamily="2" charset="-122"/>
              <a:ea typeface="杨任东竹石体-Bold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7794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4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 animBg="1"/>
      <p:bldP spid="12" grpId="0" animBg="1"/>
      <p:bldP spid="13" grpId="0" animBg="1"/>
      <p:bldP spid="14" grpId="0" animBg="1"/>
      <p:bldP spid="23" grpId="0" animBg="1"/>
      <p:bldP spid="27" grpId="0" animBg="1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652F4-3FE0-96CC-F55C-C60E86A8A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79E347-EC93-9B5D-E547-448F034D8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集合在创建的时候如果不加泛型 </a:t>
            </a:r>
            <a:r>
              <a:rPr lang="en-US" altLang="zh-CN" dirty="0"/>
              <a:t>&lt;&gt; </a:t>
            </a:r>
            <a:r>
              <a:rPr lang="zh-CN" altLang="en-US" dirty="0"/>
              <a:t>添加数据的时候可以是任意类型</a:t>
            </a:r>
            <a:endParaRPr lang="en-US" altLang="zh-CN" dirty="0"/>
          </a:p>
          <a:p>
            <a:r>
              <a:rPr lang="zh-CN" altLang="en-US" dirty="0"/>
              <a:t>建议创建的时候加入泛型，保证数据的严谨和规范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JDK7</a:t>
            </a:r>
            <a:r>
              <a:rPr lang="zh-CN" altLang="en-US" dirty="0"/>
              <a:t>版本开始，右侧 </a:t>
            </a:r>
            <a:r>
              <a:rPr lang="en-US" altLang="zh-CN" dirty="0"/>
              <a:t>&lt;&gt; </a:t>
            </a:r>
            <a:r>
              <a:rPr lang="zh-CN" altLang="en-US" dirty="0"/>
              <a:t>中可以省略类型</a:t>
            </a:r>
          </a:p>
        </p:txBody>
      </p:sp>
    </p:spTree>
    <p:extLst>
      <p:ext uri="{BB962C8B-B14F-4D97-AF65-F5344CB8AC3E}">
        <p14:creationId xmlns:p14="http://schemas.microsoft.com/office/powerpoint/2010/main" val="280044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C6668D4-1F71-1DAB-64E7-8590760F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2793CBF-4BB3-9669-6377-F0C466AC8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3732" y="2042336"/>
            <a:ext cx="3522088" cy="1956553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集合介绍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创建集合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集合常用成员方法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集合练习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</p:spTree>
    <p:extLst>
      <p:ext uri="{BB962C8B-B14F-4D97-AF65-F5344CB8AC3E}">
        <p14:creationId xmlns:p14="http://schemas.microsoft.com/office/powerpoint/2010/main" val="224475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5EFE-0521-8556-DABB-750C60FE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E532C6-B39D-2ACD-CDBC-CC691D76A5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集合常用成员方法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E9F71D8-4C1C-7140-70ED-81AF88FAA6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9133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7F55146-9E70-DF57-9C6C-CF922D8E9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879946"/>
              </p:ext>
            </p:extLst>
          </p:nvPr>
        </p:nvGraphicFramePr>
        <p:xfrm>
          <a:off x="576626" y="1406674"/>
          <a:ext cx="8174421" cy="3669516"/>
        </p:xfrm>
        <a:graphic>
          <a:graphicData uri="http://schemas.openxmlformats.org/drawingml/2006/table">
            <a:tbl>
              <a:tblPr/>
              <a:tblGrid>
                <a:gridCol w="3990564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418385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382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 pitchFamily="18" charset="-122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4696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add(E e)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将指定的元素添加到此集合的末尾</a:t>
                      </a:r>
                      <a:endParaRPr lang="en-US" altLang="zh-CN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943409"/>
                  </a:ext>
                </a:extLst>
              </a:tr>
              <a:tr h="4696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void add(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index,E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element)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在此集合中的指定位置插入指定的元素</a:t>
                      </a:r>
                      <a:endParaRPr lang="en-US" altLang="zh-CN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79" marB="6097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81356"/>
                  </a:ext>
                </a:extLst>
              </a:tr>
              <a:tr h="469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E get(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index)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返回指定索引处的元素</a:t>
                      </a:r>
                      <a:endParaRPr lang="en-US" altLang="zh-CN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644187"/>
                  </a:ext>
                </a:extLst>
              </a:tr>
              <a:tr h="469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size()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返回集合中的元素的个数</a:t>
                      </a:r>
                      <a:endParaRPr lang="en-US" altLang="zh-CN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361974"/>
                  </a:ext>
                </a:extLst>
              </a:tr>
              <a:tr h="469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E remove(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index)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删除指定索引处的元素，返回被删除的元素</a:t>
                      </a: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7071"/>
                  </a:ext>
                </a:extLst>
              </a:tr>
              <a:tr h="469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boolean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remove(Object o)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删除指定的元素，返回删除是否成功</a:t>
                      </a: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696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public E set(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int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</a:t>
                      </a:r>
                      <a:r>
                        <a:rPr lang="en-US" altLang="zh-CN" sz="1400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index,E</a:t>
                      </a:r>
                      <a:r>
                        <a:rPr lang="en-US" altLang="zh-CN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 element)</a:t>
                      </a:r>
                      <a:endParaRPr lang="zh-CN" altLang="en-US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修改指定索引处的元素，返回被修改的元素</a:t>
                      </a:r>
                      <a:endParaRPr lang="en-US" altLang="zh-CN" sz="1400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Consolas" panose="020B06090202040302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1891" marR="121891" marT="60980" marB="609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165722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F098A4DB-9C0A-D119-99FB-D5FA4F5A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 b="1" dirty="0" err="1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集合常用成员方法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116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97432F-60FF-AD0D-8E0A-82118922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A8AF931-1DEE-3BED-B433-8D82BA3979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3732" y="2042336"/>
            <a:ext cx="3522088" cy="1956553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集合介绍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创建集合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集合常用成员方法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集合练习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</p:spTree>
    <p:extLst>
      <p:ext uri="{BB962C8B-B14F-4D97-AF65-F5344CB8AC3E}">
        <p14:creationId xmlns:p14="http://schemas.microsoft.com/office/powerpoint/2010/main" val="76697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40999-6129-E617-298E-711FC6BD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6E5EE0-5B11-DB02-D253-7D6ADEB66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集合练习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4BCFE40-68D1-8C44-2865-310C75A2DD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7737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A8765-278B-2355-1F81-4C1BE9C2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集合存储字符串并遍历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D3A260-22F7-4F1A-A230-A87439DC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需求：创建一个存储字符串的集合，内部存储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个字符串元素，使用程序实现在控制台遍历该集合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17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8AFC2-FD1C-AD11-069B-62F8C344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集合存储学生对象并遍历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D3A260-22F7-4F1A-A230-A87439DC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需求：创建一个存储学生对象的集合，存储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个学生对象，使用程序实现在控制台遍历该集合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598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DA96F-653B-8CB8-F677-79281F25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集合存储学生对象并遍历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D3A260-22F7-4F1A-A230-A87439DC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需求：创建一个存储学生对象的集合，存储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个学生对象，使用程序实现在控制台遍历该集合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          </a:t>
            </a:r>
            <a:r>
              <a:rPr lang="zh-CN" altLang="en-US" sz="1600" dirty="0">
                <a:solidFill>
                  <a:srgbClr val="AD2B26"/>
                </a:solidFill>
              </a:rPr>
              <a:t>学生的姓名和年龄来自于键盘录入</a:t>
            </a:r>
            <a:endParaRPr lang="en-US" altLang="zh-CN" sz="1600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305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5CC6-6BE2-8992-B825-A80A60AC6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EF7785D6-B45F-FB8E-19B7-04C69245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E6A13B7-D547-7F8F-DFA8-1BDFEEBBA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B32CB0-E8D4-8F0B-A306-C8F7C62A6440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04D95958-FF26-7D0E-6ED5-ECB84064F5CF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FC7CA73-7792-64FD-B412-6C67F77FFA9D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6366E6D-2A38-18BB-93BC-572697AA7C8F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8A59444-46BE-1821-A466-6A85E8DF0272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9290292-7CBD-697A-F3AB-CB73A08C1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001B90E5-99B5-DD4D-CE09-9CE5B61683C0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79EFBB4-472E-5955-8911-D016B4DABEA4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C988A6E7-0D42-7472-4877-794AA21E6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7AA48E69-ADA3-FE65-62C5-EC01A8880EA0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E2EEDCA-7986-F844-3618-1223EBA53259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7B9E61F0-69F7-67E2-D102-1C5116C7AB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A5EE52C-C6D1-1102-1450-E6E3BB5110CE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000C650-C7B4-94F7-A940-EF5AF4C96B87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BD86E97-1791-9BC1-70CE-2D5C5490C7A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07ED5817-A224-F689-02AF-F8ADDB357A46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84B7DD7-BF3C-3A5F-7CBF-D8E8A5D628F1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2944F49-5D94-2FBF-98EF-A70481A63243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4732E977-289C-8EA5-F937-6428DF11C7B7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8A3C3AC1-EDFE-8F43-0490-EAE20E4A6546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152D302-767D-4721-9D0A-597C752FD798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A050A018-DAE4-1138-20FA-BE6A6A7597DB}"/>
              </a:ext>
            </a:extLst>
          </p:cNvPr>
          <p:cNvSpPr txBox="1"/>
          <p:nvPr/>
        </p:nvSpPr>
        <p:spPr>
          <a:xfrm>
            <a:off x="5424115" y="4711979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D082CE8C-0611-84A9-59C8-3818AEB3B104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AA8DEF1-5648-6C7F-46B1-BF04698CF125}"/>
              </a:ext>
            </a:extLst>
          </p:cNvPr>
          <p:cNvSpPr/>
          <p:nvPr/>
        </p:nvSpPr>
        <p:spPr>
          <a:xfrm>
            <a:off x="229196" y="3066198"/>
            <a:ext cx="5006494" cy="17283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0036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/>
      <p:bldP spid="35" grpId="0"/>
      <p:bldP spid="36" grpId="0"/>
      <p:bldP spid="37" grpId="0" animBg="1"/>
      <p:bldP spid="38" grpId="0" animBg="1"/>
      <p:bldP spid="39" grpId="0"/>
      <p:bldP spid="4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0C8B7-5D65-0E41-BB36-34792876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5B9ED40F-2B41-E900-5D3A-4E31C5A8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2D7BF05-D56F-1845-9B35-8C2EAF68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9432C43-2DA2-746B-8BBC-6A879DC9B9E8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A7EA3763-4341-C747-5FF6-ED3379B58C7B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CB70F30-A89B-05C1-C55F-71BBC9812F46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C49A5DD-FBA5-E048-F480-E386EA45BAD8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2738544-ED1F-3F7D-BFCE-DBFA032139E8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AD08EDD-0EFF-49F1-0032-00212C7BB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E069E2C7-6C8B-DF1D-6E91-59A9D8A8A658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7AAE10A-29B5-B76F-CF15-53C99183625B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BC8F53F5-C1E8-67A3-3FDC-0AF62A38E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9C8DF871-5BF4-F8E4-A5E3-09BD7275DD33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AF44B2B-AC5B-28F5-05BE-5F90C3C3B540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8C518EB2-6DAB-D910-AE85-816BF776B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1935042-A2C8-FDA4-EA1E-7C098DBAB3D8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76DB9BD-41DF-4F1A-70B3-F7181CA238D3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AF64969-2BE1-61D7-A541-C22612E52F85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17A9185A-19A9-75B1-1BCF-09DDB2E292F2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949F90-89A0-76F2-61DE-AA280A4D60A6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1623669-DCF0-64ED-EE40-4EF243EA64F0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6EE75AEC-A34E-5785-531A-D3E38266F6B4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DE816595-4905-001A-AE40-84EEDF90AB4C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9BA85047-F1C2-AAB6-6D41-96F3E8E1EEF9}"/>
              </a:ext>
            </a:extLst>
          </p:cNvPr>
          <p:cNvSpPr txBox="1"/>
          <p:nvPr/>
        </p:nvSpPr>
        <p:spPr>
          <a:xfrm>
            <a:off x="5424115" y="4711979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9D5428B2-FC3D-62B4-6571-8623D3945FC8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604F70F-3948-34F7-C8EF-80893450F3E9}"/>
              </a:ext>
            </a:extLst>
          </p:cNvPr>
          <p:cNvSpPr/>
          <p:nvPr/>
        </p:nvSpPr>
        <p:spPr>
          <a:xfrm>
            <a:off x="231177" y="3256161"/>
            <a:ext cx="5006494" cy="17283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EE5A16B-B961-91C2-9B58-96B5A76A0653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59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9821-EA8A-2505-9766-3D21D19A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E9EB92A3-5EA7-C901-7F57-7202F2EF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33966D8-7E38-B777-70FE-892105034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CE73989-55D4-BFA5-4E63-93CBB98E06AA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4E148FB2-350C-AFC3-9188-F52D0B20D578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6DF7FF5-5513-B7DA-6A00-6DBAD18A748C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5F64448-FA1A-F764-2464-735D790642D5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F8AB238-CF33-C1C4-2978-22DB0D253084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0A08594-6D6A-2EFD-4B6D-A023E9A3C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FCBCC31A-FDD1-8319-F4A5-7E59ACE3456A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72EBC27-E76B-E0DB-120A-D27F6328E05B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FC9622C5-A9A6-FEEE-D00A-FCDBEAFE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2F6AEEC-DA4A-99E3-F262-8601CAC38B22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B87CD50-2C4B-77F9-C6E0-45544C43F692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7778AFC1-0E12-9BD1-53AA-9720D42F2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D081DDB-6677-B366-E007-72222DC13089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B4648FA-B9B3-CC91-3355-5300AB15A319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3F60679-E8D9-6D4E-0FE8-FF81A393D737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CE8F4E53-FF47-5B62-3F6E-AA4BF9BCB895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222BFA0-1D44-2161-ED8B-D4ACB3CFB3EA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1A522CE-6231-84FC-2EC3-B92506BAA796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101FAACD-560C-E30F-8315-6324E3A8BAB7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0B3939D5-1AB0-1340-BE30-A97CABCF7B20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D6C2DFE3-A012-3745-4A89-21BC0EE4D9B4}"/>
              </a:ext>
            </a:extLst>
          </p:cNvPr>
          <p:cNvSpPr txBox="1"/>
          <p:nvPr/>
        </p:nvSpPr>
        <p:spPr>
          <a:xfrm>
            <a:off x="5424115" y="4711979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CC6F99D3-44BB-8752-420F-A81AE534C5EE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2956764-52EE-D239-3206-4749174B0AB0}"/>
              </a:ext>
            </a:extLst>
          </p:cNvPr>
          <p:cNvSpPr/>
          <p:nvPr/>
        </p:nvSpPr>
        <p:spPr>
          <a:xfrm>
            <a:off x="250667" y="3429000"/>
            <a:ext cx="5006494" cy="17283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F5FB407-EA0D-A355-B12D-DD9654B374CA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360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3893-A3D9-5482-45BC-51AFA415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8AC354A-6D7E-464B-07F7-1A49F629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AAEB7ED-B03C-8684-CF69-41742F291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41DE047-6609-C1FC-8DD0-BC0ED49B3DE5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9118E9A9-AB65-0D34-091E-715900143604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F18319-2EAE-330A-BA8D-4774CE93E904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89C4312-C885-1188-3084-4BC4DB97D6B6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53F0537-9F19-88EA-5E06-39D045C16975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3848DE6-1413-2FD7-8F29-5BCACF6B1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357BDF3D-228D-E71E-DC21-8B3C4FC72EE2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BF7AEFE-DE52-9EBD-0470-10BD67744DB1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7533675E-DF8D-FC50-F260-08F0BB75F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EAB80E82-1EF3-E041-306E-BAADAB78A199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EA3A461-5815-D84D-7555-9003526F680A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5F04E061-EC95-D2AB-E17A-CA365ADDD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68E2F50-FB74-3992-6692-DEA6C5F55ACB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5F22351-84D0-0599-3728-E57FD76B804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E14E08F-871E-D3CC-57B1-8DCEB1AD03AD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BF298115-C445-9104-C99A-4FC55E358F83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50EBEED-36CC-1925-CA6B-B8611AFE64E4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872D422-626C-7A10-020D-CAA426270AF1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F8FB3FB8-A8AF-E871-EFDB-3081E0AC8B18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A7054F2C-E922-B257-BC1D-35C38E465F07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0D8AF2A5-F7D5-288F-97DB-B206BABAB095}"/>
              </a:ext>
            </a:extLst>
          </p:cNvPr>
          <p:cNvSpPr txBox="1"/>
          <p:nvPr/>
        </p:nvSpPr>
        <p:spPr>
          <a:xfrm>
            <a:off x="5424115" y="4711979"/>
            <a:ext cx="3087363" cy="70788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7C81B71D-8E12-0FB9-C4F2-087A27E11ADE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E521271-6CC6-2A5B-E9CF-02E40275F3B0}"/>
              </a:ext>
            </a:extLst>
          </p:cNvPr>
          <p:cNvSpPr/>
          <p:nvPr/>
        </p:nvSpPr>
        <p:spPr>
          <a:xfrm>
            <a:off x="250667" y="3429000"/>
            <a:ext cx="5006494" cy="17283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4D48862-F286-CE98-9621-2A8BAB4A137F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04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5D68-859B-5386-5703-D169E07F0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5737AC9-AE86-F409-71C8-730051F5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B23EB34-48B8-AE84-2804-16AB6E199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5DE6FF-7E29-64CB-E54A-25311CE09086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832AD27C-7E57-4919-C8A9-EF41EBDE862C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D6AB4BA-ECF0-04A7-2D92-CD1623228A0B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73B66B-C086-69C5-048D-71DFC47FEDB3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AA52216-8E7D-62CD-A94C-0D46ECE372CA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B63C779-12D3-3868-FF9B-E926B3A6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CCCCCB76-4D69-E127-B00E-165ECDE0E43B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0C2A956-CEC1-7969-30D1-DC3E11C45AA4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5E53C409-C49A-7638-2648-A494FEC62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6DF147D0-3408-4287-5B07-205E1A83338D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9209C46-9AC6-8510-F544-EB467B29EF35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46980C8E-22C7-7DEB-85FC-C3018B037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39093A9-4E11-A5DE-0701-5A9EF8F2E97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81920279-3A76-CC87-CD32-14F4A303650F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8C78E07-3071-1274-EAD1-180CFED6BD57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A0B74764-88E6-067E-108C-B42340425FF7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6B2A752-C03B-C70C-0E2F-174B1D0C37E6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AFE7661-E143-D640-7B43-FBA3652CFDD8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95A078EE-C0AD-80B9-EA4D-8BB505EBFE12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D85D5745-0A2F-B5D7-3D5A-C910566B00DF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0FBB0E22-3303-C90E-ACCE-0F71EF3C7498}"/>
              </a:ext>
            </a:extLst>
          </p:cNvPr>
          <p:cNvSpPr txBox="1"/>
          <p:nvPr/>
        </p:nvSpPr>
        <p:spPr>
          <a:xfrm>
            <a:off x="5424115" y="4711979"/>
            <a:ext cx="3087363" cy="70788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BEC842C1-2DCD-EBF0-5FBE-F3BFF38559CC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8AC2E22-6498-AEFE-9147-073862FBCAE1}"/>
              </a:ext>
            </a:extLst>
          </p:cNvPr>
          <p:cNvSpPr/>
          <p:nvPr/>
        </p:nvSpPr>
        <p:spPr>
          <a:xfrm>
            <a:off x="221520" y="3588590"/>
            <a:ext cx="5006494" cy="17283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F622679-F920-0567-4817-C1CB59D8C8F2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98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0846-F237-FFBE-024B-FF7A492D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E15262D4-BA8F-8B42-5DE2-CB02B23D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8D03A56-93A7-6A66-752A-414D86430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75C7D2-F4D4-55E7-7A84-33B8F6B3BF0E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232CD9EB-5491-B21A-DE55-B087908A4FE7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FCA1631-4A54-D089-63F6-11057057E092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B210156-996B-8986-2604-DE76DD38A5C8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77D9C82-915D-C6A0-3BFC-56E2F0813E34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5406E51-0EC8-A1F1-A23E-79C8ABAA1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5219B174-E632-EB43-BDF3-48A5A4213C78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CA9C1A8-C3A9-FC3C-F032-B55ACBA2E375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23D76345-2C01-0525-05D7-651733D6F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375E15B4-D974-AB44-AB4E-6F90E196D122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9580F09-7491-6BEE-50DE-BD5C03CB4A3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AB7838D0-9DC8-0456-B560-0D8347998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6241C6F-3448-F782-B89E-9477426ABB37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163AC7F-23BC-3B04-58A3-7A4BA344351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96CA055-3BF3-21F6-5760-B96ECEC7423F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973570D4-AEC3-91D9-0A16-747182DC7A80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C019245-A113-2880-C8B2-A42A7D54E22D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FB08EAD-E3FA-3A67-437B-2880D04FD2CE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CF419E44-B9A5-0C69-263E-90D9E4D28F7D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C56269A-B2BB-60CD-F731-7D327525D1DF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ECE10913-4543-51BE-439C-9688849B1966}"/>
              </a:ext>
            </a:extLst>
          </p:cNvPr>
          <p:cNvSpPr txBox="1"/>
          <p:nvPr/>
        </p:nvSpPr>
        <p:spPr>
          <a:xfrm>
            <a:off x="5424115" y="4711979"/>
            <a:ext cx="3087363" cy="70788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7FC941E2-96F0-C8B0-B82A-D3388B1FEACA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356E47C4-485D-66E2-209C-218B2CD56791}"/>
              </a:ext>
            </a:extLst>
          </p:cNvPr>
          <p:cNvSpPr/>
          <p:nvPr/>
        </p:nvSpPr>
        <p:spPr>
          <a:xfrm>
            <a:off x="189097" y="3761846"/>
            <a:ext cx="5066971" cy="172839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C66DC4B-CC0A-17B3-2C9F-25C2AA1D85AF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137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F75C0-7DE9-33C1-2983-02B45272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EA10370D-E416-B97A-E3EE-46390AC1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2BE871A-220B-AA1B-6C5F-DEF594649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16EC81-E4A7-2401-82E8-2100451ABC7C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37A370A1-ED37-B1C6-D752-4EE62DE0978C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0922219-0A24-D177-1D55-95451F172C61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B06AF63-4590-5B2E-FCA6-492E5A41C0AC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4EA323-9740-3AC0-8245-DDDAD2E8C856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EBF47DB-7C0A-954C-AB8D-67697EBAD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EB1C2EB6-229B-2329-69CE-F5E360D4A209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774EFB1-9020-A756-25F2-756D9F13F62B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47A8A514-2D4C-FEDB-5C7E-DA5A1664E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98A127BA-D915-8F45-224C-0AD638BAE6BD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D3C302F-9917-EACE-1886-15027FCB0543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EE603BFB-E7E5-20A3-B1F2-CF849DC7E6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69F9514-0F9D-AC90-E42F-28CF649112DD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1C7B748-1ECA-0526-43AA-240A6B300592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640045A-814E-F330-F69B-455143F8D0FD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938A124A-9CE4-1699-4F1E-2365CB90FF02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9AC06B4-2148-A7BC-DBFF-D1BB6C1DDA8C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D2B07A3-59E9-3BEF-130C-7DEF6E05B195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35770035-EBED-9DE7-2D00-CE5FC9A48DD6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52B40B62-4912-9873-1EBD-084C5AA713CE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ADD99CD7-E936-14BE-D751-9DFB3296EF95}"/>
              </a:ext>
            </a:extLst>
          </p:cNvPr>
          <p:cNvSpPr txBox="1"/>
          <p:nvPr/>
        </p:nvSpPr>
        <p:spPr>
          <a:xfrm>
            <a:off x="5440128" y="4565396"/>
            <a:ext cx="3087363" cy="8925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23;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D6C8E34E-F375-C8B8-5E55-CD203D5DFA6A}"/>
              </a:ext>
            </a:extLst>
          </p:cNvPr>
          <p:cNvSpPr txBox="1"/>
          <p:nvPr/>
        </p:nvSpPr>
        <p:spPr>
          <a:xfrm>
            <a:off x="7904681" y="473495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9B30B903-BE5B-49B5-B6FD-C676C7FB60B6}"/>
              </a:ext>
            </a:extLst>
          </p:cNvPr>
          <p:cNvSpPr/>
          <p:nvPr/>
        </p:nvSpPr>
        <p:spPr>
          <a:xfrm>
            <a:off x="189097" y="3761846"/>
            <a:ext cx="5090265" cy="172840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359B7AC-D3CA-D09C-8F63-44E18AD47196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09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7BA4C-A0D8-1A00-852B-10440279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4F460B09-39C5-AD44-B5EA-A615F7E29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DFEF929-684C-421D-BAA6-E9A41E9C0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5068F7-8E1C-F057-FC4E-CB2D25EEB491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AA8C3C9B-1C6A-0BF1-8FCC-41491874C0DE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F968969-BA59-B685-00B6-53A0BF38B62F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24DF7A9-0F4E-1026-880C-04FF7249D364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9555DD8-F3ED-B95F-C180-DAB90BACD8FD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FC319F4-9F20-7E3F-1BC7-D7C9D1A8B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3E1AA63D-1ADF-73A4-7F4F-EECAB852DD02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D401AF8-1BCB-4C10-B630-DD4FD6393EB0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5A947E6A-2E38-F28F-2017-57AFA8320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554DC053-8CA4-AC09-04F7-A6822E10DCE9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EBB55D4-22D7-C819-66B5-77704C4B4330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D37C244F-C40E-D552-8D52-ABFAFAB16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BEE5649-AB5A-DC79-1FF9-454140D1554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5DF75D0-1EA8-E31F-C50D-8B59CD54FEC7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E7229B73-FD6E-F506-B467-8048E12C5272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64864999-43CA-DF9B-FD7E-D528543EB8CA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C8BE8F2-5BFB-5714-D87D-D455326340D4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31403BF-BEEA-0DE8-7CF3-66B3A65B8C07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9B230EFB-F356-EBBB-151E-46793C43A42B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5079B55C-E9B5-64E5-A8AA-2B8268D90B79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2D2A9C9A-6492-4E3D-7D35-905E5BC2691C}"/>
              </a:ext>
            </a:extLst>
          </p:cNvPr>
          <p:cNvSpPr txBox="1"/>
          <p:nvPr/>
        </p:nvSpPr>
        <p:spPr>
          <a:xfrm>
            <a:off x="5440128" y="4565396"/>
            <a:ext cx="3087363" cy="8925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23;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66A7A335-E384-44CD-9630-0E7903768103}"/>
              </a:ext>
            </a:extLst>
          </p:cNvPr>
          <p:cNvSpPr txBox="1"/>
          <p:nvPr/>
        </p:nvSpPr>
        <p:spPr>
          <a:xfrm>
            <a:off x="7904681" y="473495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90C3C30-792A-8FF5-F4FF-227E95332B44}"/>
              </a:ext>
            </a:extLst>
          </p:cNvPr>
          <p:cNvSpPr/>
          <p:nvPr/>
        </p:nvSpPr>
        <p:spPr>
          <a:xfrm>
            <a:off x="206247" y="392283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1052A44-6E19-7A5E-F597-D6BFF0BBEF05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946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CFC59-82EF-A403-BD95-F679380D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07A72EC-F790-9FC0-AA27-BA16A2CE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A6EEEA8-3939-3F04-BA7F-17E68F624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891E16B-AB9A-C792-22E1-E0C4D97A863E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13290A38-F7D8-7B89-EB52-5723E9275521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C9CF3BD-8126-7AFF-7D45-4F7A192279DC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891230-1D84-1ADE-080A-87B226BF5675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826E097-88C7-CC2F-509E-D0A02C280AD0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C032446A-64B9-9441-9B2D-9BB61C3FC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F805690E-92E2-9027-C5C1-AEA44B7BFF8C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F8F6D34-E656-E8E3-2312-B03D2478080F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7DFA57FA-F7C6-8E10-5D21-9E89E83F0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59274831-3472-5972-F3EE-2C16C63214E7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6654D05-8B1A-D0EB-6AB5-724D6E14E9BE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D4AE3588-6CDE-E605-DBBD-245B77BB97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D088A0A-5E6F-0F10-EADF-D43F646A0BFD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257B09D-EBF4-B40E-6F96-310D51523372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7F5EFC3-9BA3-E8C8-A0E0-3921F4426379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5E8301F9-CE60-70BB-0D20-5FCA441E7744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9979D8F-F3CC-1E96-7D57-8C4350CA425F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53845C5-23CB-D192-A5A5-D5FF4682D79E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F0CE19F9-D19A-A369-51C6-95F8D9F1A9E7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D7BC46CB-C87E-2830-4777-40553FA374A0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31C40A3B-1B74-D50C-6DF4-9C3A4AD4C064}"/>
              </a:ext>
            </a:extLst>
          </p:cNvPr>
          <p:cNvSpPr txBox="1"/>
          <p:nvPr/>
        </p:nvSpPr>
        <p:spPr>
          <a:xfrm>
            <a:off x="5406869" y="4333469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23;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endParaRPr lang="zh-CN" altLang="en-US" sz="12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0E5E08D7-EA62-1875-AE0A-44E3875A0F5B}"/>
              </a:ext>
            </a:extLst>
          </p:cNvPr>
          <p:cNvSpPr txBox="1"/>
          <p:nvPr/>
        </p:nvSpPr>
        <p:spPr>
          <a:xfrm>
            <a:off x="7904681" y="4464494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03CB6F7-0D37-8BF1-F0EF-38C05DDDB288}"/>
              </a:ext>
            </a:extLst>
          </p:cNvPr>
          <p:cNvSpPr/>
          <p:nvPr/>
        </p:nvSpPr>
        <p:spPr>
          <a:xfrm>
            <a:off x="206247" y="392283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17B878E-20E7-388A-C1AF-C35CFC041909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2BE19F-3C12-3921-EAD3-D0B3BFD893F9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0DDC2D-CB5A-D475-9D74-1CC8F87F8BE3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8D4F2-4F29-F8CF-B1BE-44E9B2DC2066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40586A-32D1-3811-3C44-F8F9FB08FB64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11DB41-3E23-E716-EC8A-DD4921B0B112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479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7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2B2D2-D521-86E9-33C7-7DF17432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5D99EB4-4B64-3012-E64F-F81B5620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C5FC6B9-BD5F-A17F-B9CB-6DECB6E34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7D22B87-1596-3334-6FF2-6CFA81AD5D47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1E0C44D4-5AD1-BEC8-12AE-8A439B05EA28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5CE69F-9EAA-E05F-EF21-C63D8545698D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3707D7F-A6F5-BF9C-D1CC-4F55D9BA19C1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4695945-CF3F-F0C6-1B9D-4A49314291CF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1E9DFE2-7DD2-682E-79BA-B93626ED2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2F192AA8-8713-8852-406F-91788DD5D456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4CAD140-EE32-8456-3D9E-472F1EA501C0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8216C5D2-5B76-6314-7BBB-1EDB6C380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B7D7DC88-9F47-70C9-D6F9-D06C850AAEDC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F34AA54-C5CC-B6E2-1433-DB01325D5247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D63E3771-A54D-D52F-0A3E-1414466A9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437BBBB-FBBE-046F-51BF-C48824C45183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5CA6B61-D878-9607-079B-CD6CBED1F83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1F86324-98F3-E79E-38ED-B9F4D64EEA14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E5C44FB0-CADE-F299-A089-E9B0344E2EAF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5BA547D-00A3-6A3D-FB71-35369DC5B62F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19C4930-AE9B-943A-AD32-CAEBA8A6BC9A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AA2CB62E-6542-6CAC-E5CD-355BA238705A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C734F69B-B32D-4DD1-088F-01F969F793C4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6FDEAA20-1A68-3452-4B07-A5BD9FA7D38D}"/>
              </a:ext>
            </a:extLst>
          </p:cNvPr>
          <p:cNvSpPr txBox="1"/>
          <p:nvPr/>
        </p:nvSpPr>
        <p:spPr>
          <a:xfrm>
            <a:off x="5406869" y="4333469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23;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endParaRPr lang="zh-CN" altLang="en-US" sz="12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6F8DA104-AD89-CDF3-85D9-4C6855AA9D41}"/>
              </a:ext>
            </a:extLst>
          </p:cNvPr>
          <p:cNvSpPr txBox="1"/>
          <p:nvPr/>
        </p:nvSpPr>
        <p:spPr>
          <a:xfrm>
            <a:off x="7904681" y="4464494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106E9E31-243F-50D2-1E8E-F6B2B5BB5B99}"/>
              </a:ext>
            </a:extLst>
          </p:cNvPr>
          <p:cNvSpPr/>
          <p:nvPr/>
        </p:nvSpPr>
        <p:spPr>
          <a:xfrm>
            <a:off x="206247" y="392283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D2A8CDD-5514-6CA1-D921-411F3AF896B5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A74F9D-6648-359B-116E-BF812981F7B5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939C4D-3113-27CA-196A-0528D6A93E35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311A2-50E2-AC6A-B21D-94E14DE0F242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A4C3CE-2EB7-4A9B-8924-ECC64A039D02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A6185A-09B6-971A-FCF7-ECE3D67BBC97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426D088-ED37-A596-83A5-EAB776324B33}"/>
              </a:ext>
            </a:extLst>
          </p:cNvPr>
          <p:cNvSpPr txBox="1"/>
          <p:nvPr/>
        </p:nvSpPr>
        <p:spPr>
          <a:xfrm>
            <a:off x="8055481" y="504817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7991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2179-93D2-C8F2-8A13-20764E79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40EAC46-6243-C3AA-A30D-44CD526E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A4E0889-B38F-EA6A-156B-A78A9F73FBE6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581249D0-19F0-5C0C-2A0C-F6776F5F1913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C5A749E-7DB1-96D8-4E1D-471A35206857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CD18EB5-A69B-6A0A-595D-17F7BF0379A7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08F2D9D-4DEF-C047-8753-B92AA300213D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375405B9-9398-3337-1754-C05BDE3FE8B7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E06B313-C209-E71F-70B5-C973C1715F47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36D08013-BEA6-FBE6-829D-8F81ED25A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15360653-BE94-A063-289F-5CAAE8265631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26ECFB2-D5A9-F988-B8C2-D72EBA6C882D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494882F3-665E-4F4E-B609-9845E67AC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99A4349-EF59-33F3-CA9F-C047C413AF9F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E32A559-9BA3-AD33-7ED1-8A291EB0CE9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CD7C1E8-01FA-DFEB-F976-A16D01C44B8C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C073A595-6C5C-A4D3-0426-5D048D1438D8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D578E4F-2093-C36E-8D46-F375209E2EC6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84BE4CE-B7A3-9DD2-B2C5-498588DBD314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FC3D22A6-5EBD-DFD6-57BD-D60D1825C198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54B82AF6-756C-02AC-BC3A-94ED220A1909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E3330BD0-2479-0D28-B605-776CD95FAC35}"/>
              </a:ext>
            </a:extLst>
          </p:cNvPr>
          <p:cNvSpPr txBox="1"/>
          <p:nvPr/>
        </p:nvSpPr>
        <p:spPr>
          <a:xfrm>
            <a:off x="5406869" y="4333469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23;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endParaRPr lang="zh-CN" altLang="en-US" sz="12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2BA2E3F9-27AA-A45A-2B64-35FF9699C6A4}"/>
              </a:ext>
            </a:extLst>
          </p:cNvPr>
          <p:cNvSpPr txBox="1"/>
          <p:nvPr/>
        </p:nvSpPr>
        <p:spPr>
          <a:xfrm>
            <a:off x="7904681" y="4464494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D984B29-C6FD-7666-0774-09FD24648956}"/>
              </a:ext>
            </a:extLst>
          </p:cNvPr>
          <p:cNvSpPr/>
          <p:nvPr/>
        </p:nvSpPr>
        <p:spPr>
          <a:xfrm>
            <a:off x="206247" y="4077379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74078E2-4A9D-CDA6-8DED-EC0C79E9F99D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08F7B7-18C1-A232-D796-F7EA3C0BF25A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1979C1-677A-7019-F401-8524FBBFA2C2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72DEEB-9F79-8BB4-589E-2FC3B3EB5F7A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ACB8C7-72FD-CD48-0B3D-26F0710B3371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37256E-EF80-FB8D-50A4-40E9B4232FE4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BBFE4FB1-D3BD-7C5E-BD91-4B6B78C19B78}"/>
              </a:ext>
            </a:extLst>
          </p:cNvPr>
          <p:cNvSpPr txBox="1"/>
          <p:nvPr/>
        </p:nvSpPr>
        <p:spPr>
          <a:xfrm>
            <a:off x="8055481" y="504817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3662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1EA61-41F0-559C-9D16-5FFF6586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9374B3DB-C1F2-2012-895B-65C2F47C6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8F87B00-53BC-AEC9-C7CA-6E76E1BDBF52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</a:t>
            </a: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B7065BEB-E722-66C5-942F-13F9A321FEA2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D8981F8-75F5-4006-C8FD-C1E38B5F07D0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97CDB46-C1DD-55EB-3CB9-ED55A8E3ECF7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F39799C-F54E-A374-1091-69247125A893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5D0634E5-D4F2-22FA-BCD3-86E7CBA1ADA3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E09D764-2614-2160-AB3E-8A42AB5DC56D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591AA468-F626-735D-183F-A7CB67B60C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3D023A9-7EE0-FAEC-4E3A-00B70A7B640C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B09152C-5384-760A-78F4-440E2B224049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498A4796-53BF-17D9-2DC5-64B93DC52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79137D9-6B6B-940A-C2D6-72D1370F42B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1D802E4-D063-FF3B-265C-418BCA137B69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EA03B57-5FC9-79BA-9A73-7D3FEFFB7751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BBB1B01C-E1C5-1AFD-2A99-50FA7C7A8FEB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9C6DB1E-9CEC-5D78-6447-70BD49243A45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1A99643-FCD4-C65C-1A32-A7355D26BC4D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9790E77B-2D3B-32DD-992C-5982EBCCA9E6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7063AAF1-B325-D317-D8E8-8B5E2FBA844E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1DD22C30-7E32-5954-BDB6-176E19734252}"/>
              </a:ext>
            </a:extLst>
          </p:cNvPr>
          <p:cNvSpPr txBox="1"/>
          <p:nvPr/>
        </p:nvSpPr>
        <p:spPr>
          <a:xfrm>
            <a:off x="5418360" y="4218850"/>
            <a:ext cx="3087363" cy="126188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张三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23;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list.add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zh-CN" altLang="en-US" sz="1200" kern="0" dirty="0">
              <a:solidFill>
                <a:srgbClr val="0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TextBox 4">
            <a:extLst>
              <a:ext uri="{FF2B5EF4-FFF2-40B4-BE49-F238E27FC236}">
                <a16:creationId xmlns:a16="http://schemas.microsoft.com/office/drawing/2014/main" id="{0210F17A-3848-5DEE-58C9-F310480761E7}"/>
              </a:ext>
            </a:extLst>
          </p:cNvPr>
          <p:cNvSpPr txBox="1"/>
          <p:nvPr/>
        </p:nvSpPr>
        <p:spPr>
          <a:xfrm>
            <a:off x="7912141" y="4366217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183485A-EF2A-DCA5-1273-666D5BF7AE0C}"/>
              </a:ext>
            </a:extLst>
          </p:cNvPr>
          <p:cNvSpPr/>
          <p:nvPr/>
        </p:nvSpPr>
        <p:spPr>
          <a:xfrm>
            <a:off x="206247" y="4077379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4C88646-AFE8-2F44-CB8A-71D9CD958B0F}"/>
              </a:ext>
            </a:extLst>
          </p:cNvPr>
          <p:cNvSpPr/>
          <p:nvPr/>
        </p:nvSpPr>
        <p:spPr>
          <a:xfrm>
            <a:off x="206247" y="2054503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946AF5-E830-A3CC-61A1-877D2D836472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7BFD2E-477A-B143-147C-95811F9B749E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E6758-9A97-F05C-7B9B-4BFBAF786191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0756C-CDB5-E140-5FF7-9E0304F75057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1FA0E6-4F99-86E6-2F2D-F724C56AF018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29CBB4B-CC2D-A991-A5F0-6543F2ADB06C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95159FF4-8B9D-B415-BFE7-292A532772C8}"/>
              </a:ext>
            </a:extLst>
          </p:cNvPr>
          <p:cNvSpPr txBox="1"/>
          <p:nvPr/>
        </p:nvSpPr>
        <p:spPr>
          <a:xfrm>
            <a:off x="8055481" y="493926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22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/>
      <p:bldP spid="35" grpId="0"/>
      <p:bldP spid="38" grpId="0" animBg="1"/>
      <p:bldP spid="39" grpId="0"/>
      <p:bldP spid="40" grpId="0" animBg="1"/>
      <p:bldP spid="3" grpId="0" animBg="1"/>
      <p:bldP spid="4" grpId="0"/>
      <p:bldP spid="5" grpId="0"/>
      <p:bldP spid="7" grpId="0"/>
      <p:bldP spid="17" grpId="0"/>
      <p:bldP spid="6" grpId="0"/>
      <p:bldP spid="6" grpId="1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883F1-106B-07EA-5C3F-19506F9E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806F5ABC-9C85-A679-2E8D-7AACC480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BF9236C-BF66-0656-7BDA-EDE7651701DF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en-US" altLang="zh-CN" sz="1100" dirty="0" err="1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0E2CC4C4-22AE-41A6-F0CF-170BC161C303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AF9B06B-A3B6-C1BF-73D7-5A0352E53F61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6B8AF46-9667-D15E-C1F9-CF38D396ABF7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1FA8DF6-0B80-B8B1-38A1-7076488F0F07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21FDFC65-EAA4-E72E-8C45-8D6CB5D36EEC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233E4A4-A1CD-5250-E114-FBC65956CB0D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D68BE06B-CF64-07D0-9265-60CB4CAA6E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364B608-57E0-7092-B16C-F828CA7394C0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919862B-0D71-11DD-DDAF-E1A34E26F995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EF042E5E-F0C4-1C65-7533-0FFDEA948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3165B3C-A321-F8E7-BDE7-227FB14C2198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605BACD-67D3-13E7-3242-25B255CADAE0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E6E0CA3-8B55-CCFF-FB68-7050A3118BFC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04FF43B5-FCEC-CC1B-AC68-D5D4F03C8F35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7EABFC7-C82F-0674-8763-CBFC3D23AB33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FD9D805-462E-C917-0302-4755E48040A4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C7EFE384-B1A0-BF2A-5594-E19AC95A373F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755593DB-FD15-61DD-DFF6-9F17C254C611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34381E7-DAD7-F525-EDCE-D7EC37F0BFF5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5898F3-74BD-5CB0-E8F7-AAE854A0892C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3DE623-A84D-CCCC-3882-D9BA958F72B4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4C2BB-8FD9-BC00-8F93-4EC7ECC6B4AE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E52278-01A3-2A58-17DC-DF6445257575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4AE600-8D3E-85F5-349A-B8E62651CA45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33F44FF-9E8A-8A2E-6040-09073D93E510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42F86818-0193-5B62-66F3-DA5034A1A00B}"/>
              </a:ext>
            </a:extLst>
          </p:cNvPr>
          <p:cNvSpPr txBox="1"/>
          <p:nvPr/>
        </p:nvSpPr>
        <p:spPr>
          <a:xfrm>
            <a:off x="5424115" y="4711979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1E2B134B-4E5E-11D5-16BA-C9FA2A16D717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198C254-344E-6FD2-2835-4842772D29AF}"/>
              </a:ext>
            </a:extLst>
          </p:cNvPr>
          <p:cNvSpPr/>
          <p:nvPr/>
        </p:nvSpPr>
        <p:spPr>
          <a:xfrm>
            <a:off x="199856" y="342900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765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CC39B-601B-4EE8-0811-F48005A6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4EE3C42-A055-FC8F-D177-4A030EE5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7DDB849-FB9D-B496-E8C2-B8D337D51867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376E37EF-FED5-43F5-2664-5495941C4A86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781FD4A-79FA-E29B-30AE-C343B7989890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7FB3BA2-E539-57B5-B380-1DA7569EEA38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D709907-EFF9-D172-7056-E78E17912200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614989D6-C2BC-638B-333F-D389B4F35EC2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3D59742-EB5F-B899-D061-EC18503C6766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4F5598FC-F407-C6F8-AEBE-BF8D92E992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7EC90426-76A4-AA56-C858-FC2DDBDDC5D6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5F6CFC3-4F94-5C3A-61CE-C6DCFD03BA61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4D3DF007-3144-45D5-3F59-6D8A7AB6C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7FE2E45-B27F-55DD-9288-81DD7E9D8546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8818E8D-DAD3-04D2-38AC-E46184301B10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8B48934-0DC1-CF49-2F57-C5A5261AAB66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8E065CE8-DEAE-272D-950A-977E1A6BF097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7EDCA45-22A4-1DBD-5A8F-60E95F272341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99320CA-D7F2-61AC-3BF2-1D2C366224DA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89CB0E49-8FE7-03AC-9ED3-F49E51C7A1C4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BBA90183-55FE-5123-5C72-2DC987DC416D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369D9D5-5087-E574-A36E-00FA2B16F3C2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BBA4E4-E7A8-BE69-6638-9FD19FAAFBB4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E33C0B-9B1D-1EB8-4B76-D37E0AE555C4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39F6D-90F7-D584-4E34-2C8E6D412C02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463549-7711-1C67-0BCE-C45F3A4B9CFE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2AED40-8DB2-8E84-0CA8-8E034D93A8D5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2558B9C-453F-A4B8-304F-345420B64C25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E01D2EF-B9F0-FF2B-BF47-DECE4008C822}"/>
              </a:ext>
            </a:extLst>
          </p:cNvPr>
          <p:cNvSpPr txBox="1"/>
          <p:nvPr/>
        </p:nvSpPr>
        <p:spPr>
          <a:xfrm>
            <a:off x="5414378" y="4565396"/>
            <a:ext cx="3087363" cy="70788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E62D0589-F275-AB10-7419-74EC1A147AB6}"/>
              </a:ext>
            </a:extLst>
          </p:cNvPr>
          <p:cNvSpPr txBox="1"/>
          <p:nvPr/>
        </p:nvSpPr>
        <p:spPr>
          <a:xfrm>
            <a:off x="7904681" y="47111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D97FE65-1445-9411-8836-4181A236E904}"/>
              </a:ext>
            </a:extLst>
          </p:cNvPr>
          <p:cNvSpPr/>
          <p:nvPr/>
        </p:nvSpPr>
        <p:spPr>
          <a:xfrm>
            <a:off x="199856" y="342900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2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11802-0159-5F8A-1775-0B87D410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388833F-53E0-C7BC-82F4-C518F7AD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A9D8E5-DF70-2ADC-E531-7A4375A1C0B6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62E29716-FBF4-A5A4-F12F-B0FF96ADA892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17D8AC0-9408-6D3F-97D8-522B71119C03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108AF67-2FE6-DBC8-1CA8-5F4759FA9E88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5F61F5-4446-A0BD-E01C-8B8D4C89D134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E2C15CA8-1857-C950-89C4-33F1E4E027DF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C5FA83F-3342-E06A-0309-E9BD0C94E496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7FD5EF3C-6B8A-A281-B4F9-08E68491C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E125438-9D0D-A455-EADA-698BDD317339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53462A6-B958-FA2D-99F9-9ABFB1903F6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F019A74A-5A31-C5C3-2A34-D84D89CD0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4DFCC13-BEEF-4104-02C6-B675F95DEDF0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897B208-1A10-F174-4B5C-2FB4F721374A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D7D3D83-6A60-CEF3-0B3E-E6E791D4E3BE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C11A8964-5A7C-C390-97C4-5E4467F2F752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ADFB1E-1BDF-522A-458C-9CC5C55C0639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8CEA019-4C81-EACF-5AB4-6B6E3DED01D8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BA529728-8DB4-8552-7333-2AF76A73FCA2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10C59773-4325-E396-C4B5-1404C38D0B4A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954F1D1-CE4A-1BE8-275E-403ED9E3DC51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B6DBFE-2D02-6542-1375-C25AC4D5DB6D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D9B04B-2753-1A15-0A60-2621EE382F97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1F57A-79F1-F622-F8F0-38F3777335B3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F3176B-44BC-E667-181F-B61936FB7135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219735B-C28A-67B5-74A6-866832DA1509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7E0ACF3-21F5-ED08-1BD6-D036DA29D938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CF9CD93-C57D-0168-5D82-BF9E552FC613}"/>
              </a:ext>
            </a:extLst>
          </p:cNvPr>
          <p:cNvSpPr txBox="1"/>
          <p:nvPr/>
        </p:nvSpPr>
        <p:spPr>
          <a:xfrm>
            <a:off x="5414378" y="4565396"/>
            <a:ext cx="3087363" cy="70788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64D5EEAE-6D0D-3346-3055-8501A4E98934}"/>
              </a:ext>
            </a:extLst>
          </p:cNvPr>
          <p:cNvSpPr txBox="1"/>
          <p:nvPr/>
        </p:nvSpPr>
        <p:spPr>
          <a:xfrm>
            <a:off x="7904681" y="47111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9091A1A-9073-AFB6-538F-EFBFA158A35A}"/>
              </a:ext>
            </a:extLst>
          </p:cNvPr>
          <p:cNvSpPr/>
          <p:nvPr/>
        </p:nvSpPr>
        <p:spPr>
          <a:xfrm>
            <a:off x="217894" y="376838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587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D442-F9FF-2C7C-DACA-5E8182B00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26F04873-CFEF-9482-6860-6F3076BF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9038A38-E47A-65FD-7121-3068E92E7210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4C00152A-25AF-6E74-2D55-EC3E86F8DC10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5100876-DA98-DAE4-F808-FA3A4180479C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39C22EF-C944-906D-E819-53EC8A2853BD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93BCCA1-3A32-4E6A-63E1-A0D27F8BD059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A6A0FCD4-0EBB-3F31-B013-2BDD684607CB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E740B16-DCD5-C684-4AEE-8C423648E77D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B34E8DAE-90D8-81EA-BB41-71278BC39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856D1D68-B124-F482-ECEC-57D884C651EB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40DB85D-D30D-5B66-91C3-F26000FDD443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75108132-0980-06E3-55EC-5892F8126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612BDBF-AD10-5E0B-AC30-788CE39E9901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714C479-1033-EB22-49CD-DCFCAAEEE38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DD3320C-9D7A-58ED-C8E9-5B0EBE3CE34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049B4AAB-C8E7-8D56-3974-B2319BE82383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D74A61-7176-D23E-D68A-BD39A04F5231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20320D-C8D6-907B-16D4-1F1911904B90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B2CD9F90-9754-2040-0AA0-2CC649BACCC2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3D978853-CB9D-41FC-DF91-341FDCA00A9B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D5AFD30-DDA5-3509-9B48-B79D94B3646C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35F89E-EE6D-4DFF-4524-1D46C4ADE92E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4E850E-83F1-CD19-4987-4A39F911E043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67DB43-DFDF-9BDB-EED8-431C5E55207F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CB7DC7-EE17-0DFE-9B09-80F01151F97C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C07CA6B-5153-C712-4636-1083ECDC0621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F091C51-205D-3F48-2B4B-9D23E8A9553A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AE56227-2C88-1D79-2ECC-729913BF2A6A}"/>
              </a:ext>
            </a:extLst>
          </p:cNvPr>
          <p:cNvSpPr txBox="1"/>
          <p:nvPr/>
        </p:nvSpPr>
        <p:spPr>
          <a:xfrm>
            <a:off x="5414378" y="4565396"/>
            <a:ext cx="3087363" cy="8925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24;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B0D0D1D1-5E4C-1A5B-00BF-C370F7ACF2CD}"/>
              </a:ext>
            </a:extLst>
          </p:cNvPr>
          <p:cNvSpPr txBox="1"/>
          <p:nvPr/>
        </p:nvSpPr>
        <p:spPr>
          <a:xfrm>
            <a:off x="7904681" y="47111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B90CCA3-7984-CABB-6228-DF4857D00C79}"/>
              </a:ext>
            </a:extLst>
          </p:cNvPr>
          <p:cNvSpPr/>
          <p:nvPr/>
        </p:nvSpPr>
        <p:spPr>
          <a:xfrm>
            <a:off x="217894" y="376838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54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1950-FC79-70C9-B775-3B250CE66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23DFFF2C-DEED-C9AF-2177-502C124B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FFF451A-2AE1-5BC0-8537-4EB4F7A5170C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FAC75B36-B28A-46E6-F164-650737FE54E7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FB61B41-CA01-454E-D177-FD906EBC52F4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9EA834C-9C27-2732-3095-B26DF2F8EC1E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3F87029-31F4-67CC-4D9E-0E6081D039EF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7ECE895E-0FA6-317A-0E4D-9CC8F6CC7423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AFF3B8E-C37D-93F4-1ED2-925BAD1251C1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AFD31950-7158-0E3C-FA7A-760E0D724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215A88DE-5204-2A94-0A6C-6CECDE8D2EE1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16A90CE-FEA4-D402-27AE-51116921C93F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34229F67-776C-1A95-E25C-7FB7174C5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2FAB824-0FA2-17FA-7AA3-77071694F6F5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F1EEC9F-6B91-0983-7B63-F71AC1C9D01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EA3C0EF-A29E-09CB-26AD-7FFB6AD38BF5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B80298C6-4691-083E-9BE2-69087C802090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D3688B-2AFD-F4BC-26CA-99106080D5BF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B2BD7C4-0228-DAB7-7D36-8B4C52315B0C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BD06641F-C2D8-CF61-6ECF-EF64766D33C7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21268E15-2E7B-4EA3-DC51-E1A54EB7ACF9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5E4349A-F2F4-84A3-8FE1-EAA67D88322B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898A2D-5829-ED87-5BFB-2EF177A9A376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0E7F0F-303D-F57B-7046-01009EDEAB1E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251E2-27C9-1494-1F35-68AF3EED4605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121261-1E30-363F-8F21-272DDBF6D502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F774D28-7FF5-8A8C-6EFC-E6B1B986CEE8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A7EFB01-3C12-AB99-3694-CCB8CF11D8D3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649B788C-7A49-359B-868A-7B8FA33B1F35}"/>
              </a:ext>
            </a:extLst>
          </p:cNvPr>
          <p:cNvSpPr txBox="1"/>
          <p:nvPr/>
        </p:nvSpPr>
        <p:spPr>
          <a:xfrm>
            <a:off x="5414378" y="4565396"/>
            <a:ext cx="3087363" cy="8925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24;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54E17D0C-1290-CE9D-E58E-E6F12889CE9A}"/>
              </a:ext>
            </a:extLst>
          </p:cNvPr>
          <p:cNvSpPr txBox="1"/>
          <p:nvPr/>
        </p:nvSpPr>
        <p:spPr>
          <a:xfrm>
            <a:off x="7904681" y="47111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A9FB42A-6A15-9D69-B730-876121FE4555}"/>
              </a:ext>
            </a:extLst>
          </p:cNvPr>
          <p:cNvSpPr/>
          <p:nvPr/>
        </p:nvSpPr>
        <p:spPr>
          <a:xfrm>
            <a:off x="201976" y="3935805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635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9A18B-899C-5443-0732-A1FC4A19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EACD39A7-A444-A82A-F94E-252437B4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EF7DC0F-EB99-E8DA-C077-722F2BF05284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D92987BB-7AB5-D2F3-6DDC-EE52CA95ECFF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1733589-4E13-6047-60F1-F55342328592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BFDDB95-AF2A-200A-55AF-19AB8E50DDBE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72C0016-43D9-3772-B329-7A812FFEE64E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C42FAEC1-0945-863A-693C-43157847229C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CA8BA08-0743-B1CC-30B0-3884CA434FBE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22DE1C0A-4773-9092-6CA1-CDF15A528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3C61053F-C5BC-2F1E-93F2-A12D96804AF5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8A9DE90-03CC-6D61-5753-237BA4589354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0C66428E-F499-5EA4-64B0-6AFD9E5ED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7787539-4F0A-A2D7-8F60-B42A2472B2F3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3FC7353-452F-1E6A-C0BC-DE45FA67599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8ECD2F0-BFF5-972C-1893-69FC698EBF2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E6C51929-67C7-1056-848F-BFF33B03740C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6EE78AA-BE68-EC58-F64B-FF8751512F22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1955CA7-180D-B4CB-0C23-D537368A5806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8A476D85-E8B3-28F8-7DC4-A8781594F15D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65DD7B38-644A-DC11-52D5-7EE9484D3649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061141C-298E-5CED-7B8A-0999468CD480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3A8D00-081E-2382-10D7-1461F4EBE8B3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1D83AD-0F51-EFE8-0D77-608568DAEE18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4B6EE-DEFA-EC7B-B3F4-40A70E9FA488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D3DB94-C300-8C35-1FB5-2D9213DB8EA5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D08698-13DC-4A65-6E3F-592C55726511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22D7837-02BF-F4D7-56DD-E95001F65470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F974051-9E88-B048-67D8-B55A76D4BD17}"/>
              </a:ext>
            </a:extLst>
          </p:cNvPr>
          <p:cNvSpPr txBox="1"/>
          <p:nvPr/>
        </p:nvSpPr>
        <p:spPr>
          <a:xfrm>
            <a:off x="5414378" y="4316307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24;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EB3C6F64-568B-6D08-640B-CB738F134CD5}"/>
              </a:ext>
            </a:extLst>
          </p:cNvPr>
          <p:cNvSpPr txBox="1"/>
          <p:nvPr/>
        </p:nvSpPr>
        <p:spPr>
          <a:xfrm>
            <a:off x="7896368" y="4448685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06C65A9-4CF7-D31E-1610-136379A4A152}"/>
              </a:ext>
            </a:extLst>
          </p:cNvPr>
          <p:cNvSpPr/>
          <p:nvPr/>
        </p:nvSpPr>
        <p:spPr>
          <a:xfrm>
            <a:off x="201976" y="3935805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C0BBA08-9167-2BFB-A9AD-77158F1674C0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D9DCA44-6C1D-1629-91EB-581D95201A78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69BD6560-417D-6494-C61C-BD754A044E71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2D2A821-8A72-40DF-60F9-86F25E734DC2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2DCB847-8E68-7EF4-7B77-8FEE851ABE8C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862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0" grpId="0"/>
      <p:bldP spid="41" grpId="0"/>
      <p:bldP spid="4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2BC5-C279-D2F3-DD85-1DCBD40C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2FCF883-06F8-AA44-4515-C025F4A75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EAC3228-16E6-30E6-D8F1-69D4BC9EA1D6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4BB15280-29EF-E897-A8BA-9C7E2C9BE293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916CAED-D8AA-A3E8-1C8C-C12F3E9AC108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8B2957D-7C2A-5D0F-67DA-A92DE3E5D74F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98E30CC-76DE-EF53-4222-B0BF338F7F06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04540779-F25B-0E92-3BD7-0A7534A4204D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A64A72B-6212-F833-FAFA-87E54B552C14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8678AF0C-8544-548E-BC4F-B3F0B0AB8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974EA51A-2275-04CD-1BF1-E8381316F27B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08972E7-38C0-3ACE-DD9D-CA96E1CD1A0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F5DCD448-A56C-B9F1-D871-677383DDA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B3DDC02-EA7E-52EE-6137-CA6BBD51FBDB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00A56A2-6D59-2BA6-A651-AC76C8FA9597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C949508-EC9C-8401-3E26-A2538DF7232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BF150D5E-81CE-912C-E4FB-058DAC5D0042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026B00-CEB4-A5AB-B04A-049DA54C9615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2331802-750A-4C05-E350-34D4E8B43A4B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BE1DE028-47CD-A79F-1472-7107F76AE250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F3948AC5-AE6E-264A-F4F5-F98F94E81754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72E4609-3CA1-F88C-B0AE-CDA366108986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603A6E-907A-2C05-1FEA-3888FBEE34AF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081E5A-CF44-C59C-CF18-02FC591B6087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651B8-8D6D-593C-EFBB-F2FB13BD1D6C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6C1A66-A94B-9521-9B48-C34BDFB04895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CB5FCE-88A0-8E87-4FA6-4DDB60018136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3B760DA-B261-969D-AE3F-3ECF1777AE93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145389EF-A385-0ACE-1ACC-2921855CB85E}"/>
              </a:ext>
            </a:extLst>
          </p:cNvPr>
          <p:cNvSpPr txBox="1"/>
          <p:nvPr/>
        </p:nvSpPr>
        <p:spPr>
          <a:xfrm>
            <a:off x="5414378" y="4316307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24;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BD996D8-B485-F4A9-4539-BAE9B25C2BD8}"/>
              </a:ext>
            </a:extLst>
          </p:cNvPr>
          <p:cNvSpPr txBox="1"/>
          <p:nvPr/>
        </p:nvSpPr>
        <p:spPr>
          <a:xfrm>
            <a:off x="7896368" y="4448685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C6D8956-7163-6A6B-4145-5FC574AE91E0}"/>
              </a:ext>
            </a:extLst>
          </p:cNvPr>
          <p:cNvSpPr/>
          <p:nvPr/>
        </p:nvSpPr>
        <p:spPr>
          <a:xfrm>
            <a:off x="201976" y="3935805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F2BC88C-DAE5-AAAB-4A8D-AB4CDF26CF66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3B2B4DC-9BE3-D731-FAFC-25E286D70C10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9AA9B2A7-7B40-CAEA-2B62-791726750CA3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6AD00AA-E4AC-418C-2F38-0CAFA78E4924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211DC11-778C-8573-1702-CD6403373AE8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AFCD2ED2-B308-5049-9823-ED98E5CFF493}"/>
              </a:ext>
            </a:extLst>
          </p:cNvPr>
          <p:cNvSpPr txBox="1"/>
          <p:nvPr/>
        </p:nvSpPr>
        <p:spPr>
          <a:xfrm>
            <a:off x="8073405" y="5036874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57731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8850E-8CF5-DEF8-0258-65D444B0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CF56F48-F9D1-559B-968F-5FC355422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9F5C267-0C13-FAFB-94B9-0686AF0C6F00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057B999B-2681-83D9-C35B-E826E1E767E0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6AF2E40-1F1A-1516-EA83-07A5D7B9BAE9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ABA6037-4746-7ADA-F01D-AAF8A46F8AAD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E789F34-96E5-F3D6-0144-71A4D490FA11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62A22995-A38F-44BB-8771-EB4CBA48DE54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D8B481D-1A17-BEB2-A161-902640902E74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6C649869-BED6-EF12-8C41-FD15FF3CA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CA8CEE0-A6D7-8BDA-8022-126D1B343F19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93F5D4D-E597-C136-BE33-B081CA4D2CC5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503C0123-688F-77CF-25C6-5AC6170DD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3FC7E1B-F2F7-859E-3B65-EB9A8C652067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E72727A-02CA-A05F-4794-E9B4D4D797C8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A3AF3F2-51D0-0169-2C28-33EFF5A62BA6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38A33816-04EB-5E8D-BF31-13CF320767E1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5D37EF-DA4C-4CA8-24F7-952CA4BA9FE4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882518E-9C70-AFC5-1D2A-AD1D8F4A79E4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D3FAB0ED-CE2B-F9EC-A61A-EBFDAFC0EE97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5A83BF1E-6987-A072-2E70-BF57B4D7E851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B0AC526-DF6A-5B07-053E-1F29689F02E7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A40CCF-CC9E-02F4-0533-FBC8159BEEA4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D35AC-7064-540F-D0D6-A1874E4DA10B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DE8AA-AF69-5D32-3E8B-0E5827F66541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6A9198-19B3-F908-27C9-D7BBE2BD1963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58127F-4C8F-5518-4D61-342148C8FCD6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A72F1C0-3085-5D6E-C0D2-849E5F20F3C6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68510B3-F787-395F-C0A0-50FBC80EA4E1}"/>
              </a:ext>
            </a:extLst>
          </p:cNvPr>
          <p:cNvSpPr txBox="1"/>
          <p:nvPr/>
        </p:nvSpPr>
        <p:spPr>
          <a:xfrm>
            <a:off x="5414378" y="4316307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24;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6043543B-8CBE-93F5-8294-2F40032482AC}"/>
              </a:ext>
            </a:extLst>
          </p:cNvPr>
          <p:cNvSpPr txBox="1"/>
          <p:nvPr/>
        </p:nvSpPr>
        <p:spPr>
          <a:xfrm>
            <a:off x="7896368" y="4448685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AE89840-402F-119E-D859-71A11854B0F1}"/>
              </a:ext>
            </a:extLst>
          </p:cNvPr>
          <p:cNvSpPr/>
          <p:nvPr/>
        </p:nvSpPr>
        <p:spPr>
          <a:xfrm>
            <a:off x="199697" y="409984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3A43244-652F-F356-9186-691D252918CA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7B1B95F-1267-2E34-4846-7869E7E2BBC3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D0DB5D1F-169B-F3C5-2311-7D91073115B3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E3CA671-6365-EF29-899D-49CE9D7B184E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57B6A03-7B29-3BED-6E1D-87D078AAD444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FABF8B44-3049-871D-ADFA-C6A3C2D9460E}"/>
              </a:ext>
            </a:extLst>
          </p:cNvPr>
          <p:cNvSpPr txBox="1"/>
          <p:nvPr/>
        </p:nvSpPr>
        <p:spPr>
          <a:xfrm>
            <a:off x="8073405" y="5036874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074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897C-E4C9-379B-E4E3-5D858DCB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A8F639B-88C3-38E5-8CBC-7CCE8516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AFD5F4-E785-45D2-51D9-B875518C1B0E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F9A9486D-EB6B-05CB-26EB-77BCD12FFF4C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2572F2B-EC3F-7494-D739-E1E451DA66B3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4067C8D-B679-39DF-2C06-38D6D66F4AE8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1E1E9CF-AA68-3679-3B91-35C88D2B9BCF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E421D967-73B0-9E60-2E9E-4F947349AAAB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2C783C6-9B5C-649E-4EED-7E6F840D1831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8AB37BDA-402F-4912-77D9-4BACE39FF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367D5A2C-C23C-0F7C-8E2E-5053A23EF370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20A9886-3BB1-C30E-F88F-CDFF9C0A42E8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06A43ABA-CC9F-6F05-8B2F-582ACFB27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BBE7D639-F773-4D39-EE4D-F1BB9EDB8B8E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B30F34D-C843-ACF9-A03A-2976946E78DB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28C2893-86AA-C2F8-A190-4AB9AF15DDA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56573943-0626-314F-AAD9-2B4F01F1045F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E217B3-89B3-1BAB-0CDC-DA5A6E5A9E51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C2435E2-E19A-09A7-3759-CBF73FA4E68E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0DD4775E-7101-3E76-6D44-65520A3C64AC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DAD8DEE0-5164-A7F9-FA25-6B333515DBE9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330B99D-66DE-BE6C-CF63-B7AF6E046E9D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6BB231-2CDB-FAA1-2104-A04D90ED44C3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FFD8BC-DE5F-26E3-4445-1FCB12759623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7777A-623A-2F50-4139-3AED7DB13E0E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E60779-4AF9-1FCF-21FF-F5BD1891631B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EC2142-52F1-85DE-2D69-5A9FB27E4FFE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EDFB229-9B06-355E-52D3-564F72FCB78B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1873BD21-BD41-495B-2DA2-D2D6922FBFED}"/>
              </a:ext>
            </a:extLst>
          </p:cNvPr>
          <p:cNvSpPr txBox="1"/>
          <p:nvPr/>
        </p:nvSpPr>
        <p:spPr>
          <a:xfrm>
            <a:off x="5424115" y="4160288"/>
            <a:ext cx="3087363" cy="126188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24;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list.add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55F48716-42DC-66B2-50CE-874F8C9CD7EC}"/>
              </a:ext>
            </a:extLst>
          </p:cNvPr>
          <p:cNvSpPr txBox="1"/>
          <p:nvPr/>
        </p:nvSpPr>
        <p:spPr>
          <a:xfrm>
            <a:off x="8064216" y="4306227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F3C8E6A-036B-1A1C-C177-F260AFC161AE}"/>
              </a:ext>
            </a:extLst>
          </p:cNvPr>
          <p:cNvSpPr/>
          <p:nvPr/>
        </p:nvSpPr>
        <p:spPr>
          <a:xfrm>
            <a:off x="199697" y="409984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A0B0897-FDB4-89B5-C09E-BDEE680E3FF7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19C528D-590D-90D3-637B-4B36C3800FE9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26F9242B-2C15-203F-605A-336C299E70D4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B956723-3E58-8291-5F4B-C7E9053A43F6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7EBA15E-2753-7F1B-6364-F4B031D517AB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D4FFA1AE-163A-6053-B9BA-E252566B4118}"/>
              </a:ext>
            </a:extLst>
          </p:cNvPr>
          <p:cNvSpPr txBox="1"/>
          <p:nvPr/>
        </p:nvSpPr>
        <p:spPr>
          <a:xfrm>
            <a:off x="8067162" y="4855527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482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93BD-BA93-0334-00C5-3301D7FC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0CD5CBFC-A1CD-622F-42AA-F9D7767D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1151C1D-EE2D-5467-0B8E-62C2B755AD09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AD379AFB-7C59-E7B9-B3F5-9FBE151D2360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CEA2A09-F431-F120-1D32-80F720685A25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7DB51B6-41E4-9A0A-B258-7C4F646E8F94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6FBA190-4D72-29BC-E297-755001AB8401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43D92EE1-F404-4C8D-4670-2CAA2872B7FD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9CC2C05-A60F-6195-3321-C223162B4F2B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281E9AE9-012B-C136-A6B2-F0DF9709A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B38A0BB-B492-A4D7-3A89-8616CB7E620D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E59C844-4292-6AF2-345F-E81C2FB229A2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CD6788E6-90A8-E01B-2FD9-DEDA9625B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5FDAF1E-D787-FD4C-9156-368237A861D0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FD703B87-9054-B66F-1E04-CA59312EC5D7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78AB425-F3A4-38D8-7752-DE13A312525F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A6227AA4-6D59-8EC2-3EDA-A8165C2006ED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E20BAE7-6FD6-159B-C6DD-AADC6747B4DB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5B56E38-8441-2470-F114-68533EE79473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1F8FFDEC-CA7E-9A3F-458C-E250F64B72CC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CB83C94D-F93A-26EA-E6AB-31EF2D37B74F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671AE19-05E2-B591-5919-8C86B4144008}"/>
              </a:ext>
            </a:extLst>
          </p:cNvPr>
          <p:cNvSpPr/>
          <p:nvPr/>
        </p:nvSpPr>
        <p:spPr>
          <a:xfrm>
            <a:off x="206247" y="2249165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2547DA-69D5-EE9A-3B83-0B0A44F90DBC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9D5DA6-98B1-466E-6049-C25B5671B935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CB102-11D2-711C-0BD3-2CB67888803E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1F6ED1-A381-922A-1E08-A697C1990081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EE58E4-0FEC-4D7A-5B71-750DF7F6CCB0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33E5281-5AA5-2E5C-C1CB-829EF8763379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96569B5-C3A3-470E-EA28-33F777BDFC79}"/>
              </a:ext>
            </a:extLst>
          </p:cNvPr>
          <p:cNvSpPr txBox="1"/>
          <p:nvPr/>
        </p:nvSpPr>
        <p:spPr>
          <a:xfrm>
            <a:off x="5424115" y="4160288"/>
            <a:ext cx="3087363" cy="126188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李四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24;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list.add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9E101FB7-8FD4-0937-D5DD-939DCA40256A}"/>
              </a:ext>
            </a:extLst>
          </p:cNvPr>
          <p:cNvSpPr txBox="1"/>
          <p:nvPr/>
        </p:nvSpPr>
        <p:spPr>
          <a:xfrm>
            <a:off x="8064216" y="4306227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B884A86-2DE0-634A-D304-90DAEBE6EF62}"/>
              </a:ext>
            </a:extLst>
          </p:cNvPr>
          <p:cNvSpPr/>
          <p:nvPr/>
        </p:nvSpPr>
        <p:spPr>
          <a:xfrm>
            <a:off x="199697" y="409984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DB7B17C-1DFD-D27B-8C4C-BA3E9E1CB481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57C5FC7-A3A1-AD7F-5365-55BD0A3DD975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EAFDFC39-68DC-08B1-26E1-DC9F4872C370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BFBE96B-0CFA-4348-264E-A054963F7D82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8620347-0C49-FBD4-372F-62DE7D1EDDEC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8E42C53-95CF-554F-62B5-DFEB04D0C5C9}"/>
              </a:ext>
            </a:extLst>
          </p:cNvPr>
          <p:cNvSpPr txBox="1"/>
          <p:nvPr/>
        </p:nvSpPr>
        <p:spPr>
          <a:xfrm>
            <a:off x="8067162" y="4855527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216F4ABC-1342-8720-8D06-5AB99F21C149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279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/>
      <p:bldP spid="35" grpId="0"/>
      <p:bldP spid="6" grpId="0"/>
      <p:bldP spid="9" grpId="0" animBg="1"/>
      <p:bldP spid="15" grpId="0"/>
      <p:bldP spid="18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B926-9DB4-99D4-792F-F3445B45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F03E44E-60A0-8AAF-F8A8-6C96C51F8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219FE7E-3446-365B-5B97-3D22E32D8A16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A60C1953-1088-5EBF-ECDE-561402223AF0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1895C21-3E48-ED2E-D4A1-1E8CB54D3958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C80BB9B-CE8F-AE4B-007E-D7EC1212F240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45EA775-516C-0E1E-2225-D61B567BBC4D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5C707F0B-C33A-1D28-C31D-E04D23F6EB58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D043CF9-A40C-50D9-F66B-C876473220C8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51D8F1A6-8029-3F95-99BC-9B7C109F3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BB52F867-A3BE-7E3E-E24A-204543BBC064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C234314-CD92-687C-A53F-35F6C5297D8D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AFBAE740-D4C3-CE74-018A-EA8F261EB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B5BAC48-5A42-C875-B4A3-4E278375541C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3149355-C0E6-4B00-1315-4C19E29F7094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2760738-6437-5095-603A-AA8787C7D02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EFA22BFB-DA8C-BD1F-6D53-6A9CEA2F40B2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05D478-12FE-A246-8579-757791B76D6F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4BB641D-ED0F-6E5A-00EE-97B8AEC300BF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44F52DBF-33A0-1925-DDCE-6679A0A06D5A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5334A4A9-09D2-E723-D1B6-7E369E4B0A6C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71848BB-CDA4-289B-9AF6-F0DEAF893698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11ACF4-F789-D43A-469E-3C470A79AD94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BE1D2C-FCE6-9547-34DD-A944E71E67E7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5E06F-A75D-C0F3-D789-F74B8428DCF5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790D8C-4547-8111-9F4D-2F7EF01F2A4F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90EA60-D807-FA1B-32A3-8200EAF95173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ACE5CFF3-90B8-6792-EB11-36DBED53C72B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736478E-AC4E-A43F-EDA2-45FD68D7FF69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7DE267E-BE78-4FE0-D313-00018D7DF283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B96C7C32-FEA4-DE42-976F-6AA745F55D1D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43E5C4B-EBD1-B132-A6A4-87FAD1D863F6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33E4D3C-59B2-AB08-BC65-09944A6037A6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7F437995-E97C-44A1-0042-819077657042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1AE84E0-3A18-9FD0-7671-285359E92640}"/>
              </a:ext>
            </a:extLst>
          </p:cNvPr>
          <p:cNvSpPr txBox="1"/>
          <p:nvPr/>
        </p:nvSpPr>
        <p:spPr>
          <a:xfrm>
            <a:off x="5424115" y="4711979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ED4DC6A8-CD1A-8F96-943E-47898F175A71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0F8AF83-FF0A-52AB-AB7F-94288E8FA454}"/>
              </a:ext>
            </a:extLst>
          </p:cNvPr>
          <p:cNvSpPr/>
          <p:nvPr/>
        </p:nvSpPr>
        <p:spPr>
          <a:xfrm>
            <a:off x="207338" y="3112964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266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53F5-1A08-D4DA-AFB6-8C7FF0D4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04D519A3-9F9B-4444-15BC-A28CD4D6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8A0EDC8-A6FB-AB84-D332-45BAEB4043C2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006C0213-68CB-6399-C33D-FC196BA07F61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B3CA80A-4DDC-B7E2-AF3A-27447B390F5B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5E4BA24-1721-C708-6581-72B95E8A5541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E9F18CE-8BB5-5320-D8D2-B5047B66B807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817CD0B3-C316-4345-6BB2-92A7F7AFA5D8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05AC53F-E338-A52B-E3F6-40877717DA36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1EDB662A-7346-E299-D08F-E5EDCC297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D5D4627-D72D-6D14-DB1D-CE576733E40B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63D5EB1-8946-AAC0-97E1-2E8F74081564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982F423A-A409-91BC-6F1A-587A1EE47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234F34B-9717-9E7D-6412-5E5BD60B6F1C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362290A-372B-5B7C-EC7E-60A0F36C568C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10CB6A1-C6A0-B6EA-ED48-991E66C65A3B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6F08E88E-FE49-568A-1B84-B3C0C44C3676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37A861-33D9-3637-DF01-81BDD4A79C38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CFD542C-1AF7-B039-E0D7-E30A98C8FFC3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3683E3CD-F08E-37DA-6D18-E069213AC5C2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01151E19-0258-C323-674A-3C877D05EA4A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EDF5DAC-5B10-18CC-FAB9-B7C9F43FCBD0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021F20-A305-BB66-DA67-57CF65488CD5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C47C6F-24D6-0C49-3DCC-0E084A8F9173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30050-9E94-B254-4995-B6B15B0C9E15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7266C9-A114-B61F-A138-1A582B7DFC3E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FDF878-A57A-5A42-B98E-79F3BC791071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537F3DB-6F9A-14F7-5BAD-C3602B942AB7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F7EC3A-A240-FBFC-11D8-DD349BA63E77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DC3CDF7-CE78-8EE1-7B8D-989AC6036D17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16EDDCB9-47CC-B363-0179-6F6F01D636E8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98912ED-EAE1-C0A6-E383-459C597A5839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0F60D37-832C-A715-F202-1CF3174DA9A8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1F5A7FAD-726B-F715-9FA6-6B54C14A4F7A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16FAD63D-6479-A519-5C33-E720CDDCF232}"/>
              </a:ext>
            </a:extLst>
          </p:cNvPr>
          <p:cNvSpPr txBox="1"/>
          <p:nvPr/>
        </p:nvSpPr>
        <p:spPr>
          <a:xfrm>
            <a:off x="5424115" y="4711979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62286BCC-7161-62C6-9F31-63256F2D0B7C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07C2C2E-1861-65BE-77B0-6317ACF43E14}"/>
              </a:ext>
            </a:extLst>
          </p:cNvPr>
          <p:cNvSpPr/>
          <p:nvPr/>
        </p:nvSpPr>
        <p:spPr>
          <a:xfrm>
            <a:off x="199856" y="342900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329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2A72-09DA-B792-EBC9-1A4A2ED5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979C7DA7-B9E6-47BE-3DDC-8998F3E5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EDA70E3-9381-8176-BCA7-BFF9AF34D450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9A66FC63-3A9D-4A6C-A331-FCC173B8FBB1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3697DEC-D7AC-940F-97FA-13B807988F6D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F73FE0B-15AC-73A4-7A08-367287271998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CCDD30C-CDC5-D321-CB1E-5A3787AE34A5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01346204-3A8B-5705-301F-49E9182D1D77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1E1EC19-3CDC-B66D-EDDC-E7002B4626CD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8A1017CA-CDC3-9272-4D6E-BCE9CFC31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7653E08E-62C4-787D-2930-BD8DC5AC51AC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D379D75-ED50-7720-73FF-9061FFF5F1BF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66F9FF1B-B931-DFFA-F245-8DC788AE4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A5D04B28-176F-CD0D-19B0-1DAEAC07B654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982B379-2AAB-54CF-E15D-80F35F69F086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6BA8185-4CB3-631A-4E1A-29C4AA64E27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E8F3013D-5E47-1510-D31C-2C017EA558FB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E04905-3868-E975-C22B-D14C7DCD8DD2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C675CB9-6A65-CEE9-5976-A9EC03F50866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485BBCAE-0732-9501-55AF-C02C6691705D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0C1C7F1F-0463-2EA4-DCD3-76EAB134E235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FEC0E8A-B74F-4958-87A6-7C31BEB7F359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53893F-D59C-13D3-873B-C41664375F90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6AA036-94A7-A86A-3A85-3272387730D4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AD534-FB45-6CA5-B4F5-2A3261A90818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58D447-86DA-A832-C2F3-82325B857AE8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FCCF4DD-00A0-D8CC-A433-F71F0775FEE7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1E30E36-1D9A-AB57-99C4-B0EB8ADFC7DD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B3F6808-9080-813A-DCF5-73157BBFD232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0C491EE-7EC3-D160-8B88-09D39D4C3963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E701518A-2157-37EB-8289-68E9E7AB4840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A89D763-053B-1C68-3F44-BA046F53DE2A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B5CEE6E-D6C9-416C-063D-84EC81D95CB5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534C05F1-E04D-221B-0FAA-4F274284050C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4C47E82-D5E7-2E7D-03EE-A49432B6EC8A}"/>
              </a:ext>
            </a:extLst>
          </p:cNvPr>
          <p:cNvSpPr txBox="1"/>
          <p:nvPr/>
        </p:nvSpPr>
        <p:spPr>
          <a:xfrm>
            <a:off x="5424115" y="4711979"/>
            <a:ext cx="3087363" cy="70788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A5A2896B-046A-6BF1-5232-76670DB96A38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DA6E98D-10A7-3046-FF21-3FF9039EC65F}"/>
              </a:ext>
            </a:extLst>
          </p:cNvPr>
          <p:cNvSpPr/>
          <p:nvPr/>
        </p:nvSpPr>
        <p:spPr>
          <a:xfrm>
            <a:off x="199856" y="342900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01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0BD7-D8B0-F334-B10F-437529B76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A6446D7A-35D0-8F6A-E799-B27C5B16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5DBFA85-5F92-B2FD-D871-95FFDAE3750E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7DF7639B-267B-B6C1-981F-23FF34536B9B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A43A98A-E57E-9BB1-54A6-BA651384A328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87C2794-A8CA-A241-D502-B7601F959AD1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1993E83-9532-1221-5721-C3094A00AE9A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B1940F7A-32CD-88F7-1504-0BD154FC54C9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27ADAE5-9872-842D-69C8-D3988F59C683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48DDE53F-17AF-5189-9769-14D31C388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C0C7A2C5-6738-B1DE-4CF9-FA183EAB83A4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71E0658-0F09-16F9-6A85-9C4C84EDC2CE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482E4DAD-C573-2D13-2B65-D22FBD416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0F7DE77-43AC-C9D9-51AD-A95CB1BA752B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D6971B5-FD78-4AA8-26A0-A189ABD27D5D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D8C489D-2DD2-E9FB-CD66-445B90AEA6D6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2A06124F-2EF3-F3E5-3271-46E7F6DF25EC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586D952-AD37-95C4-C379-855DB50F9EA1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6DD5AAD-6DE0-9AE6-8D6C-3A04F350E48B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C9B819DF-A5D9-4F2A-674F-157D1604159E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AE2D9104-6FD4-0AAA-595F-214418251E06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FFD2D3D-8E9D-DAF4-F11A-AF159A5892DD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FECA40-C87C-959C-8A0D-2881A7F4263D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C7B23D-91E5-90DF-A713-18851D5F8D2F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CDB08-C201-B7E3-74AC-E44652006140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01D70B-B618-CC34-83ED-419D3F4C643D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0D151D-6EF8-947A-1124-1DA828221A3D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C05DE29-9E3E-39F0-BF9A-C48CA6426778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70080DA-CB14-0AE6-1836-04B288258999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1ED6024-007A-779A-BCF5-E56C6DDCF08A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1676E942-2909-839A-189C-C35E1348BC92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6B27238-6021-18B8-E1A4-81C320758363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DE77D17-D809-0202-EA88-55A25199BD35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1A6379FA-881E-7E86-D702-A017628E3BB9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F8058CFC-52F0-C524-89A1-FC452831C112}"/>
              </a:ext>
            </a:extLst>
          </p:cNvPr>
          <p:cNvSpPr txBox="1"/>
          <p:nvPr/>
        </p:nvSpPr>
        <p:spPr>
          <a:xfrm>
            <a:off x="5424115" y="4711979"/>
            <a:ext cx="3087363" cy="70788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99DE3556-6C81-7752-0255-38E6323F92B6}"/>
              </a:ext>
            </a:extLst>
          </p:cNvPr>
          <p:cNvSpPr txBox="1"/>
          <p:nvPr/>
        </p:nvSpPr>
        <p:spPr>
          <a:xfrm>
            <a:off x="7884301" y="4852430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BE3E600-13A1-22C2-0773-F43B4F9F34E8}"/>
              </a:ext>
            </a:extLst>
          </p:cNvPr>
          <p:cNvSpPr/>
          <p:nvPr/>
        </p:nvSpPr>
        <p:spPr>
          <a:xfrm>
            <a:off x="195537" y="376838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19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E0B4-2DF5-ECB8-C64D-59E2F3D5C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0CF0FB73-8EE9-8C54-94EE-5CF8FFEA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E75F109-A1F3-CDD1-D56A-A44218A47785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1DDE3ACA-E08B-186A-B55D-9396AD569319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F0D3440-13F5-12BD-1F38-777A61106345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610CE71-E89A-270F-CE93-6A631E26D3EA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D0EEAD7-ECE9-9503-A08E-EF80334F4A2B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8BCE61F0-0DEF-E48D-0B50-3A70A2B42FF3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798AF36-9ADA-A12A-0099-206407A30851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D58EB252-DC54-4888-597C-50625C8C3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B9B1356E-29CB-3E06-CC12-D495DCB4E90D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37E5EE9-5EB9-4DB4-82B1-D5E535A72325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B3C34CC7-AC50-AF24-6F73-991F2BA31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280D2B4-9D20-DDF7-442A-9D06E256F496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CD44D42-4B86-3A5B-6E55-4F406AC6E257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55A238D-D78F-5CF2-41F6-7DA5901D1D82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26E5452E-7DB3-9FDA-EE1E-8E4A6D1ABFA4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38A6BE4-46AA-4594-2F5D-9956B6821538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FB7B090-86D0-6C57-6BA2-033DB288CE1E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A570A6A9-02E6-9FE8-3980-B7C8DCBCC67D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A150A35B-229F-0B18-15BD-3935EF8A9BF4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D2AAF23-4C66-3DD8-824D-87A6808CD59B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1D54EE-8FDC-3664-36AB-5B351543E270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02CF4A-C8ED-E5CA-8C77-A6018738CDBF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361C9-9D66-2D5A-F529-BFE97F8B67CE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5D7584C-81D5-968E-AD61-4F12005708E0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DA611D-DDFA-968E-9DF4-832BBB460552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EA441D4-137A-8781-7D69-BE57A6ECC0D3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350B0E8-4994-053C-34C1-694A720E8031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B09B2C0-56BB-CEF2-97F0-C43B4047A258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BA78E364-0280-535D-79B1-512C00371586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AF9F147-C17E-32F4-9926-5467A369457E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50F1D26-D7EF-A06B-4FE6-2127531474EC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F51C213E-4555-168C-F88B-EAF5191B07D1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3EA06F28-8526-0E9D-959D-18CB88ABF877}"/>
              </a:ext>
            </a:extLst>
          </p:cNvPr>
          <p:cNvSpPr txBox="1"/>
          <p:nvPr/>
        </p:nvSpPr>
        <p:spPr>
          <a:xfrm>
            <a:off x="5432243" y="4536050"/>
            <a:ext cx="3087363" cy="8925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25;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9CD0748F-C8F5-C2B1-5B11-5B102FD03410}"/>
              </a:ext>
            </a:extLst>
          </p:cNvPr>
          <p:cNvSpPr txBox="1"/>
          <p:nvPr/>
        </p:nvSpPr>
        <p:spPr>
          <a:xfrm>
            <a:off x="7918490" y="46773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FDF509B-6A31-5E1C-2271-19A2861C1570}"/>
              </a:ext>
            </a:extLst>
          </p:cNvPr>
          <p:cNvSpPr/>
          <p:nvPr/>
        </p:nvSpPr>
        <p:spPr>
          <a:xfrm>
            <a:off x="195537" y="3768380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59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EA7A-FE12-C433-2727-4E4C7ED4A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157D4728-7083-5C59-6E67-C889677D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61B4CB-FD30-9003-E5FD-BFB8D47EEAF7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0A42B8D6-C988-ECDD-CA35-99FB1380C6A6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ABAF0BB-1518-352E-288E-581FA7D4899C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E68868C-4216-CCE0-204F-AD1D005FCAD5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C1B2C52-D856-4CE0-F590-32BE4711AEE1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04C44485-B8FE-0178-A32F-DA1009B31487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46AA2B7-421F-8460-8223-1B8EEAFE4B50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8F2FE6AE-1380-D26E-E2C3-FB051280A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B0B5F539-24ED-4D79-3C66-001EBC4430DE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AEDECC1-C3CC-EC15-AA3E-B2256DE6636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DBCA69BF-4430-E730-4D6F-65AB9E507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A27C99D-5EE1-D95F-F883-B33C7FD18F3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7A026A0-D774-2230-9BEE-C5A946EE9C8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EE217DB-60D2-4895-4FFF-DF21B2A978BE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B69BCFC6-054C-8695-E052-45CF3E605489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6E6295-F787-A305-52FE-EB8AD33BF2D1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99B0E59-A4D1-0CAF-D7AB-DAAEA9286077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B09763C6-CE63-6273-3BF9-5BC7289D22D8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08E24AB7-6B5F-9B19-B34F-FD1816F3BD04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7072212-2AF3-5F1A-2851-0CCFB4914B9A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39D9FE-DC9E-C78B-0288-A5F4339170D2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C13D75-93F4-4EED-1487-E9D586C65DA2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BDB54D-2085-8691-A724-BE7CBD4176AD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4520B3-7678-6C7E-1DDD-4F4913097D57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54B89A3-B27D-F4DA-FECA-B919A19F2AAC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6465DBC-5747-5FDF-2D51-2524B9FD1325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6BC3913-2F65-614B-643E-634E8ABB0B5B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2CEA778-5409-A44A-4EAB-2591AC71B3A0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9E324D32-39D4-6DE5-FEE2-43B50E3579BE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FEF6368-EC2A-C6C3-4A01-2F6F7BB5BA20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200FB8B-97A9-B9D6-D1A9-55535EE74142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45E71892-6A91-C295-0E69-AEE56086FA28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F406735-7EF2-C90C-11B9-0E2834EBCBA9}"/>
              </a:ext>
            </a:extLst>
          </p:cNvPr>
          <p:cNvSpPr txBox="1"/>
          <p:nvPr/>
        </p:nvSpPr>
        <p:spPr>
          <a:xfrm>
            <a:off x="5432243" y="4536050"/>
            <a:ext cx="3087363" cy="8925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25;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9E1EA90A-AA25-DD27-F333-D7C37A80B023}"/>
              </a:ext>
            </a:extLst>
          </p:cNvPr>
          <p:cNvSpPr txBox="1"/>
          <p:nvPr/>
        </p:nvSpPr>
        <p:spPr>
          <a:xfrm>
            <a:off x="7918490" y="46773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794B998-56B8-DDF9-232D-5D0319269141}"/>
              </a:ext>
            </a:extLst>
          </p:cNvPr>
          <p:cNvSpPr/>
          <p:nvPr/>
        </p:nvSpPr>
        <p:spPr>
          <a:xfrm>
            <a:off x="189098" y="392891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04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30CE8-F866-04D0-EA46-3F303126E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370B8722-F0E8-36CD-369C-342E9D56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F11371-CCC7-FB15-D32F-0692A4ED6C8A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F8C2963A-9395-3EFC-A4C0-F2337AE961A9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112E010-102F-FFFA-14B3-9A46E3C24388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AB2042F-8E00-4F08-744B-76347B5BBA86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C32BF6D-C2D6-D37F-490F-0B54BE0871A7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3CD3FA4E-89A1-A913-7BA4-9512C7D9D719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345DFA6-9AA3-995E-D4FC-DC3928A9511F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A62E9F30-C04C-BD8C-4A81-8DDE12E6E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561DD1EC-8A71-D607-E41D-DFBFFE96C43F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3DB14B3-AC27-4497-A3BE-0448668860D7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D5A4806B-F672-E42D-6E8F-3D2525588C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E7A3B61-D95E-7075-26D6-78249E61ECA1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D11955E-DD19-DC55-73A6-658761322CD2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219F2B8-D1C5-C32A-6CCF-2700FA8A9536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029BA75C-B688-BBA4-5064-35759310FC07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696C32-54C6-17AA-DC14-13992D728DE3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17F8EFF-2803-9D3C-7B5A-23AC13416E93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4722D22B-4475-727F-7DAA-5C1F1A433668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D515766-E96B-720C-AE5A-82B574C84C6D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0850ECA-2A9A-9DF4-A83B-DA7DAB2C7068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44D71A-B165-13C9-850E-E9F18BE5FE5A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E94446-E8C7-DAB7-8240-192F8FFF458D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27CFE-67AE-5D8C-046B-EAF9D3973410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9FC52F-051B-5B82-68CB-8DB7E25D58EF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D3D826C-DD56-586A-D87A-ACB1B80FFDB4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96CB75A-2DBE-5655-7AC4-4746607554E9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15EC9D-72BC-19E0-100B-C5410C729BBA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C4242D2-8E28-5D96-E857-F38AF23C709D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87C4BC52-7317-61DD-7A7C-739A2C5CA728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FDE181E-2DAE-CCD3-CEE8-1664A9B7F913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7EE0CBD-B1E0-F943-ABD3-9B703B751E38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8C846BCB-6263-207E-37EA-DD9F784303B4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0F42EF68-A008-2C2D-6F7E-81A91464A31F}"/>
              </a:ext>
            </a:extLst>
          </p:cNvPr>
          <p:cNvSpPr txBox="1"/>
          <p:nvPr/>
        </p:nvSpPr>
        <p:spPr>
          <a:xfrm>
            <a:off x="5413158" y="4344954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25;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AF9A18B-C2FB-0AB2-AE64-C175A96ECE3E}"/>
              </a:ext>
            </a:extLst>
          </p:cNvPr>
          <p:cNvSpPr txBox="1"/>
          <p:nvPr/>
        </p:nvSpPr>
        <p:spPr>
          <a:xfrm>
            <a:off x="7918490" y="44936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7329975-15FB-145C-098A-FA3E1BD37BAB}"/>
              </a:ext>
            </a:extLst>
          </p:cNvPr>
          <p:cNvSpPr/>
          <p:nvPr/>
        </p:nvSpPr>
        <p:spPr>
          <a:xfrm>
            <a:off x="189098" y="392891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CC1146-09EC-759E-2866-A677A00C9345}"/>
              </a:ext>
            </a:extLst>
          </p:cNvPr>
          <p:cNvSpPr/>
          <p:nvPr/>
        </p:nvSpPr>
        <p:spPr>
          <a:xfrm>
            <a:off x="8820229" y="5371075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C503BE6-50B0-0615-63BC-7CAA6F32F3BA}"/>
              </a:ext>
            </a:extLst>
          </p:cNvPr>
          <p:cNvSpPr txBox="1"/>
          <p:nvPr/>
        </p:nvSpPr>
        <p:spPr>
          <a:xfrm>
            <a:off x="8820229" y="506821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5DBF193B-02A6-0895-80A0-DB03E3F92327}"/>
              </a:ext>
            </a:extLst>
          </p:cNvPr>
          <p:cNvSpPr txBox="1"/>
          <p:nvPr/>
        </p:nvSpPr>
        <p:spPr>
          <a:xfrm>
            <a:off x="11393691" y="495991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FB5C2B-90F1-722D-8C4A-58AD0E14B20D}"/>
              </a:ext>
            </a:extLst>
          </p:cNvPr>
          <p:cNvSpPr txBox="1"/>
          <p:nvPr/>
        </p:nvSpPr>
        <p:spPr>
          <a:xfrm>
            <a:off x="8939936" y="5504839"/>
            <a:ext cx="1047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王五</a:t>
            </a:r>
            <a:r>
              <a:rPr lang="en-US" altLang="zh-CN" dirty="0">
                <a:solidFill>
                  <a:srgbClr val="067D17"/>
                </a:solidFill>
                <a:latin typeface="+mn-ea"/>
              </a:rPr>
              <a:t>	</a:t>
            </a:r>
            <a:endParaRPr lang="zh-CN" altLang="en-US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8511FEA-0EF3-20D1-18AB-06E1ED11C530}"/>
              </a:ext>
            </a:extLst>
          </p:cNvPr>
          <p:cNvSpPr txBox="1"/>
          <p:nvPr/>
        </p:nvSpPr>
        <p:spPr>
          <a:xfrm>
            <a:off x="9631904" y="5504839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4391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6" grpId="0"/>
      <p:bldP spid="18" grpId="0"/>
      <p:bldP spid="3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0CCBE-A5CE-A73E-B75E-31C0A7E08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7BB8336E-2476-FAA7-FCF1-BA1DFACF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F375AE1-346A-2937-125B-E9E24E76CBD2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E8722A90-3D2D-8091-8775-2B6CE4E49707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A21C4FF-3CEC-48B8-F891-D52D138B5CD6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0103C97-A4DD-7D8C-6261-365E3983D58C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97ABD41-2BA2-A69E-38A5-E3765CE49B67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3708AE84-2023-F3C8-E75E-61F641BB2071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BB828F5-0266-753D-78FB-02E5893AE76D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243F6B70-E192-1BC6-53FB-F9B092EB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B3798615-F1AF-6333-40AF-3536D9BE9C08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4E444A8-AA8B-5247-8863-91F1FE49B346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3E14EFE6-742A-1B2A-76CB-E788B1810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49FA7BD-7CC5-4B92-D547-D879C5507B9A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0464258-9225-36AF-55E2-90008E964845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E8CC5D4-A66E-B2C2-5F9E-C9DA0E396587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00D4BE89-9D16-11D3-6713-A32B5408D7D7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B618EDE-9013-3B36-4B2A-F237CC11AFF7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CDB8E2A-48A7-B0EF-B64D-1AA196401C21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9D73B1EB-992E-9A93-8342-1D0A6471268F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DBE428A0-FD79-716C-CE2A-C0E849C65849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2E13C39-27E7-F5E7-2F7A-668B339DBD57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CC0B15-2543-473D-CFB7-F63AA1A28EB5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23685-BAA3-F553-E57C-2D92AC5535FA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0D90D-63FD-81EE-CE5E-87B3E9682CDB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69F10E-4DA2-FB98-7DD7-C552F9AA8D92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43CAEB-D049-514C-8A1A-105612F7EF70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7FCAAD5-1916-54BA-7225-82760272FF1F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AAA063A-0322-74D2-D20A-AAB6DF6153EC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AF58DF-3445-D276-0918-1DA2B633D8F5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DF38350A-3BD6-B4D6-078F-3AD35165CE70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34A0A22-7230-9137-2769-5613F31BDA37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F8B73C6-7BCF-2320-46C7-03A8FA8E4721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462BC4CA-3A41-B05E-285B-C90780F02AB3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57ECA2A1-1DC4-BE72-89BD-8E6AFFD7F215}"/>
              </a:ext>
            </a:extLst>
          </p:cNvPr>
          <p:cNvSpPr txBox="1"/>
          <p:nvPr/>
        </p:nvSpPr>
        <p:spPr>
          <a:xfrm>
            <a:off x="5413158" y="4344954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25;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7382A92F-F635-EE73-B758-50A06ADD7C73}"/>
              </a:ext>
            </a:extLst>
          </p:cNvPr>
          <p:cNvSpPr txBox="1"/>
          <p:nvPr/>
        </p:nvSpPr>
        <p:spPr>
          <a:xfrm>
            <a:off x="7918490" y="44936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1273BFE-B0B2-4CC4-DD1E-8764AA5DA969}"/>
              </a:ext>
            </a:extLst>
          </p:cNvPr>
          <p:cNvSpPr/>
          <p:nvPr/>
        </p:nvSpPr>
        <p:spPr>
          <a:xfrm>
            <a:off x="189098" y="3928912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A74675-92E3-54B1-B443-6F9B41D802CC}"/>
              </a:ext>
            </a:extLst>
          </p:cNvPr>
          <p:cNvSpPr/>
          <p:nvPr/>
        </p:nvSpPr>
        <p:spPr>
          <a:xfrm>
            <a:off x="8820229" y="5371075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6398F9-F405-19FE-3B60-5E5A46158A2E}"/>
              </a:ext>
            </a:extLst>
          </p:cNvPr>
          <p:cNvSpPr txBox="1"/>
          <p:nvPr/>
        </p:nvSpPr>
        <p:spPr>
          <a:xfrm>
            <a:off x="8820229" y="506821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33290480-268F-071D-4876-6C00EF656C3A}"/>
              </a:ext>
            </a:extLst>
          </p:cNvPr>
          <p:cNvSpPr txBox="1"/>
          <p:nvPr/>
        </p:nvSpPr>
        <p:spPr>
          <a:xfrm>
            <a:off x="11393691" y="495991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6D1A805-5D36-FE1A-EC6A-345176B9D737}"/>
              </a:ext>
            </a:extLst>
          </p:cNvPr>
          <p:cNvSpPr txBox="1"/>
          <p:nvPr/>
        </p:nvSpPr>
        <p:spPr>
          <a:xfrm>
            <a:off x="8939936" y="5504839"/>
            <a:ext cx="1047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王五</a:t>
            </a:r>
            <a:r>
              <a:rPr lang="en-US" altLang="zh-CN" dirty="0">
                <a:solidFill>
                  <a:srgbClr val="067D17"/>
                </a:solidFill>
                <a:latin typeface="+mn-ea"/>
              </a:rPr>
              <a:t>	</a:t>
            </a:r>
            <a:endParaRPr lang="zh-CN" altLang="en-US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277C287-1C81-D6C7-B33D-BEE0ED9ED5EA}"/>
              </a:ext>
            </a:extLst>
          </p:cNvPr>
          <p:cNvSpPr txBox="1"/>
          <p:nvPr/>
        </p:nvSpPr>
        <p:spPr>
          <a:xfrm>
            <a:off x="9631904" y="5504839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lang="zh-CN" altLang="en-US" dirty="0"/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EEB79AD1-707E-5FF5-5D29-F64876A3D5B0}"/>
              </a:ext>
            </a:extLst>
          </p:cNvPr>
          <p:cNvSpPr txBox="1"/>
          <p:nvPr/>
        </p:nvSpPr>
        <p:spPr>
          <a:xfrm>
            <a:off x="8084597" y="506606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4873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AA21-02CD-9BE0-8E0C-7106AD71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2FB4A95-CA34-0219-4722-95F69C04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C9570FB-EA16-71D5-A758-7E275DC402D0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6E0BA263-6929-6064-6A8D-64B93011870D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74EE8EF-050A-B79D-11DB-480CA20554E8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4FC5E04-9440-FE22-7C32-9DE86E9F12FB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D1D1A66-A0A7-6B39-78DC-3D29797F9144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83D3AAB5-2CD0-87D9-31B9-3A84B3BE3899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0DDD541-6FF1-F614-7EA2-A54974E758B4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3888617B-23E0-E627-CD57-1E3D78D8CA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4111134F-2950-2088-06F7-FD1354F657D8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6543EC2-DC48-6A4E-9677-3166B013E675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DD88CE02-C404-415E-55F7-7B5882CDC4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5E7E6DF6-62F2-6509-D62A-321A83F3C274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B0720D7-AC94-0EAA-5945-1FE3A071D608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776DAD4-967F-38DF-8A46-D4B59BAB0353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8B2DF24E-2AE0-3BE1-5F0B-526FEAFA7791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615A98E-2EBC-B5B0-8568-522404B1EE17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0A9520E-84DD-8B20-0DEF-A2498863BEE1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D7C2106B-B6A0-8DDE-6728-E5A628D4C3C1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98C523DF-509E-57DD-6EE8-D5203ACC63EC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655D15E-4BE7-30BB-4678-56886A7463DB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B730AB-3781-9E33-DBCF-F6397E72A7C6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BE6063-2900-D87A-1EF6-D0A0ACC10C7F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504C0-689A-36B7-733C-C7DE0A89BE8E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1EDDF4-2F26-23A5-F962-E4D3F01B3110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D1FC4D-6573-417B-E9ED-7AF3330C7653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682ED0A-C15C-188B-60C4-98D58985E4A5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F27D56D-F4CC-AE7C-62B4-CB6A265E0067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7D1C765-3720-9D37-E6EF-1A251CF2B4B0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BB55635B-CCED-A5D1-E8E1-4C0052EBBBD5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F420685-0DDC-B08C-9485-A16265A0758C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C417ED4-0564-A259-C9E4-33F1E8142655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657EA48C-3C58-576C-A18A-09D4DE1FD109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208610BA-0444-5DE4-2096-4D0C49635DCF}"/>
              </a:ext>
            </a:extLst>
          </p:cNvPr>
          <p:cNvSpPr txBox="1"/>
          <p:nvPr/>
        </p:nvSpPr>
        <p:spPr>
          <a:xfrm>
            <a:off x="5413158" y="4344954"/>
            <a:ext cx="3087363" cy="10772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25;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748E9008-2446-891F-F577-D762D8F01C9A}"/>
              </a:ext>
            </a:extLst>
          </p:cNvPr>
          <p:cNvSpPr txBox="1"/>
          <p:nvPr/>
        </p:nvSpPr>
        <p:spPr>
          <a:xfrm>
            <a:off x="7918490" y="449365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1CCCE54-A083-3E35-B7B0-B5C6E64F030B}"/>
              </a:ext>
            </a:extLst>
          </p:cNvPr>
          <p:cNvSpPr/>
          <p:nvPr/>
        </p:nvSpPr>
        <p:spPr>
          <a:xfrm>
            <a:off x="199856" y="4084761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E46953-614D-24D5-8954-2C91C5DEC553}"/>
              </a:ext>
            </a:extLst>
          </p:cNvPr>
          <p:cNvSpPr/>
          <p:nvPr/>
        </p:nvSpPr>
        <p:spPr>
          <a:xfrm>
            <a:off x="8820229" y="5371075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E21126-64A0-7600-5F2B-7E7EEBAFBC59}"/>
              </a:ext>
            </a:extLst>
          </p:cNvPr>
          <p:cNvSpPr txBox="1"/>
          <p:nvPr/>
        </p:nvSpPr>
        <p:spPr>
          <a:xfrm>
            <a:off x="8820229" y="506821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8AA64E52-294F-36B2-276E-FEF7DED050E8}"/>
              </a:ext>
            </a:extLst>
          </p:cNvPr>
          <p:cNvSpPr txBox="1"/>
          <p:nvPr/>
        </p:nvSpPr>
        <p:spPr>
          <a:xfrm>
            <a:off x="11393691" y="495991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A5900F-CE16-0E62-6DF5-B9922F3F50BC}"/>
              </a:ext>
            </a:extLst>
          </p:cNvPr>
          <p:cNvSpPr txBox="1"/>
          <p:nvPr/>
        </p:nvSpPr>
        <p:spPr>
          <a:xfrm>
            <a:off x="8939936" y="5504839"/>
            <a:ext cx="1047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王五</a:t>
            </a:r>
            <a:r>
              <a:rPr lang="en-US" altLang="zh-CN" dirty="0">
                <a:solidFill>
                  <a:srgbClr val="067D17"/>
                </a:solidFill>
                <a:latin typeface="+mn-ea"/>
              </a:rPr>
              <a:t>	</a:t>
            </a:r>
            <a:endParaRPr lang="zh-CN" altLang="en-US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82E2AA3-4744-F1B5-6664-24FDC8350DDA}"/>
              </a:ext>
            </a:extLst>
          </p:cNvPr>
          <p:cNvSpPr txBox="1"/>
          <p:nvPr/>
        </p:nvSpPr>
        <p:spPr>
          <a:xfrm>
            <a:off x="9631904" y="5504839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lang="zh-CN" altLang="en-US" dirty="0"/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F12F9E8E-7F84-9064-2CB9-AB6A00E1C908}"/>
              </a:ext>
            </a:extLst>
          </p:cNvPr>
          <p:cNvSpPr txBox="1"/>
          <p:nvPr/>
        </p:nvSpPr>
        <p:spPr>
          <a:xfrm>
            <a:off x="8084597" y="506606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57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3E61-A849-00C5-97BA-3B41F3743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990504EC-A874-7588-1B76-ED95AB8F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0051E3-2434-E55E-8E8C-C27D8DF71330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E6D9E3E3-7FB1-4BC7-DFB6-E37A096FA389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F8EA4BA-0D5E-6638-AACE-6E96FB929D5F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26A481D-3B31-A670-E8F7-771DA9A69418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88A1074-8F18-67A5-56FC-2769684D7C89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3BD63CDD-50BB-61AF-F9A6-A1A02AA0AF81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1821488-A45A-8878-DD2C-8882D0E25B1E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02CCF4F4-7281-D794-F452-D4122D9C4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B65843E9-6CDD-B48F-F135-EA54D1317F06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C80CE73-42A4-E5D1-1538-3B186A322DFE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A3B94610-7A17-B6D7-D18B-53636CFBB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4F2E67B-7FD0-2CB1-74D3-16A85CD45459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7314B11-E60C-457B-3459-51CC482C9007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0A760F9-B8D9-8A7C-4CAE-38E6878088FD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691E0B29-9637-70D9-7D8C-DBD047E8DE27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EB2A0E-993C-FCE9-709A-F7179AA3DC81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0E1D21-DDC4-8CC1-8648-0C885F501678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38CAB5C1-DE87-858A-727E-EA0C3C8BB6FB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939FD10F-6C0D-E98F-12AC-2166289E8CA8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70549A9-206B-E610-A1E6-A089E8324115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CCCB6C-4076-6164-2E88-5B7DC1832562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E83E87-7DCE-6A69-1BBC-BF682163200B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578F2-F229-AB2E-C9C7-A17B9C04A691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A726616-AAF6-5541-7398-71FDCD3F570B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563EFE-C9BF-9821-7979-75CD5B9EDBAC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ECB086E-FB6C-85F2-9BD9-F01F144986B7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CC7E567-2995-3C9A-762F-B8AF3C26A788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0C06007-31DB-51AF-2E50-B7F226797C37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E2023DCD-EE20-3D2A-6FEB-DFDC8B2C7839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39A7590-52E2-4669-0BEC-786F82630665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E545F64-C601-5B36-C088-EC1EADFB23DF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ED08C328-8F6C-3BD6-C9E8-13012252CBC3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D556E0FA-DDDA-CB52-3796-7D2DA8713BC3}"/>
              </a:ext>
            </a:extLst>
          </p:cNvPr>
          <p:cNvSpPr txBox="1"/>
          <p:nvPr/>
        </p:nvSpPr>
        <p:spPr>
          <a:xfrm>
            <a:off x="5424115" y="4255329"/>
            <a:ext cx="3087363" cy="126188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25;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list.add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A92DAFEF-39AA-3560-5CC0-49E1A874E57B}"/>
              </a:ext>
            </a:extLst>
          </p:cNvPr>
          <p:cNvSpPr txBox="1"/>
          <p:nvPr/>
        </p:nvSpPr>
        <p:spPr>
          <a:xfrm>
            <a:off x="7918672" y="4404183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C2067AE-C812-CEF3-3427-38888984F9A2}"/>
              </a:ext>
            </a:extLst>
          </p:cNvPr>
          <p:cNvSpPr/>
          <p:nvPr/>
        </p:nvSpPr>
        <p:spPr>
          <a:xfrm>
            <a:off x="199856" y="4084761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3992F3-81A7-3983-127C-8502E8D25036}"/>
              </a:ext>
            </a:extLst>
          </p:cNvPr>
          <p:cNvSpPr/>
          <p:nvPr/>
        </p:nvSpPr>
        <p:spPr>
          <a:xfrm>
            <a:off x="8820229" y="5371075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CC1A12-3225-8E42-5E31-3B1CD69DECAC}"/>
              </a:ext>
            </a:extLst>
          </p:cNvPr>
          <p:cNvSpPr txBox="1"/>
          <p:nvPr/>
        </p:nvSpPr>
        <p:spPr>
          <a:xfrm>
            <a:off x="8820229" y="506821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77E7F75D-9EEC-13EC-BA90-5CE19280180E}"/>
              </a:ext>
            </a:extLst>
          </p:cNvPr>
          <p:cNvSpPr txBox="1"/>
          <p:nvPr/>
        </p:nvSpPr>
        <p:spPr>
          <a:xfrm>
            <a:off x="11393691" y="495991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E35F495-0C5C-01B9-B5F6-0117D173EACF}"/>
              </a:ext>
            </a:extLst>
          </p:cNvPr>
          <p:cNvSpPr txBox="1"/>
          <p:nvPr/>
        </p:nvSpPr>
        <p:spPr>
          <a:xfrm>
            <a:off x="8939936" y="5504839"/>
            <a:ext cx="1047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王五</a:t>
            </a:r>
            <a:r>
              <a:rPr lang="en-US" altLang="zh-CN" dirty="0">
                <a:solidFill>
                  <a:srgbClr val="067D17"/>
                </a:solidFill>
                <a:latin typeface="+mn-ea"/>
              </a:rPr>
              <a:t>	</a:t>
            </a:r>
            <a:endParaRPr lang="zh-CN" altLang="en-US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B4959F5-EC41-4E4D-B46C-FA4D693D9639}"/>
              </a:ext>
            </a:extLst>
          </p:cNvPr>
          <p:cNvSpPr txBox="1"/>
          <p:nvPr/>
        </p:nvSpPr>
        <p:spPr>
          <a:xfrm>
            <a:off x="9631904" y="5504839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lang="zh-CN" altLang="en-US" dirty="0"/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F051A112-C7D9-85D5-6683-9DF906740ADC}"/>
              </a:ext>
            </a:extLst>
          </p:cNvPr>
          <p:cNvSpPr txBox="1"/>
          <p:nvPr/>
        </p:nvSpPr>
        <p:spPr>
          <a:xfrm>
            <a:off x="8065672" y="496821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667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0D98-D963-A947-B1A3-F71B22B7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E3BDEB88-04AE-5653-764D-5115E517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集合存储对象内存图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F60D19-3B2E-3AE1-61A4-E92CC5F5784F}"/>
              </a:ext>
            </a:extLst>
          </p:cNvPr>
          <p:cNvSpPr/>
          <p:nvPr/>
        </p:nvSpPr>
        <p:spPr>
          <a:xfrm>
            <a:off x="204064" y="993871"/>
            <a:ext cx="5052005" cy="3692429"/>
          </a:xfrm>
          <a:prstGeom prst="roundRect">
            <a:avLst>
              <a:gd name="adj" fmla="val 7261"/>
            </a:avLst>
          </a:prstGeom>
          <a:solidFill>
            <a:srgbClr val="F6F6F6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24000" rIns="3600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class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Test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args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 static void </a:t>
            </a:r>
            <a:r>
              <a:rPr lang="zh-CN" altLang="zh-CN" sz="11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addStudent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ArrayList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&lt;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&gt;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 {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 scanner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Scanner(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in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请输入姓名：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 name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1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请输入年龄：</a:t>
            </a:r>
            <a:r>
              <a:rPr lang="zh-CN" altLang="zh-CN" sz="11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scanner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.nextInt();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Student stu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sz="11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name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age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list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.add(</a:t>
            </a:r>
            <a:r>
              <a:rPr lang="zh-CN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</a:t>
            </a:r>
            <a:r>
              <a:rPr lang="en-US" altLang="zh-CN" sz="11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u</a:t>
            </a: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1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DD0AAFDB-2D86-8F77-4E1E-41B089878898}"/>
              </a:ext>
            </a:extLst>
          </p:cNvPr>
          <p:cNvSpPr/>
          <p:nvPr/>
        </p:nvSpPr>
        <p:spPr>
          <a:xfrm>
            <a:off x="189098" y="919356"/>
            <a:ext cx="5071338" cy="369332"/>
          </a:xfrm>
          <a:prstGeom prst="round2SameRect">
            <a:avLst>
              <a:gd name="adj1" fmla="val 26923"/>
              <a:gd name="adj2" fmla="val 0"/>
            </a:avLst>
          </a:prstGeom>
          <a:solidFill>
            <a:srgbClr val="BCBCB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altLang="zh-CN" sz="1200" b="1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F8C1462-7C82-1F44-BCF9-22A9C9004DDA}"/>
              </a:ext>
            </a:extLst>
          </p:cNvPr>
          <p:cNvSpPr>
            <a:spLocks/>
          </p:cNvSpPr>
          <p:nvPr/>
        </p:nvSpPr>
        <p:spPr>
          <a:xfrm>
            <a:off x="347779" y="1104022"/>
            <a:ext cx="100695" cy="101607"/>
          </a:xfrm>
          <a:prstGeom prst="ellipse">
            <a:avLst/>
          </a:prstGeom>
          <a:solidFill>
            <a:srgbClr val="FE5F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83E94A7-EAA2-69D0-F953-822362CC5E22}"/>
              </a:ext>
            </a:extLst>
          </p:cNvPr>
          <p:cNvSpPr>
            <a:spLocks/>
          </p:cNvSpPr>
          <p:nvPr/>
        </p:nvSpPr>
        <p:spPr>
          <a:xfrm>
            <a:off x="690528" y="1106818"/>
            <a:ext cx="100695" cy="101607"/>
          </a:xfrm>
          <a:prstGeom prst="ellipse">
            <a:avLst/>
          </a:prstGeom>
          <a:solidFill>
            <a:srgbClr val="2FC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6171C3C-05A0-BFDE-8B7D-44FA42E1BFA4}"/>
              </a:ext>
            </a:extLst>
          </p:cNvPr>
          <p:cNvSpPr/>
          <p:nvPr/>
        </p:nvSpPr>
        <p:spPr>
          <a:xfrm>
            <a:off x="519153" y="1104022"/>
            <a:ext cx="100695" cy="101607"/>
          </a:xfrm>
          <a:prstGeom prst="ellipse">
            <a:avLst/>
          </a:prstGeom>
          <a:solidFill>
            <a:srgbClr val="FFC1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10">
            <a:extLst>
              <a:ext uri="{FF2B5EF4-FFF2-40B4-BE49-F238E27FC236}">
                <a16:creationId xmlns:a16="http://schemas.microsoft.com/office/drawing/2014/main" id="{A861E4AE-0F48-74DF-F5AE-B96339CB139F}"/>
              </a:ext>
            </a:extLst>
          </p:cNvPr>
          <p:cNvGrpSpPr>
            <a:grpSpLocks/>
          </p:cNvGrpSpPr>
          <p:nvPr/>
        </p:nvGrpSpPr>
        <p:grpSpPr bwMode="auto">
          <a:xfrm>
            <a:off x="8668786" y="993872"/>
            <a:ext cx="3414390" cy="5729950"/>
            <a:chOff x="6565874" y="1354975"/>
            <a:chExt cx="2398614" cy="3592863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72878F8-9CAA-37F8-D890-099ED33CBE03}"/>
                </a:ext>
              </a:extLst>
            </p:cNvPr>
            <p:cNvSpPr/>
            <p:nvPr/>
          </p:nvSpPr>
          <p:spPr bwMode="auto">
            <a:xfrm>
              <a:off x="6565874" y="1354975"/>
              <a:ext cx="2398614" cy="3592863"/>
            </a:xfrm>
            <a:prstGeom prst="rect">
              <a:avLst/>
            </a:prstGeom>
            <a:solidFill>
              <a:srgbClr val="047FFD">
                <a:alpha val="10000"/>
              </a:srgbClr>
            </a:solidFill>
            <a:ln w="38100">
              <a:solidFill>
                <a:srgbClr val="047FFD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9966F701-E461-BC84-E3E6-F22616C8F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868" y="4489224"/>
              <a:ext cx="936625" cy="44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047FFD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堆内存</a:t>
              </a:r>
            </a:p>
          </p:txBody>
        </p:sp>
      </p:grpSp>
      <p:grpSp>
        <p:nvGrpSpPr>
          <p:cNvPr id="25" name="组合 13">
            <a:extLst>
              <a:ext uri="{FF2B5EF4-FFF2-40B4-BE49-F238E27FC236}">
                <a16:creationId xmlns:a16="http://schemas.microsoft.com/office/drawing/2014/main" id="{95A89C56-77BF-C629-20FF-76FAE2ED27CF}"/>
              </a:ext>
            </a:extLst>
          </p:cNvPr>
          <p:cNvGrpSpPr>
            <a:grpSpLocks/>
          </p:cNvGrpSpPr>
          <p:nvPr/>
        </p:nvGrpSpPr>
        <p:grpSpPr bwMode="auto">
          <a:xfrm>
            <a:off x="5344953" y="983290"/>
            <a:ext cx="3246597" cy="5735010"/>
            <a:chOff x="4441895" y="1347668"/>
            <a:chExt cx="1771200" cy="3600177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D53D790-AE35-CDC2-B597-DE03975E24AA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7" name="TextBox 2">
              <a:extLst>
                <a:ext uri="{FF2B5EF4-FFF2-40B4-BE49-F238E27FC236}">
                  <a16:creationId xmlns:a16="http://schemas.microsoft.com/office/drawing/2014/main" id="{EAFC2D46-46CE-D97B-6416-6E8C765AA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58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栈内存</a:t>
              </a:r>
              <a:endParaRPr lang="en-US" altLang="zh-CN" sz="24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4EDB771-6D62-92ED-A3BA-A5ED57337828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D653EA7B-800B-FFC5-29E5-0034FAA7522E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C87372F-AADE-30B0-B852-1326BEBE6C58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53C56836-83FC-99B9-3279-A6D4D89B4FC8}"/>
              </a:ext>
            </a:extLst>
          </p:cNvPr>
          <p:cNvSpPr txBox="1"/>
          <p:nvPr/>
        </p:nvSpPr>
        <p:spPr>
          <a:xfrm>
            <a:off x="5424115" y="5586174"/>
            <a:ext cx="3087363" cy="52322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C07DB1B-5B13-0164-7B3A-DB72B54F1D84}"/>
              </a:ext>
            </a:extLst>
          </p:cNvPr>
          <p:cNvSpPr/>
          <p:nvPr/>
        </p:nvSpPr>
        <p:spPr>
          <a:xfrm>
            <a:off x="8820230" y="1354186"/>
            <a:ext cx="3111499" cy="148589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6CB4256-5E24-DF66-4D7B-68636C896358}"/>
              </a:ext>
            </a:extLst>
          </p:cNvPr>
          <p:cNvSpPr txBox="1"/>
          <p:nvPr/>
        </p:nvSpPr>
        <p:spPr>
          <a:xfrm>
            <a:off x="8759696" y="105696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ArrayList&lt;&gt;();</a:t>
            </a:r>
            <a:endParaRPr lang="zh-CN" altLang="en-US" sz="1200" dirty="0"/>
          </a:p>
        </p:txBody>
      </p:sp>
      <p:sp>
        <p:nvSpPr>
          <p:cNvPr id="35" name="TextBox 4">
            <a:extLst>
              <a:ext uri="{FF2B5EF4-FFF2-40B4-BE49-F238E27FC236}">
                <a16:creationId xmlns:a16="http://schemas.microsoft.com/office/drawing/2014/main" id="{2DCABD91-60B3-259E-A205-684D440031A1}"/>
              </a:ext>
            </a:extLst>
          </p:cNvPr>
          <p:cNvSpPr txBox="1"/>
          <p:nvPr/>
        </p:nvSpPr>
        <p:spPr>
          <a:xfrm>
            <a:off x="11376402" y="96888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75C1190F-1BF0-6C36-C51C-99007B33076C}"/>
              </a:ext>
            </a:extLst>
          </p:cNvPr>
          <p:cNvSpPr txBox="1"/>
          <p:nvPr/>
        </p:nvSpPr>
        <p:spPr>
          <a:xfrm>
            <a:off x="7904681" y="572409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A84ACAF-1A59-A926-5BBB-097759F8AD9D}"/>
              </a:ext>
            </a:extLst>
          </p:cNvPr>
          <p:cNvSpPr/>
          <p:nvPr/>
        </p:nvSpPr>
        <p:spPr>
          <a:xfrm>
            <a:off x="206247" y="2402687"/>
            <a:ext cx="5052005" cy="17283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54B616-170D-B2CC-E089-4ED9DAA446CD}"/>
              </a:ext>
            </a:extLst>
          </p:cNvPr>
          <p:cNvSpPr/>
          <p:nvPr/>
        </p:nvSpPr>
        <p:spPr>
          <a:xfrm>
            <a:off x="8820229" y="321870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A38E93-CD48-EAD3-E5E8-3CFD140EC264}"/>
              </a:ext>
            </a:extLst>
          </p:cNvPr>
          <p:cNvSpPr txBox="1"/>
          <p:nvPr/>
        </p:nvSpPr>
        <p:spPr>
          <a:xfrm>
            <a:off x="8820229" y="291585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2AE66-44D3-9258-891F-00EA917BFC4C}"/>
              </a:ext>
            </a:extLst>
          </p:cNvPr>
          <p:cNvSpPr txBox="1"/>
          <p:nvPr/>
        </p:nvSpPr>
        <p:spPr>
          <a:xfrm>
            <a:off x="11393691" y="280755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94400F-A1AF-912E-D538-BADA268D8F55}"/>
              </a:ext>
            </a:extLst>
          </p:cNvPr>
          <p:cNvSpPr txBox="1"/>
          <p:nvPr/>
        </p:nvSpPr>
        <p:spPr>
          <a:xfrm>
            <a:off x="8939936" y="3348821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67D17"/>
                </a:solidFill>
                <a:latin typeface="+mn-ea"/>
              </a:rPr>
              <a:t>张三</a:t>
            </a:r>
            <a:endParaRPr lang="zh-CN" altLang="en-US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FBA21B8-C7C1-07DC-D322-38B7C9BDD5AB}"/>
              </a:ext>
            </a:extLst>
          </p:cNvPr>
          <p:cNvSpPr txBox="1"/>
          <p:nvPr/>
        </p:nvSpPr>
        <p:spPr>
          <a:xfrm>
            <a:off x="9631904" y="3348821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23</a:t>
            </a:r>
            <a:endParaRPr lang="zh-CN" alt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81F55C8B-53EC-F5D6-3979-6A9935EC6BD3}"/>
              </a:ext>
            </a:extLst>
          </p:cNvPr>
          <p:cNvSpPr txBox="1"/>
          <p:nvPr/>
        </p:nvSpPr>
        <p:spPr>
          <a:xfrm>
            <a:off x="8827599" y="1354186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00A 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3D8DBE4-779C-00CA-29F5-DD37C5CBA992}"/>
              </a:ext>
            </a:extLst>
          </p:cNvPr>
          <p:cNvSpPr/>
          <p:nvPr/>
        </p:nvSpPr>
        <p:spPr>
          <a:xfrm>
            <a:off x="8820229" y="4303269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199FEDE-6715-1C42-E134-559C78DE25E0}"/>
              </a:ext>
            </a:extLst>
          </p:cNvPr>
          <p:cNvSpPr txBox="1"/>
          <p:nvPr/>
        </p:nvSpPr>
        <p:spPr>
          <a:xfrm>
            <a:off x="8820229" y="4000411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78A7A933-82E9-91ED-1C2F-EFEC70E2023A}"/>
              </a:ext>
            </a:extLst>
          </p:cNvPr>
          <p:cNvSpPr txBox="1"/>
          <p:nvPr/>
        </p:nvSpPr>
        <p:spPr>
          <a:xfrm>
            <a:off x="11393691" y="3892112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5AAA147-726F-F47A-A13E-5C5040197D72}"/>
              </a:ext>
            </a:extLst>
          </p:cNvPr>
          <p:cNvSpPr txBox="1"/>
          <p:nvPr/>
        </p:nvSpPr>
        <p:spPr>
          <a:xfrm>
            <a:off x="8939936" y="4448685"/>
            <a:ext cx="1047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李四</a:t>
            </a:r>
            <a:endParaRPr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BFAB75E-7E40-4879-1407-D2754EBF0D57}"/>
              </a:ext>
            </a:extLst>
          </p:cNvPr>
          <p:cNvSpPr txBox="1"/>
          <p:nvPr/>
        </p:nvSpPr>
        <p:spPr>
          <a:xfrm>
            <a:off x="9631904" y="4448685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24</a:t>
            </a:r>
            <a:endParaRPr lang="zh-CN" altLang="en-US" dirty="0"/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DDCD1DC1-BB9C-0820-6801-177BAEC533BC}"/>
              </a:ext>
            </a:extLst>
          </p:cNvPr>
          <p:cNvSpPr txBox="1"/>
          <p:nvPr/>
        </p:nvSpPr>
        <p:spPr>
          <a:xfrm>
            <a:off x="8827599" y="1773819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00B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4AAEA08D-ABCA-C98C-326B-46EF6C0C5864}"/>
              </a:ext>
            </a:extLst>
          </p:cNvPr>
          <p:cNvSpPr txBox="1"/>
          <p:nvPr/>
        </p:nvSpPr>
        <p:spPr>
          <a:xfrm>
            <a:off x="5424115" y="4255329"/>
            <a:ext cx="3087363" cy="126188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方法：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addStudent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ArrayList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&lt;Student&gt; list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String name = 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en-US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王五</a:t>
            </a:r>
            <a:r>
              <a:rPr lang="zh-CN" altLang="zh-CN" sz="12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 = 25;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</a:t>
            </a:r>
            <a:r>
              <a:rPr lang="en-US" altLang="zh-CN" sz="1200" b="1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Student(...);</a:t>
            </a:r>
            <a:r>
              <a:rPr lang="en-US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list.add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200" kern="0" dirty="0" err="1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</a:t>
            </a:r>
            <a:r>
              <a:rPr lang="en-US" altLang="zh-CN" sz="12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28096BA5-E30A-2B8F-E6E4-AC1423674EDD}"/>
              </a:ext>
            </a:extLst>
          </p:cNvPr>
          <p:cNvSpPr txBox="1"/>
          <p:nvPr/>
        </p:nvSpPr>
        <p:spPr>
          <a:xfrm>
            <a:off x="7918672" y="4404183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001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CCFAC2A-E756-461F-C7A2-EF31D8A5A836}"/>
              </a:ext>
            </a:extLst>
          </p:cNvPr>
          <p:cNvSpPr/>
          <p:nvPr/>
        </p:nvSpPr>
        <p:spPr>
          <a:xfrm>
            <a:off x="199856" y="4084761"/>
            <a:ext cx="5049822" cy="159771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2A665-B1C5-A257-D845-6CCA1ED149BE}"/>
              </a:ext>
            </a:extLst>
          </p:cNvPr>
          <p:cNvSpPr/>
          <p:nvPr/>
        </p:nvSpPr>
        <p:spPr>
          <a:xfrm>
            <a:off x="8820229" y="5371075"/>
            <a:ext cx="3111499" cy="62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35C631-9FFE-22CB-9325-750473469A80}"/>
              </a:ext>
            </a:extLst>
          </p:cNvPr>
          <p:cNvSpPr txBox="1"/>
          <p:nvPr/>
        </p:nvSpPr>
        <p:spPr>
          <a:xfrm>
            <a:off x="8820229" y="5068217"/>
            <a:ext cx="1616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en-US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Student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200" dirty="0"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1305C0E3-6A3D-EE7F-45EB-3E01C3A81929}"/>
              </a:ext>
            </a:extLst>
          </p:cNvPr>
          <p:cNvSpPr txBox="1"/>
          <p:nvPr/>
        </p:nvSpPr>
        <p:spPr>
          <a:xfrm>
            <a:off x="11393691" y="4959918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5C2DBBE-CBF2-EAA4-6F61-8CEDB2FDA04D}"/>
              </a:ext>
            </a:extLst>
          </p:cNvPr>
          <p:cNvSpPr txBox="1"/>
          <p:nvPr/>
        </p:nvSpPr>
        <p:spPr>
          <a:xfrm>
            <a:off x="8939936" y="5504839"/>
            <a:ext cx="1047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67D17"/>
                </a:solidFill>
                <a:latin typeface="+mn-ea"/>
              </a:rPr>
              <a:t>王五</a:t>
            </a:r>
            <a:r>
              <a:rPr lang="en-US" altLang="zh-CN" dirty="0">
                <a:solidFill>
                  <a:srgbClr val="067D17"/>
                </a:solidFill>
                <a:latin typeface="+mn-ea"/>
              </a:rPr>
              <a:t>	</a:t>
            </a:r>
            <a:endParaRPr lang="zh-CN" altLang="en-US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0877B0D-FB29-D576-44C5-414718809884}"/>
              </a:ext>
            </a:extLst>
          </p:cNvPr>
          <p:cNvSpPr txBox="1"/>
          <p:nvPr/>
        </p:nvSpPr>
        <p:spPr>
          <a:xfrm>
            <a:off x="9631904" y="5504839"/>
            <a:ext cx="50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5</a:t>
            </a:r>
            <a:endParaRPr lang="zh-CN" altLang="en-US" dirty="0"/>
          </a:p>
        </p:txBody>
      </p:sp>
      <p:sp>
        <p:nvSpPr>
          <p:cNvPr id="43" name="TextBox 4">
            <a:extLst>
              <a:ext uri="{FF2B5EF4-FFF2-40B4-BE49-F238E27FC236}">
                <a16:creationId xmlns:a16="http://schemas.microsoft.com/office/drawing/2014/main" id="{A96088E4-3F30-D2F3-24D7-09438B819E15}"/>
              </a:ext>
            </a:extLst>
          </p:cNvPr>
          <p:cNvSpPr txBox="1"/>
          <p:nvPr/>
        </p:nvSpPr>
        <p:spPr>
          <a:xfrm>
            <a:off x="8065672" y="4968211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92C3ED0F-0FB7-F98E-66A1-B4C8EB076213}"/>
              </a:ext>
            </a:extLst>
          </p:cNvPr>
          <p:cNvSpPr txBox="1"/>
          <p:nvPr/>
        </p:nvSpPr>
        <p:spPr>
          <a:xfrm>
            <a:off x="8827599" y="2242684"/>
            <a:ext cx="483658" cy="385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b="1" dirty="0">
                <a:solidFill>
                  <a:srgbClr val="7030A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00C</a:t>
            </a:r>
            <a:endParaRPr lang="zh-CN" altLang="en-US" sz="1400" b="1" dirty="0">
              <a:solidFill>
                <a:srgbClr val="7030A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89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6" grpId="0"/>
      <p:bldP spid="19" grpId="0"/>
      <p:bldP spid="20" grpId="0" animBg="1"/>
      <p:bldP spid="21" grpId="0"/>
      <p:bldP spid="33" grpId="0" animBg="1"/>
      <p:bldP spid="43" grpId="0"/>
      <p:bldP spid="44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554EA-72A7-ED33-FB93-63239203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集合删除元素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D3A260-22F7-4F1A-A230-A87439DC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需求：创建一个存储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的集合，内部存储（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，张三，李四，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）字符串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删除所有的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test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字符串，删除后，将集合剩余元素打印在控制台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768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57112-E3F4-77F6-7100-2A8D09C65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集合元素筛选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D3A260-22F7-4F1A-A230-A87439DCED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需求：定义一个方法，方法接收一个集合对象（泛型为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Student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方法内部将年龄低于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18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的学生对象找出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并存入新集合对象，方法返回新集合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105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4459-0098-4D12-2C38-4BA569C9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F288B-E6A1-16B3-CAD8-0096563F59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商品管理系统</a:t>
            </a:r>
          </a:p>
        </p:txBody>
      </p:sp>
    </p:spTree>
    <p:extLst>
      <p:ext uri="{BB962C8B-B14F-4D97-AF65-F5344CB8AC3E}">
        <p14:creationId xmlns:p14="http://schemas.microsoft.com/office/powerpoint/2010/main" val="35166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10362</TotalTime>
  <Words>8164</Words>
  <Application>Microsoft Office PowerPoint</Application>
  <PresentationFormat>宽屏</PresentationFormat>
  <Paragraphs>916</Paragraphs>
  <Slides>61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61</vt:i4>
      </vt:variant>
    </vt:vector>
  </HeadingPairs>
  <TitlesOfParts>
    <vt:vector size="82" baseType="lpstr">
      <vt:lpstr>Alibaba PuHuiTi B</vt:lpstr>
      <vt:lpstr>Alibaba PuHuiTi M</vt:lpstr>
      <vt:lpstr>Alibaba PuHuiTi Medium</vt:lpstr>
      <vt:lpstr>Alibaba PuHuiTi R</vt:lpstr>
      <vt:lpstr>阿里巴巴普惠体</vt:lpstr>
      <vt:lpstr>阿里巴巴普惠体 Heavy</vt:lpstr>
      <vt:lpstr>阿里巴巴普惠体 Medium</vt:lpstr>
      <vt:lpstr>等线</vt:lpstr>
      <vt:lpstr>楷体</vt:lpstr>
      <vt:lpstr>杨任东竹石体-Bold</vt:lpstr>
      <vt:lpstr>Arial</vt:lpstr>
      <vt:lpstr>Calisto MT</vt:lpstr>
      <vt:lpstr>Consolas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第十一章：集合基础</vt:lpstr>
      <vt:lpstr>什么是集合？</vt:lpstr>
      <vt:lpstr>集合介绍</vt:lpstr>
      <vt:lpstr>集合介绍</vt:lpstr>
      <vt:lpstr>集合介绍</vt:lpstr>
      <vt:lpstr>ArrayList 长度可变原理</vt:lpstr>
      <vt:lpstr>ArrayList 长度可变原理</vt:lpstr>
      <vt:lpstr>ArrayList 长度可变原理</vt:lpstr>
      <vt:lpstr>ArrayList 长度可变原理</vt:lpstr>
      <vt:lpstr>ArrayList 长度可变原理</vt:lpstr>
      <vt:lpstr>ArrayList 长度可变原理</vt:lpstr>
      <vt:lpstr>集合和数组的使用选择</vt:lpstr>
      <vt:lpstr>PowerPoint 演示文稿</vt:lpstr>
      <vt:lpstr>PowerPoint 演示文稿</vt:lpstr>
      <vt:lpstr>创建集合</vt:lpstr>
      <vt:lpstr>PowerPoint 演示文稿</vt:lpstr>
      <vt:lpstr>PowerPoint 演示文稿</vt:lpstr>
      <vt:lpstr>PowerPoint 演示文稿</vt:lpstr>
      <vt:lpstr>ArrayList 集合常用成员方法</vt:lpstr>
      <vt:lpstr>PowerPoint 演示文稿</vt:lpstr>
      <vt:lpstr>PowerPoint 演示文稿</vt:lpstr>
      <vt:lpstr>集合存储字符串并遍历</vt:lpstr>
      <vt:lpstr>集合存储学生对象并遍历</vt:lpstr>
      <vt:lpstr>集合存储学生对象并遍历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集合存储对象内存图</vt:lpstr>
      <vt:lpstr>集合删除元素</vt:lpstr>
      <vt:lpstr>集合元素筛选</vt:lpstr>
      <vt:lpstr>商品管理系统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1332</cp:revision>
  <cp:lastPrinted>2022-05-29T16:00:00Z</cp:lastPrinted>
  <dcterms:created xsi:type="dcterms:W3CDTF">2022-05-29T16:00:00Z</dcterms:created>
  <dcterms:modified xsi:type="dcterms:W3CDTF">2025-04-21T08:50:46Z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