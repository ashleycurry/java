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3.xml" ContentType="application/vnd.openxmlformats-officedocument.theme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4.xml" ContentType="application/vnd.openxmlformats-officedocument.theme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71" r:id="rId2"/>
    <p:sldMasterId id="2147483660" r:id="rId3"/>
    <p:sldMasterId id="2147483672" r:id="rId4"/>
    <p:sldMasterId id="2147483679" r:id="rId5"/>
  </p:sldMasterIdLst>
  <p:notesMasterIdLst>
    <p:notesMasterId r:id="rId60"/>
  </p:notesMasterIdLst>
  <p:handoutMasterIdLst>
    <p:handoutMasterId r:id="rId61"/>
  </p:handoutMasterIdLst>
  <p:sldIdLst>
    <p:sldId id="280" r:id="rId6"/>
    <p:sldId id="2805" r:id="rId7"/>
    <p:sldId id="2829" r:id="rId8"/>
    <p:sldId id="1283" r:id="rId9"/>
    <p:sldId id="1640" r:id="rId10"/>
    <p:sldId id="1284" r:id="rId11"/>
    <p:sldId id="1285" r:id="rId12"/>
    <p:sldId id="1288" r:id="rId13"/>
    <p:sldId id="2831" r:id="rId14"/>
    <p:sldId id="1286" r:id="rId15"/>
    <p:sldId id="2832" r:id="rId16"/>
    <p:sldId id="1287" r:id="rId17"/>
    <p:sldId id="2833" r:id="rId18"/>
    <p:sldId id="1629" r:id="rId19"/>
    <p:sldId id="1642" r:id="rId20"/>
    <p:sldId id="1630" r:id="rId21"/>
    <p:sldId id="1634" r:id="rId22"/>
    <p:sldId id="1635" r:id="rId23"/>
    <p:sldId id="1636" r:id="rId24"/>
    <p:sldId id="1637" r:id="rId25"/>
    <p:sldId id="1638" r:id="rId26"/>
    <p:sldId id="2834" r:id="rId27"/>
    <p:sldId id="2840" r:id="rId28"/>
    <p:sldId id="2841" r:id="rId29"/>
    <p:sldId id="1646" r:id="rId30"/>
    <p:sldId id="1648" r:id="rId31"/>
    <p:sldId id="1647" r:id="rId32"/>
    <p:sldId id="1649" r:id="rId33"/>
    <p:sldId id="1650" r:id="rId34"/>
    <p:sldId id="1651" r:id="rId35"/>
    <p:sldId id="2843" r:id="rId36"/>
    <p:sldId id="1645" r:id="rId37"/>
    <p:sldId id="2835" r:id="rId38"/>
    <p:sldId id="1309" r:id="rId39"/>
    <p:sldId id="1306" r:id="rId40"/>
    <p:sldId id="1307" r:id="rId41"/>
    <p:sldId id="2836" r:id="rId42"/>
    <p:sldId id="1308" r:id="rId43"/>
    <p:sldId id="1644" r:id="rId44"/>
    <p:sldId id="1325" r:id="rId45"/>
    <p:sldId id="1326" r:id="rId46"/>
    <p:sldId id="1327" r:id="rId47"/>
    <p:sldId id="2844" r:id="rId48"/>
    <p:sldId id="1633" r:id="rId49"/>
    <p:sldId id="1892" r:id="rId50"/>
    <p:sldId id="2826" r:id="rId51"/>
    <p:sldId id="732" r:id="rId52"/>
    <p:sldId id="571" r:id="rId53"/>
    <p:sldId id="2827" r:id="rId54"/>
    <p:sldId id="2842" r:id="rId55"/>
    <p:sldId id="1655" r:id="rId56"/>
    <p:sldId id="1657" r:id="rId57"/>
    <p:sldId id="1656" r:id="rId58"/>
    <p:sldId id="288" r:id="rId59"/>
  </p:sldIdLst>
  <p:sldSz cx="12192000" cy="6858000"/>
  <p:notesSz cx="6858000" cy="9144000"/>
  <p:custDataLst>
    <p:tags r:id="rId6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05B0C935-3A8C-4FC9-B6CD-4BB339AB9D93}">
          <p14:sldIdLst>
            <p14:sldId id="280"/>
            <p14:sldId id="2805"/>
            <p14:sldId id="2829"/>
            <p14:sldId id="1283"/>
            <p14:sldId id="1640"/>
            <p14:sldId id="1284"/>
            <p14:sldId id="1285"/>
            <p14:sldId id="1288"/>
            <p14:sldId id="2831"/>
            <p14:sldId id="1286"/>
            <p14:sldId id="2832"/>
            <p14:sldId id="1287"/>
            <p14:sldId id="2833"/>
            <p14:sldId id="1629"/>
            <p14:sldId id="1642"/>
            <p14:sldId id="1630"/>
            <p14:sldId id="1634"/>
            <p14:sldId id="1635"/>
            <p14:sldId id="1636"/>
            <p14:sldId id="1637"/>
            <p14:sldId id="1638"/>
            <p14:sldId id="2834"/>
            <p14:sldId id="2840"/>
            <p14:sldId id="2841"/>
            <p14:sldId id="1646"/>
            <p14:sldId id="1648"/>
            <p14:sldId id="1647"/>
            <p14:sldId id="1649"/>
            <p14:sldId id="1650"/>
            <p14:sldId id="1651"/>
            <p14:sldId id="2843"/>
            <p14:sldId id="1645"/>
            <p14:sldId id="2835"/>
            <p14:sldId id="1309"/>
            <p14:sldId id="1306"/>
            <p14:sldId id="1307"/>
            <p14:sldId id="2836"/>
            <p14:sldId id="1308"/>
            <p14:sldId id="1644"/>
            <p14:sldId id="1325"/>
            <p14:sldId id="1326"/>
            <p14:sldId id="1327"/>
            <p14:sldId id="2844"/>
            <p14:sldId id="1633"/>
            <p14:sldId id="1892"/>
            <p14:sldId id="2826"/>
            <p14:sldId id="732"/>
            <p14:sldId id="571"/>
            <p14:sldId id="2827"/>
            <p14:sldId id="2842"/>
            <p14:sldId id="1655"/>
            <p14:sldId id="1657"/>
            <p14:sldId id="1656"/>
            <p14:sldId id="288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D2B26"/>
    <a:srgbClr val="DBD8D2"/>
    <a:srgbClr val="EC2025"/>
    <a:srgbClr val="F22126"/>
    <a:srgbClr val="E5E5E5"/>
    <a:srgbClr val="0067E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179" autoAdjust="0"/>
    <p:restoredTop sz="94349" autoAdjust="0"/>
  </p:normalViewPr>
  <p:slideViewPr>
    <p:cSldViewPr snapToGrid="0" showGuides="1">
      <p:cViewPr varScale="1">
        <p:scale>
          <a:sx n="75" d="100"/>
          <a:sy n="75" d="100"/>
        </p:scale>
        <p:origin x="773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4" d="100"/>
          <a:sy n="84" d="100"/>
        </p:scale>
        <p:origin x="2184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1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slide" Target="slides/slide37.xml"/><Relationship Id="rId47" Type="http://schemas.openxmlformats.org/officeDocument/2006/relationships/slide" Target="slides/slide42.xml"/><Relationship Id="rId50" Type="http://schemas.openxmlformats.org/officeDocument/2006/relationships/slide" Target="slides/slide45.xml"/><Relationship Id="rId55" Type="http://schemas.openxmlformats.org/officeDocument/2006/relationships/slide" Target="slides/slide50.xml"/><Relationship Id="rId63" Type="http://schemas.openxmlformats.org/officeDocument/2006/relationships/presProps" Target="presProps.xml"/><Relationship Id="rId7" Type="http://schemas.openxmlformats.org/officeDocument/2006/relationships/slide" Target="slides/slide2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1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slide" Target="slides/slide35.xml"/><Relationship Id="rId45" Type="http://schemas.openxmlformats.org/officeDocument/2006/relationships/slide" Target="slides/slide40.xml"/><Relationship Id="rId53" Type="http://schemas.openxmlformats.org/officeDocument/2006/relationships/slide" Target="slides/slide48.xml"/><Relationship Id="rId58" Type="http://schemas.openxmlformats.org/officeDocument/2006/relationships/slide" Target="slides/slide53.xml"/><Relationship Id="rId66" Type="http://schemas.openxmlformats.org/officeDocument/2006/relationships/tableStyles" Target="tableStyles.xml"/><Relationship Id="rId5" Type="http://schemas.openxmlformats.org/officeDocument/2006/relationships/slideMaster" Target="slideMasters/slideMaster5.xml"/><Relationship Id="rId61" Type="http://schemas.openxmlformats.org/officeDocument/2006/relationships/handoutMaster" Target="handoutMasters/handoutMaster1.xml"/><Relationship Id="rId19" Type="http://schemas.openxmlformats.org/officeDocument/2006/relationships/slide" Target="slides/slide1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slide" Target="slides/slide38.xml"/><Relationship Id="rId48" Type="http://schemas.openxmlformats.org/officeDocument/2006/relationships/slide" Target="slides/slide43.xml"/><Relationship Id="rId56" Type="http://schemas.openxmlformats.org/officeDocument/2006/relationships/slide" Target="slides/slide51.xml"/><Relationship Id="rId64" Type="http://schemas.openxmlformats.org/officeDocument/2006/relationships/viewProps" Target="viewProps.xml"/><Relationship Id="rId8" Type="http://schemas.openxmlformats.org/officeDocument/2006/relationships/slide" Target="slides/slide3.xml"/><Relationship Id="rId51" Type="http://schemas.openxmlformats.org/officeDocument/2006/relationships/slide" Target="slides/slide46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slide" Target="slides/slide41.xml"/><Relationship Id="rId59" Type="http://schemas.openxmlformats.org/officeDocument/2006/relationships/slide" Target="slides/slide54.xml"/><Relationship Id="rId20" Type="http://schemas.openxmlformats.org/officeDocument/2006/relationships/slide" Target="slides/slide15.xml"/><Relationship Id="rId41" Type="http://schemas.openxmlformats.org/officeDocument/2006/relationships/slide" Target="slides/slide36.xml"/><Relationship Id="rId54" Type="http://schemas.openxmlformats.org/officeDocument/2006/relationships/slide" Target="slides/slide49.xml"/><Relationship Id="rId62" Type="http://schemas.openxmlformats.org/officeDocument/2006/relationships/tags" Target="tags/tag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49" Type="http://schemas.openxmlformats.org/officeDocument/2006/relationships/slide" Target="slides/slide44.xml"/><Relationship Id="rId57" Type="http://schemas.openxmlformats.org/officeDocument/2006/relationships/slide" Target="slides/slide52.xml"/><Relationship Id="rId10" Type="http://schemas.openxmlformats.org/officeDocument/2006/relationships/slide" Target="slides/slide5.xml"/><Relationship Id="rId31" Type="http://schemas.openxmlformats.org/officeDocument/2006/relationships/slide" Target="slides/slide26.xml"/><Relationship Id="rId44" Type="http://schemas.openxmlformats.org/officeDocument/2006/relationships/slide" Target="slides/slide39.xml"/><Relationship Id="rId52" Type="http://schemas.openxmlformats.org/officeDocument/2006/relationships/slide" Target="slides/slide47.xml"/><Relationship Id="rId60" Type="http://schemas.openxmlformats.org/officeDocument/2006/relationships/notesMaster" Target="notesMasters/notesMaster1.xml"/><Relationship Id="rId65" Type="http://schemas.openxmlformats.org/officeDocument/2006/relationships/theme" Target="theme/theme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39" Type="http://schemas.openxmlformats.org/officeDocument/2006/relationships/slide" Target="slides/slide3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2E23121D-534D-C18D-86F2-F8B084E7F1B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724E421-5F99-33C1-6C60-3D67F5BBC34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11D20C-92F4-4D32-92CD-1278806BF344}" type="datetimeFigureOut">
              <a:rPr lang="zh-CN" altLang="en-US" smtClean="0"/>
              <a:t>2025/4/15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4CEAC0C-2766-8EA5-AFAC-04E2AE7E12A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B69A8BD-4CEA-8355-A923-3DE76C66945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D7DA4C-D0A3-441A-A01E-F1F72C62FDE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307928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2A3D24-6083-4546-8C6D-DEE86BAAAE49}" type="datetimeFigureOut">
              <a:rPr lang="zh-CN" altLang="en-US" smtClean="0"/>
              <a:t>2025/4/15</a:t>
            </a:fld>
            <a:endParaRPr lang="zh-CN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ED8765-8EF3-408C-9341-152904E414E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85426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CF14A6-3C2E-46C9-90F4-D41FFA7A81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8795829-3F8A-F260-B557-7A8D89320D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2AFF8C0-DB9A-5616-AFF6-9EC6B05428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D71C233-701B-E36D-B12C-A352FA8D714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ED8765-8EF3-408C-9341-152904E414ED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55064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52977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417214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340844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3926633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7963022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CB7AB3-6177-4226-9A02-F224FB11B1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5503E2C-72FF-8A46-F84D-4E1191164A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D80506E-CF66-5664-9859-FB32FF9385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12BB043-10F9-974A-E041-34FB7FF663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998460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9447152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CB1A21-E458-3EF0-DB84-FFAE6CFFE3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160C11B-3722-5D1A-4B1E-A94350EE04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C6F1B67-A571-59FD-187E-13AF85289F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925DB65-FEEF-3B38-0FA4-E009E075ED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012738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6577870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3B6697-8B2E-4A25-6FCC-BD5B4A2A64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1BD7FF6-1ECE-AF0A-8A30-F6900C1F81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68156CF-0F23-42E7-8953-EE31BE05BD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3105F3A-446B-3542-8CB1-B852AD7116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705503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42821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4827098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1511352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3432070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6039185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01446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654871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5625779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3B9B00-A5DD-00E2-6A92-FD9C7FC4AE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3DD98BB-FCCE-F9DE-3ABB-75E97347F0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5B065ED-C662-ADA7-DC20-A40044128F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60C16C9-6E97-ED70-D49D-50E59A0A1CF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084494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幻灯片图像占位符 1">
            <a:extLst>
              <a:ext uri="{FF2B5EF4-FFF2-40B4-BE49-F238E27FC236}">
                <a16:creationId xmlns:a16="http://schemas.microsoft.com/office/drawing/2014/main" id="{9F16C362-E4C0-4FFC-98D2-179B19335FAE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 bwMode="auto"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1267" name="备注占位符 2">
            <a:extLst>
              <a:ext uri="{FF2B5EF4-FFF2-40B4-BE49-F238E27FC236}">
                <a16:creationId xmlns:a16="http://schemas.microsoft.com/office/drawing/2014/main" id="{A0F5F43B-2626-48D2-9D23-E20B2FD88F4A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 dirty="0"/>
          </a:p>
        </p:txBody>
      </p:sp>
      <p:sp>
        <p:nvSpPr>
          <p:cNvPr id="11268" name="灯片编号占位符 3">
            <a:extLst>
              <a:ext uri="{FF2B5EF4-FFF2-40B4-BE49-F238E27FC236}">
                <a16:creationId xmlns:a16="http://schemas.microsoft.com/office/drawing/2014/main" id="{37F470A7-6D97-4F33-A7DB-2D064A81CDA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fld id="{9C5010CB-9196-482F-8179-7290298C7288}" type="slidenum">
              <a:rPr altLang="en-US" sz="1800" smtClean="0"/>
              <a:pPr/>
              <a:t>23</a:t>
            </a:fld>
            <a:endParaRPr lang="zh-CN" altLang="en-US" sz="180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幻灯片图像占位符 1">
            <a:extLst>
              <a:ext uri="{FF2B5EF4-FFF2-40B4-BE49-F238E27FC236}">
                <a16:creationId xmlns:a16="http://schemas.microsoft.com/office/drawing/2014/main" id="{9F16C362-E4C0-4FFC-98D2-179B19335FAE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 bwMode="auto"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1267" name="备注占位符 2">
            <a:extLst>
              <a:ext uri="{FF2B5EF4-FFF2-40B4-BE49-F238E27FC236}">
                <a16:creationId xmlns:a16="http://schemas.microsoft.com/office/drawing/2014/main" id="{A0F5F43B-2626-48D2-9D23-E20B2FD88F4A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 dirty="0"/>
          </a:p>
        </p:txBody>
      </p:sp>
      <p:sp>
        <p:nvSpPr>
          <p:cNvPr id="11268" name="灯片编号占位符 3">
            <a:extLst>
              <a:ext uri="{FF2B5EF4-FFF2-40B4-BE49-F238E27FC236}">
                <a16:creationId xmlns:a16="http://schemas.microsoft.com/office/drawing/2014/main" id="{37F470A7-6D97-4F33-A7DB-2D064A81CDA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fld id="{9C5010CB-9196-482F-8179-7290298C7288}" type="slidenum">
              <a:rPr altLang="en-US" sz="1800" smtClean="0"/>
              <a:pPr/>
              <a:t>24</a:t>
            </a:fld>
            <a:endParaRPr lang="zh-CN" altLang="en-US" sz="1800"/>
          </a:p>
        </p:txBody>
      </p:sp>
    </p:spTree>
    <p:extLst>
      <p:ext uri="{BB962C8B-B14F-4D97-AF65-F5344CB8AC3E}">
        <p14:creationId xmlns:p14="http://schemas.microsoft.com/office/powerpoint/2010/main" val="362512054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幻灯片图像占位符 1">
            <a:extLst>
              <a:ext uri="{FF2B5EF4-FFF2-40B4-BE49-F238E27FC236}">
                <a16:creationId xmlns:a16="http://schemas.microsoft.com/office/drawing/2014/main" id="{9F16C362-E4C0-4FFC-98D2-179B19335FAE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 bwMode="auto"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1267" name="备注占位符 2">
            <a:extLst>
              <a:ext uri="{FF2B5EF4-FFF2-40B4-BE49-F238E27FC236}">
                <a16:creationId xmlns:a16="http://schemas.microsoft.com/office/drawing/2014/main" id="{A0F5F43B-2626-48D2-9D23-E20B2FD88F4A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 dirty="0"/>
          </a:p>
        </p:txBody>
      </p:sp>
      <p:sp>
        <p:nvSpPr>
          <p:cNvPr id="11268" name="灯片编号占位符 3">
            <a:extLst>
              <a:ext uri="{FF2B5EF4-FFF2-40B4-BE49-F238E27FC236}">
                <a16:creationId xmlns:a16="http://schemas.microsoft.com/office/drawing/2014/main" id="{37F470A7-6D97-4F33-A7DB-2D064A81CDA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fld id="{9C5010CB-9196-482F-8179-7290298C7288}" type="slidenum">
              <a:rPr altLang="en-US" sz="1800" smtClean="0"/>
              <a:pPr/>
              <a:t>25</a:t>
            </a:fld>
            <a:endParaRPr lang="zh-CN" altLang="en-US" sz="1800"/>
          </a:p>
        </p:txBody>
      </p:sp>
    </p:spTree>
    <p:extLst>
      <p:ext uri="{BB962C8B-B14F-4D97-AF65-F5344CB8AC3E}">
        <p14:creationId xmlns:p14="http://schemas.microsoft.com/office/powerpoint/2010/main" val="290342220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幻灯片图像占位符 1">
            <a:extLst>
              <a:ext uri="{FF2B5EF4-FFF2-40B4-BE49-F238E27FC236}">
                <a16:creationId xmlns:a16="http://schemas.microsoft.com/office/drawing/2014/main" id="{9F16C362-E4C0-4FFC-98D2-179B19335FAE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 bwMode="auto"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1267" name="备注占位符 2">
            <a:extLst>
              <a:ext uri="{FF2B5EF4-FFF2-40B4-BE49-F238E27FC236}">
                <a16:creationId xmlns:a16="http://schemas.microsoft.com/office/drawing/2014/main" id="{A0F5F43B-2626-48D2-9D23-E20B2FD88F4A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 dirty="0"/>
          </a:p>
        </p:txBody>
      </p:sp>
      <p:sp>
        <p:nvSpPr>
          <p:cNvPr id="11268" name="灯片编号占位符 3">
            <a:extLst>
              <a:ext uri="{FF2B5EF4-FFF2-40B4-BE49-F238E27FC236}">
                <a16:creationId xmlns:a16="http://schemas.microsoft.com/office/drawing/2014/main" id="{37F470A7-6D97-4F33-A7DB-2D064A81CDA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fld id="{9C5010CB-9196-482F-8179-7290298C7288}" type="slidenum">
              <a:rPr altLang="en-US" sz="1800" smtClean="0"/>
              <a:pPr/>
              <a:t>26</a:t>
            </a:fld>
            <a:endParaRPr lang="zh-CN" altLang="en-US" sz="1800"/>
          </a:p>
        </p:txBody>
      </p:sp>
    </p:spTree>
    <p:extLst>
      <p:ext uri="{BB962C8B-B14F-4D97-AF65-F5344CB8AC3E}">
        <p14:creationId xmlns:p14="http://schemas.microsoft.com/office/powerpoint/2010/main" val="47499128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幻灯片图像占位符 1">
            <a:extLst>
              <a:ext uri="{FF2B5EF4-FFF2-40B4-BE49-F238E27FC236}">
                <a16:creationId xmlns:a16="http://schemas.microsoft.com/office/drawing/2014/main" id="{9F16C362-E4C0-4FFC-98D2-179B19335FAE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 bwMode="auto"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1267" name="备注占位符 2">
            <a:extLst>
              <a:ext uri="{FF2B5EF4-FFF2-40B4-BE49-F238E27FC236}">
                <a16:creationId xmlns:a16="http://schemas.microsoft.com/office/drawing/2014/main" id="{A0F5F43B-2626-48D2-9D23-E20B2FD88F4A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 dirty="0"/>
          </a:p>
        </p:txBody>
      </p:sp>
      <p:sp>
        <p:nvSpPr>
          <p:cNvPr id="11268" name="灯片编号占位符 3">
            <a:extLst>
              <a:ext uri="{FF2B5EF4-FFF2-40B4-BE49-F238E27FC236}">
                <a16:creationId xmlns:a16="http://schemas.microsoft.com/office/drawing/2014/main" id="{37F470A7-6D97-4F33-A7DB-2D064A81CDA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fld id="{9C5010CB-9196-482F-8179-7290298C7288}" type="slidenum">
              <a:rPr altLang="en-US" sz="1800" smtClean="0"/>
              <a:pPr/>
              <a:t>27</a:t>
            </a:fld>
            <a:endParaRPr lang="zh-CN" altLang="en-US" sz="1800"/>
          </a:p>
        </p:txBody>
      </p:sp>
    </p:spTree>
    <p:extLst>
      <p:ext uri="{BB962C8B-B14F-4D97-AF65-F5344CB8AC3E}">
        <p14:creationId xmlns:p14="http://schemas.microsoft.com/office/powerpoint/2010/main" val="138901112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幻灯片图像占位符 1">
            <a:extLst>
              <a:ext uri="{FF2B5EF4-FFF2-40B4-BE49-F238E27FC236}">
                <a16:creationId xmlns:a16="http://schemas.microsoft.com/office/drawing/2014/main" id="{9F16C362-E4C0-4FFC-98D2-179B19335FAE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 bwMode="auto"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1267" name="备注占位符 2">
            <a:extLst>
              <a:ext uri="{FF2B5EF4-FFF2-40B4-BE49-F238E27FC236}">
                <a16:creationId xmlns:a16="http://schemas.microsoft.com/office/drawing/2014/main" id="{A0F5F43B-2626-48D2-9D23-E20B2FD88F4A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 dirty="0"/>
          </a:p>
        </p:txBody>
      </p:sp>
      <p:sp>
        <p:nvSpPr>
          <p:cNvPr id="11268" name="灯片编号占位符 3">
            <a:extLst>
              <a:ext uri="{FF2B5EF4-FFF2-40B4-BE49-F238E27FC236}">
                <a16:creationId xmlns:a16="http://schemas.microsoft.com/office/drawing/2014/main" id="{37F470A7-6D97-4F33-A7DB-2D064A81CDA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fld id="{9C5010CB-9196-482F-8179-7290298C7288}" type="slidenum">
              <a:rPr altLang="en-US" sz="1800" smtClean="0"/>
              <a:pPr/>
              <a:t>28</a:t>
            </a:fld>
            <a:endParaRPr lang="zh-CN" altLang="en-US" sz="1800"/>
          </a:p>
        </p:txBody>
      </p:sp>
    </p:spTree>
    <p:extLst>
      <p:ext uri="{BB962C8B-B14F-4D97-AF65-F5344CB8AC3E}">
        <p14:creationId xmlns:p14="http://schemas.microsoft.com/office/powerpoint/2010/main" val="178739540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幻灯片图像占位符 1">
            <a:extLst>
              <a:ext uri="{FF2B5EF4-FFF2-40B4-BE49-F238E27FC236}">
                <a16:creationId xmlns:a16="http://schemas.microsoft.com/office/drawing/2014/main" id="{9F16C362-E4C0-4FFC-98D2-179B19335FAE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 bwMode="auto"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1267" name="备注占位符 2">
            <a:extLst>
              <a:ext uri="{FF2B5EF4-FFF2-40B4-BE49-F238E27FC236}">
                <a16:creationId xmlns:a16="http://schemas.microsoft.com/office/drawing/2014/main" id="{A0F5F43B-2626-48D2-9D23-E20B2FD88F4A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 dirty="0"/>
          </a:p>
        </p:txBody>
      </p:sp>
      <p:sp>
        <p:nvSpPr>
          <p:cNvPr id="11268" name="灯片编号占位符 3">
            <a:extLst>
              <a:ext uri="{FF2B5EF4-FFF2-40B4-BE49-F238E27FC236}">
                <a16:creationId xmlns:a16="http://schemas.microsoft.com/office/drawing/2014/main" id="{37F470A7-6D97-4F33-A7DB-2D064A81CDA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fld id="{9C5010CB-9196-482F-8179-7290298C7288}" type="slidenum">
              <a:rPr altLang="en-US" sz="1800" smtClean="0"/>
              <a:pPr/>
              <a:t>29</a:t>
            </a:fld>
            <a:endParaRPr lang="zh-CN" altLang="en-US" sz="1800"/>
          </a:p>
        </p:txBody>
      </p:sp>
    </p:spTree>
    <p:extLst>
      <p:ext uri="{BB962C8B-B14F-4D97-AF65-F5344CB8AC3E}">
        <p14:creationId xmlns:p14="http://schemas.microsoft.com/office/powerpoint/2010/main" val="23449003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幻灯片图像占位符 1">
            <a:extLst>
              <a:ext uri="{FF2B5EF4-FFF2-40B4-BE49-F238E27FC236}">
                <a16:creationId xmlns:a16="http://schemas.microsoft.com/office/drawing/2014/main" id="{9F16C362-E4C0-4FFC-98D2-179B19335FAE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 bwMode="auto"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1267" name="备注占位符 2">
            <a:extLst>
              <a:ext uri="{FF2B5EF4-FFF2-40B4-BE49-F238E27FC236}">
                <a16:creationId xmlns:a16="http://schemas.microsoft.com/office/drawing/2014/main" id="{A0F5F43B-2626-48D2-9D23-E20B2FD88F4A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 dirty="0"/>
          </a:p>
        </p:txBody>
      </p:sp>
      <p:sp>
        <p:nvSpPr>
          <p:cNvPr id="11268" name="灯片编号占位符 3">
            <a:extLst>
              <a:ext uri="{FF2B5EF4-FFF2-40B4-BE49-F238E27FC236}">
                <a16:creationId xmlns:a16="http://schemas.microsoft.com/office/drawing/2014/main" id="{37F470A7-6D97-4F33-A7DB-2D064A81CDA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fld id="{9C5010CB-9196-482F-8179-7290298C7288}" type="slidenum">
              <a:rPr altLang="en-US" sz="1800" smtClean="0"/>
              <a:pPr/>
              <a:t>30</a:t>
            </a:fld>
            <a:endParaRPr lang="zh-CN" altLang="en-US" sz="1800"/>
          </a:p>
        </p:txBody>
      </p:sp>
    </p:spTree>
    <p:extLst>
      <p:ext uri="{BB962C8B-B14F-4D97-AF65-F5344CB8AC3E}">
        <p14:creationId xmlns:p14="http://schemas.microsoft.com/office/powerpoint/2010/main" val="362679769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C68238-EE99-CF7D-441C-D73B241F9D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幻灯片图像占位符 1">
            <a:extLst>
              <a:ext uri="{FF2B5EF4-FFF2-40B4-BE49-F238E27FC236}">
                <a16:creationId xmlns:a16="http://schemas.microsoft.com/office/drawing/2014/main" id="{71528915-8C05-73C7-A066-6921BFD03128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 bwMode="auto"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1267" name="备注占位符 2">
            <a:extLst>
              <a:ext uri="{FF2B5EF4-FFF2-40B4-BE49-F238E27FC236}">
                <a16:creationId xmlns:a16="http://schemas.microsoft.com/office/drawing/2014/main" id="{A5E99BEC-150B-3BF7-15E6-1E3EE0189870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 dirty="0"/>
          </a:p>
        </p:txBody>
      </p:sp>
      <p:sp>
        <p:nvSpPr>
          <p:cNvPr id="11268" name="灯片编号占位符 3">
            <a:extLst>
              <a:ext uri="{FF2B5EF4-FFF2-40B4-BE49-F238E27FC236}">
                <a16:creationId xmlns:a16="http://schemas.microsoft.com/office/drawing/2014/main" id="{E4B8E37D-E799-FEA5-1B5A-F287442EFF6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fld id="{9C5010CB-9196-482F-8179-7290298C7288}" type="slidenum">
              <a:rPr altLang="en-US" sz="1800" smtClean="0"/>
              <a:pPr/>
              <a:t>31</a:t>
            </a:fld>
            <a:endParaRPr lang="zh-CN" altLang="en-US" sz="1800"/>
          </a:p>
        </p:txBody>
      </p:sp>
    </p:spTree>
    <p:extLst>
      <p:ext uri="{BB962C8B-B14F-4D97-AF65-F5344CB8AC3E}">
        <p14:creationId xmlns:p14="http://schemas.microsoft.com/office/powerpoint/2010/main" val="247036353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521477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  <a:t>34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67344445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  <a:t>35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82251910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  <a:t>36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9860370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3D0EF2-D216-9CDC-B69F-A6F0987D12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CA1DBBE-8F5D-3803-13EF-3C896E5181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3E0D897-6922-2028-E19F-90715B7E84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8819E76-1F22-57F1-F5F1-4C986F62D1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  <a:t>37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5578929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  <a:t>38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85698018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  <a:t>39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7702393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  <a:t>40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63598394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  <a:t>41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2906022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  <a:t>42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8114888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C05682-ABAE-746F-9864-1FDFCDAF99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D951B95-A359-F638-AF5F-8F3CBC3A00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A6DEC18-126B-8037-8B3F-F8E346D074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CC431FD-2C83-6883-2258-7609A9AAD61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  <a:t>43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9049050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  <a:t>44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6167003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幻灯片图像占位符 1">
            <a:extLst>
              <a:ext uri="{FF2B5EF4-FFF2-40B4-BE49-F238E27FC236}">
                <a16:creationId xmlns:a16="http://schemas.microsoft.com/office/drawing/2014/main" id="{337A4058-E3B2-47D6-950B-A61F5D9550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7523" name="备注占位符 2">
            <a:extLst>
              <a:ext uri="{FF2B5EF4-FFF2-40B4-BE49-F238E27FC236}">
                <a16:creationId xmlns:a16="http://schemas.microsoft.com/office/drawing/2014/main" id="{FE498ED5-CEAA-4CB9-AB0A-42A040AD3AE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 dirty="0"/>
          </a:p>
        </p:txBody>
      </p:sp>
      <p:sp>
        <p:nvSpPr>
          <p:cNvPr id="107524" name="灯片编号占位符 3">
            <a:extLst>
              <a:ext uri="{FF2B5EF4-FFF2-40B4-BE49-F238E27FC236}">
                <a16:creationId xmlns:a16="http://schemas.microsoft.com/office/drawing/2014/main" id="{FAA42A4E-207D-4BBA-8DEC-6A6A0ECA3F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70FF8181-36FB-453D-BB7A-7CBA702883DF}" type="slidenum">
              <a:rPr lang="zh-CN" altLang="en-US"/>
              <a:pPr>
                <a:spcBef>
                  <a:spcPct val="0"/>
                </a:spcBef>
              </a:pPr>
              <a:t>45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4836025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8C7F0B-EEEE-7699-8FFD-846DF2E11B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986253C-0B85-4BA4-FFED-83F8B5BA4D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4074369-0F00-D0A7-6C91-D507EE75F1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5A6AFE2-E8E5-A6E2-983B-2B2DE6C271E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ED8765-8EF3-408C-9341-152904E414ED}" type="slidenum">
              <a:rPr lang="zh-CN" altLang="en-US" smtClean="0"/>
              <a:t>46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40593615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幻灯片图像占位符 1">
            <a:extLst>
              <a:ext uri="{FF2B5EF4-FFF2-40B4-BE49-F238E27FC236}">
                <a16:creationId xmlns:a16="http://schemas.microsoft.com/office/drawing/2014/main" id="{DB48456D-D749-4635-81B8-6AE92716E45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2643" name="备注占位符 2">
            <a:extLst>
              <a:ext uri="{FF2B5EF4-FFF2-40B4-BE49-F238E27FC236}">
                <a16:creationId xmlns:a16="http://schemas.microsoft.com/office/drawing/2014/main" id="{652A7E2B-F53E-4909-B077-09DF042DD84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 dirty="0"/>
          </a:p>
        </p:txBody>
      </p:sp>
      <p:sp>
        <p:nvSpPr>
          <p:cNvPr id="112644" name="灯片编号占位符 3">
            <a:extLst>
              <a:ext uri="{FF2B5EF4-FFF2-40B4-BE49-F238E27FC236}">
                <a16:creationId xmlns:a16="http://schemas.microsoft.com/office/drawing/2014/main" id="{FDB02C81-6F26-4C48-AF39-D1D580BF31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50C59F05-A6B6-4A37-813D-ECAE50967E74}" type="slidenum">
              <a:rPr lang="zh-CN" altLang="en-US"/>
              <a:pPr>
                <a:spcBef>
                  <a:spcPct val="0"/>
                </a:spcBef>
              </a:pPr>
              <a:t>48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7811AB-79FD-9481-82E1-BAB0596C02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0606EE8-65A1-AE68-A078-682829F7FA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5B17D17-20F9-8C13-8C30-CD4784A104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88D4898-9DDF-CED8-D158-B375E1A701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ED8765-8EF3-408C-9341-152904E414ED}" type="slidenum">
              <a:rPr lang="zh-CN" altLang="en-US" smtClean="0"/>
              <a:t>49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08544784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幻灯片图像占位符 1">
            <a:extLst>
              <a:ext uri="{FF2B5EF4-FFF2-40B4-BE49-F238E27FC236}">
                <a16:creationId xmlns:a16="http://schemas.microsoft.com/office/drawing/2014/main" id="{9F16C362-E4C0-4FFC-98D2-179B19335FAE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 bwMode="auto"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1267" name="备注占位符 2">
            <a:extLst>
              <a:ext uri="{FF2B5EF4-FFF2-40B4-BE49-F238E27FC236}">
                <a16:creationId xmlns:a16="http://schemas.microsoft.com/office/drawing/2014/main" id="{A0F5F43B-2626-48D2-9D23-E20B2FD88F4A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 dirty="0"/>
          </a:p>
        </p:txBody>
      </p:sp>
      <p:sp>
        <p:nvSpPr>
          <p:cNvPr id="11268" name="灯片编号占位符 3">
            <a:extLst>
              <a:ext uri="{FF2B5EF4-FFF2-40B4-BE49-F238E27FC236}">
                <a16:creationId xmlns:a16="http://schemas.microsoft.com/office/drawing/2014/main" id="{37F470A7-6D97-4F33-A7DB-2D064A81CDA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fld id="{9C5010CB-9196-482F-8179-7290298C7288}" type="slidenum">
              <a:rPr altLang="en-US" sz="1800" smtClean="0"/>
              <a:pPr/>
              <a:t>51</a:t>
            </a:fld>
            <a:endParaRPr lang="zh-CN" altLang="en-US" sz="1800"/>
          </a:p>
        </p:txBody>
      </p:sp>
    </p:spTree>
    <p:extLst>
      <p:ext uri="{BB962C8B-B14F-4D97-AF65-F5344CB8AC3E}">
        <p14:creationId xmlns:p14="http://schemas.microsoft.com/office/powerpoint/2010/main" val="4199527900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幻灯片图像占位符 1">
            <a:extLst>
              <a:ext uri="{FF2B5EF4-FFF2-40B4-BE49-F238E27FC236}">
                <a16:creationId xmlns:a16="http://schemas.microsoft.com/office/drawing/2014/main" id="{9F16C362-E4C0-4FFC-98D2-179B19335FAE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 bwMode="auto"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1267" name="备注占位符 2">
            <a:extLst>
              <a:ext uri="{FF2B5EF4-FFF2-40B4-BE49-F238E27FC236}">
                <a16:creationId xmlns:a16="http://schemas.microsoft.com/office/drawing/2014/main" id="{A0F5F43B-2626-48D2-9D23-E20B2FD88F4A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 dirty="0"/>
          </a:p>
        </p:txBody>
      </p:sp>
      <p:sp>
        <p:nvSpPr>
          <p:cNvPr id="11268" name="灯片编号占位符 3">
            <a:extLst>
              <a:ext uri="{FF2B5EF4-FFF2-40B4-BE49-F238E27FC236}">
                <a16:creationId xmlns:a16="http://schemas.microsoft.com/office/drawing/2014/main" id="{37F470A7-6D97-4F33-A7DB-2D064A81CDA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fld id="{9C5010CB-9196-482F-8179-7290298C7288}" type="slidenum">
              <a:rPr altLang="en-US" sz="1800" smtClean="0"/>
              <a:pPr/>
              <a:t>52</a:t>
            </a:fld>
            <a:endParaRPr lang="zh-CN" altLang="en-US" sz="1800"/>
          </a:p>
        </p:txBody>
      </p:sp>
    </p:spTree>
    <p:extLst>
      <p:ext uri="{BB962C8B-B14F-4D97-AF65-F5344CB8AC3E}">
        <p14:creationId xmlns:p14="http://schemas.microsoft.com/office/powerpoint/2010/main" val="2318274216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幻灯片图像占位符 1">
            <a:extLst>
              <a:ext uri="{FF2B5EF4-FFF2-40B4-BE49-F238E27FC236}">
                <a16:creationId xmlns:a16="http://schemas.microsoft.com/office/drawing/2014/main" id="{9F16C362-E4C0-4FFC-98D2-179B19335FAE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 bwMode="auto"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1267" name="备注占位符 2">
            <a:extLst>
              <a:ext uri="{FF2B5EF4-FFF2-40B4-BE49-F238E27FC236}">
                <a16:creationId xmlns:a16="http://schemas.microsoft.com/office/drawing/2014/main" id="{A0F5F43B-2626-48D2-9D23-E20B2FD88F4A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 dirty="0"/>
          </a:p>
        </p:txBody>
      </p:sp>
      <p:sp>
        <p:nvSpPr>
          <p:cNvPr id="11268" name="灯片编号占位符 3">
            <a:extLst>
              <a:ext uri="{FF2B5EF4-FFF2-40B4-BE49-F238E27FC236}">
                <a16:creationId xmlns:a16="http://schemas.microsoft.com/office/drawing/2014/main" id="{37F470A7-6D97-4F33-A7DB-2D064A81CDA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fld id="{9C5010CB-9196-482F-8179-7290298C7288}" type="slidenum">
              <a:rPr altLang="en-US" sz="1800" smtClean="0"/>
              <a:pPr/>
              <a:t>53</a:t>
            </a:fld>
            <a:endParaRPr lang="zh-CN" altLang="en-US" sz="1800"/>
          </a:p>
        </p:txBody>
      </p:sp>
    </p:spTree>
    <p:extLst>
      <p:ext uri="{BB962C8B-B14F-4D97-AF65-F5344CB8AC3E}">
        <p14:creationId xmlns:p14="http://schemas.microsoft.com/office/powerpoint/2010/main" val="26845928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5.png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内容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CED916A-3E34-4B9E-8F9F-7A8921A30F9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76197" y="956241"/>
            <a:ext cx="11060481" cy="533182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单击此处编辑内容</a:t>
            </a:r>
            <a:endParaRPr lang="zh-CN" altLang="en-US" dirty="0"/>
          </a:p>
        </p:txBody>
      </p:sp>
      <p:sp>
        <p:nvSpPr>
          <p:cNvPr id="8" name="标题 7">
            <a:extLst>
              <a:ext uri="{FF2B5EF4-FFF2-40B4-BE49-F238E27FC236}">
                <a16:creationId xmlns:a16="http://schemas.microsoft.com/office/drawing/2014/main" id="{E0BD5DE7-58FF-A736-CEC2-C49FBA5469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196" y="336399"/>
            <a:ext cx="10747497" cy="474415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47" name="椭圆 46">
            <a:extLst>
              <a:ext uri="{FF2B5EF4-FFF2-40B4-BE49-F238E27FC236}">
                <a16:creationId xmlns:a16="http://schemas.microsoft.com/office/drawing/2014/main" id="{2828A69B-715F-4EF1-58FB-A763C01CE99E}"/>
              </a:ext>
            </a:extLst>
          </p:cNvPr>
          <p:cNvSpPr/>
          <p:nvPr userDrawn="1"/>
        </p:nvSpPr>
        <p:spPr>
          <a:xfrm>
            <a:off x="221806" y="190972"/>
            <a:ext cx="144104" cy="144104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椭圆 47">
            <a:extLst>
              <a:ext uri="{FF2B5EF4-FFF2-40B4-BE49-F238E27FC236}">
                <a16:creationId xmlns:a16="http://schemas.microsoft.com/office/drawing/2014/main" id="{D09C51A0-F849-48A7-BC23-68B1480BCFBA}"/>
              </a:ext>
            </a:extLst>
          </p:cNvPr>
          <p:cNvSpPr/>
          <p:nvPr userDrawn="1"/>
        </p:nvSpPr>
        <p:spPr>
          <a:xfrm>
            <a:off x="293858" y="224694"/>
            <a:ext cx="220764" cy="22076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3742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7">
            <a:extLst>
              <a:ext uri="{FF2B5EF4-FFF2-40B4-BE49-F238E27FC236}">
                <a16:creationId xmlns:a16="http://schemas.microsoft.com/office/drawing/2014/main" id="{FCDA8ECA-5550-1579-68CA-CC29E9FAE4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626" y="335203"/>
            <a:ext cx="10737020" cy="47441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9" name="椭圆 38">
            <a:extLst>
              <a:ext uri="{FF2B5EF4-FFF2-40B4-BE49-F238E27FC236}">
                <a16:creationId xmlns:a16="http://schemas.microsoft.com/office/drawing/2014/main" id="{0F420230-886B-D4D3-2B3C-23A24A3C217F}"/>
              </a:ext>
            </a:extLst>
          </p:cNvPr>
          <p:cNvSpPr/>
          <p:nvPr userDrawn="1"/>
        </p:nvSpPr>
        <p:spPr>
          <a:xfrm>
            <a:off x="221806" y="190972"/>
            <a:ext cx="144104" cy="144104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椭圆 39">
            <a:extLst>
              <a:ext uri="{FF2B5EF4-FFF2-40B4-BE49-F238E27FC236}">
                <a16:creationId xmlns:a16="http://schemas.microsoft.com/office/drawing/2014/main" id="{0C47F643-5264-44DA-EC51-A1FD97EB2FDA}"/>
              </a:ext>
            </a:extLst>
          </p:cNvPr>
          <p:cNvSpPr/>
          <p:nvPr userDrawn="1"/>
        </p:nvSpPr>
        <p:spPr>
          <a:xfrm>
            <a:off x="293858" y="224694"/>
            <a:ext cx="220764" cy="22076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76422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无标题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537122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椭圆 26">
            <a:extLst>
              <a:ext uri="{FF2B5EF4-FFF2-40B4-BE49-F238E27FC236}">
                <a16:creationId xmlns:a16="http://schemas.microsoft.com/office/drawing/2014/main" id="{CE1A1E8E-5BFA-290B-CE2D-C63161DD862D}"/>
              </a:ext>
            </a:extLst>
          </p:cNvPr>
          <p:cNvSpPr/>
          <p:nvPr userDrawn="1"/>
        </p:nvSpPr>
        <p:spPr>
          <a:xfrm>
            <a:off x="410285" y="263623"/>
            <a:ext cx="201682" cy="201682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标题 7">
            <a:extLst>
              <a:ext uri="{FF2B5EF4-FFF2-40B4-BE49-F238E27FC236}">
                <a16:creationId xmlns:a16="http://schemas.microsoft.com/office/drawing/2014/main" id="{28157308-7332-F855-6CD5-8994EF9131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3098" y="316670"/>
            <a:ext cx="9735968" cy="47441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pic>
        <p:nvPicPr>
          <p:cNvPr id="14" name="图形 13">
            <a:extLst>
              <a:ext uri="{FF2B5EF4-FFF2-40B4-BE49-F238E27FC236}">
                <a16:creationId xmlns:a16="http://schemas.microsoft.com/office/drawing/2014/main" id="{7C282B3D-F354-6522-5657-ED6D2CE0D84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5779" y="423789"/>
            <a:ext cx="201682" cy="201682"/>
          </a:xfrm>
          <a:prstGeom prst="rect">
            <a:avLst/>
          </a:prstGeom>
        </p:spPr>
      </p:pic>
      <p:sp>
        <p:nvSpPr>
          <p:cNvPr id="18" name="文本占位符 17">
            <a:extLst>
              <a:ext uri="{FF2B5EF4-FFF2-40B4-BE49-F238E27FC236}">
                <a16:creationId xmlns:a16="http://schemas.microsoft.com/office/drawing/2014/main" id="{003B1F35-1C5E-4046-0266-04F81948A3E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53099" y="1024932"/>
            <a:ext cx="9570540" cy="478055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此处</a:t>
            </a:r>
            <a:r>
              <a:rPr lang="en-US" altLang="zh-CN"/>
              <a:t>weight</a:t>
            </a:r>
            <a:r>
              <a:rPr lang="zh-CN" altLang="en-US"/>
              <a:t>案例内容，字体不可改，阿里巴巴惠普体</a:t>
            </a:r>
            <a:r>
              <a:rPr lang="en-US" altLang="zh-CN"/>
              <a:t>16</a:t>
            </a:r>
            <a:r>
              <a:rPr lang="zh-CN" altLang="en-US"/>
              <a:t>号</a:t>
            </a:r>
          </a:p>
        </p:txBody>
      </p: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20A81A7A-9283-4012-AFC4-85E90FC61246}"/>
              </a:ext>
            </a:extLst>
          </p:cNvPr>
          <p:cNvGrpSpPr/>
          <p:nvPr userDrawn="1"/>
        </p:nvGrpSpPr>
        <p:grpSpPr>
          <a:xfrm>
            <a:off x="504134" y="308770"/>
            <a:ext cx="1212680" cy="453281"/>
            <a:chOff x="532462" y="1628775"/>
            <a:chExt cx="1212680" cy="453281"/>
          </a:xfrm>
        </p:grpSpPr>
        <p:sp>
          <p:nvSpPr>
            <p:cNvPr id="24" name="矩形: 圆角 23">
              <a:extLst>
                <a:ext uri="{FF2B5EF4-FFF2-40B4-BE49-F238E27FC236}">
                  <a16:creationId xmlns:a16="http://schemas.microsoft.com/office/drawing/2014/main" id="{54670D28-3CCE-924C-0936-90894593722C}"/>
                </a:ext>
              </a:extLst>
            </p:cNvPr>
            <p:cNvSpPr/>
            <p:nvPr userDrawn="1"/>
          </p:nvSpPr>
          <p:spPr>
            <a:xfrm>
              <a:off x="695616" y="1668659"/>
              <a:ext cx="1031831" cy="373512"/>
            </a:xfrm>
            <a:prstGeom prst="roundRect">
              <a:avLst>
                <a:gd name="adj" fmla="val 15027"/>
              </a:avLst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55B1B6FC-F79A-9918-E71A-665867D34C18}"/>
                </a:ext>
              </a:extLst>
            </p:cNvPr>
            <p:cNvSpPr/>
            <p:nvPr userDrawn="1"/>
          </p:nvSpPr>
          <p:spPr>
            <a:xfrm>
              <a:off x="532462" y="1628775"/>
              <a:ext cx="453281" cy="453281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23" name="图形 22">
              <a:extLst>
                <a:ext uri="{FF2B5EF4-FFF2-40B4-BE49-F238E27FC236}">
                  <a16:creationId xmlns:a16="http://schemas.microsoft.com/office/drawing/2014/main" id="{831BBACC-20D7-DBD1-9827-7405F380536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58261" y="1754574"/>
              <a:ext cx="201682" cy="201682"/>
            </a:xfrm>
            <a:prstGeom prst="rect">
              <a:avLst/>
            </a:prstGeom>
          </p:spPr>
        </p:pic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92206755-775B-95BA-7085-C3DF286396FF}"/>
                </a:ext>
              </a:extLst>
            </p:cNvPr>
            <p:cNvSpPr txBox="1"/>
            <p:nvPr userDrawn="1"/>
          </p:nvSpPr>
          <p:spPr>
            <a:xfrm>
              <a:off x="1000760" y="1655360"/>
              <a:ext cx="74438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000" b="0">
                  <a:solidFill>
                    <a:schemeClr val="accent1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案例</a:t>
              </a:r>
              <a:endParaRPr lang="zh-CN" altLang="en-US" sz="2000" b="0"/>
            </a:p>
          </p:txBody>
        </p:sp>
      </p:grpSp>
    </p:spTree>
    <p:extLst>
      <p:ext uri="{BB962C8B-B14F-4D97-AF65-F5344CB8AC3E}">
        <p14:creationId xmlns:p14="http://schemas.microsoft.com/office/powerpoint/2010/main" val="36716357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步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椭圆 26">
            <a:extLst>
              <a:ext uri="{FF2B5EF4-FFF2-40B4-BE49-F238E27FC236}">
                <a16:creationId xmlns:a16="http://schemas.microsoft.com/office/drawing/2014/main" id="{CE1A1E8E-5BFA-290B-CE2D-C63161DD862D}"/>
              </a:ext>
            </a:extLst>
          </p:cNvPr>
          <p:cNvSpPr/>
          <p:nvPr userDrawn="1"/>
        </p:nvSpPr>
        <p:spPr>
          <a:xfrm>
            <a:off x="410285" y="263623"/>
            <a:ext cx="201682" cy="201682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标题 7">
            <a:extLst>
              <a:ext uri="{FF2B5EF4-FFF2-40B4-BE49-F238E27FC236}">
                <a16:creationId xmlns:a16="http://schemas.microsoft.com/office/drawing/2014/main" id="{28157308-7332-F855-6CD5-8994EF9131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3098" y="316670"/>
            <a:ext cx="9735968" cy="47441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pic>
        <p:nvPicPr>
          <p:cNvPr id="14" name="图形 13">
            <a:extLst>
              <a:ext uri="{FF2B5EF4-FFF2-40B4-BE49-F238E27FC236}">
                <a16:creationId xmlns:a16="http://schemas.microsoft.com/office/drawing/2014/main" id="{7C282B3D-F354-6522-5657-ED6D2CE0D84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5779" y="423789"/>
            <a:ext cx="201682" cy="201682"/>
          </a:xfrm>
          <a:prstGeom prst="rect">
            <a:avLst/>
          </a:prstGeom>
        </p:spPr>
      </p:pic>
      <p:sp>
        <p:nvSpPr>
          <p:cNvPr id="18" name="文本占位符 17">
            <a:extLst>
              <a:ext uri="{FF2B5EF4-FFF2-40B4-BE49-F238E27FC236}">
                <a16:creationId xmlns:a16="http://schemas.microsoft.com/office/drawing/2014/main" id="{003B1F35-1C5E-4046-0266-04F81948A3E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53099" y="1024932"/>
            <a:ext cx="9570540" cy="478055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此处</a:t>
            </a:r>
            <a:r>
              <a:rPr lang="en-US" altLang="zh-CN"/>
              <a:t>weight</a:t>
            </a:r>
            <a:r>
              <a:rPr lang="zh-CN" altLang="en-US"/>
              <a:t>案例内容，字体不可改，阿里巴巴惠普体</a:t>
            </a:r>
            <a:r>
              <a:rPr lang="en-US" altLang="zh-CN"/>
              <a:t>16</a:t>
            </a:r>
            <a:r>
              <a:rPr lang="zh-CN" altLang="en-US"/>
              <a:t>号</a:t>
            </a:r>
          </a:p>
        </p:txBody>
      </p: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20A81A7A-9283-4012-AFC4-85E90FC61246}"/>
              </a:ext>
            </a:extLst>
          </p:cNvPr>
          <p:cNvGrpSpPr/>
          <p:nvPr userDrawn="1"/>
        </p:nvGrpSpPr>
        <p:grpSpPr>
          <a:xfrm>
            <a:off x="504134" y="308770"/>
            <a:ext cx="1212680" cy="453281"/>
            <a:chOff x="532462" y="1628775"/>
            <a:chExt cx="1212680" cy="453281"/>
          </a:xfrm>
        </p:grpSpPr>
        <p:sp>
          <p:nvSpPr>
            <p:cNvPr id="24" name="矩形: 圆角 23">
              <a:extLst>
                <a:ext uri="{FF2B5EF4-FFF2-40B4-BE49-F238E27FC236}">
                  <a16:creationId xmlns:a16="http://schemas.microsoft.com/office/drawing/2014/main" id="{54670D28-3CCE-924C-0936-90894593722C}"/>
                </a:ext>
              </a:extLst>
            </p:cNvPr>
            <p:cNvSpPr/>
            <p:nvPr userDrawn="1"/>
          </p:nvSpPr>
          <p:spPr>
            <a:xfrm>
              <a:off x="695616" y="1668659"/>
              <a:ext cx="1031831" cy="373512"/>
            </a:xfrm>
            <a:prstGeom prst="roundRect">
              <a:avLst>
                <a:gd name="adj" fmla="val 15027"/>
              </a:avLst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55B1B6FC-F79A-9918-E71A-665867D34C18}"/>
                </a:ext>
              </a:extLst>
            </p:cNvPr>
            <p:cNvSpPr/>
            <p:nvPr userDrawn="1"/>
          </p:nvSpPr>
          <p:spPr>
            <a:xfrm>
              <a:off x="532462" y="1628775"/>
              <a:ext cx="453281" cy="453281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23" name="图形 22">
              <a:extLst>
                <a:ext uri="{FF2B5EF4-FFF2-40B4-BE49-F238E27FC236}">
                  <a16:creationId xmlns:a16="http://schemas.microsoft.com/office/drawing/2014/main" id="{831BBACC-20D7-DBD1-9827-7405F380536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58261" y="1754574"/>
              <a:ext cx="201682" cy="201682"/>
            </a:xfrm>
            <a:prstGeom prst="rect">
              <a:avLst/>
            </a:prstGeom>
          </p:spPr>
        </p:pic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92206755-775B-95BA-7085-C3DF286396FF}"/>
                </a:ext>
              </a:extLst>
            </p:cNvPr>
            <p:cNvSpPr txBox="1"/>
            <p:nvPr userDrawn="1"/>
          </p:nvSpPr>
          <p:spPr>
            <a:xfrm>
              <a:off x="1000760" y="1655360"/>
              <a:ext cx="74438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000" b="0">
                  <a:solidFill>
                    <a:schemeClr val="accent1"/>
                  </a:solidFill>
                  <a:ea typeface="Alibaba PuHuiTi B" pitchFamily="18" charset="-122"/>
                </a:rPr>
                <a:t>步骤</a:t>
              </a:r>
              <a:endParaRPr lang="zh-CN" altLang="en-US" sz="2000" b="0"/>
            </a:p>
          </p:txBody>
        </p:sp>
      </p:grpSp>
    </p:spTree>
    <p:extLst>
      <p:ext uri="{BB962C8B-B14F-4D97-AF65-F5344CB8AC3E}">
        <p14:creationId xmlns:p14="http://schemas.microsoft.com/office/powerpoint/2010/main" val="18015503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椭圆 26">
            <a:extLst>
              <a:ext uri="{FF2B5EF4-FFF2-40B4-BE49-F238E27FC236}">
                <a16:creationId xmlns:a16="http://schemas.microsoft.com/office/drawing/2014/main" id="{CE1A1E8E-5BFA-290B-CE2D-C63161DD862D}"/>
              </a:ext>
            </a:extLst>
          </p:cNvPr>
          <p:cNvSpPr/>
          <p:nvPr userDrawn="1"/>
        </p:nvSpPr>
        <p:spPr>
          <a:xfrm>
            <a:off x="410285" y="263623"/>
            <a:ext cx="201682" cy="201682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标题 7">
            <a:extLst>
              <a:ext uri="{FF2B5EF4-FFF2-40B4-BE49-F238E27FC236}">
                <a16:creationId xmlns:a16="http://schemas.microsoft.com/office/drawing/2014/main" id="{28157308-7332-F855-6CD5-8994EF9131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3098" y="316670"/>
            <a:ext cx="9735968" cy="47441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pic>
        <p:nvPicPr>
          <p:cNvPr id="14" name="图形 13">
            <a:extLst>
              <a:ext uri="{FF2B5EF4-FFF2-40B4-BE49-F238E27FC236}">
                <a16:creationId xmlns:a16="http://schemas.microsoft.com/office/drawing/2014/main" id="{7C282B3D-F354-6522-5657-ED6D2CE0D84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5779" y="423789"/>
            <a:ext cx="201682" cy="201682"/>
          </a:xfrm>
          <a:prstGeom prst="rect">
            <a:avLst/>
          </a:prstGeom>
        </p:spPr>
      </p:pic>
      <p:sp>
        <p:nvSpPr>
          <p:cNvPr id="18" name="文本占位符 17">
            <a:extLst>
              <a:ext uri="{FF2B5EF4-FFF2-40B4-BE49-F238E27FC236}">
                <a16:creationId xmlns:a16="http://schemas.microsoft.com/office/drawing/2014/main" id="{003B1F35-1C5E-4046-0266-04F81948A3E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53099" y="1024932"/>
            <a:ext cx="9570540" cy="478055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此处</a:t>
            </a:r>
            <a:r>
              <a:rPr lang="en-US" altLang="zh-CN"/>
              <a:t>weight</a:t>
            </a:r>
            <a:r>
              <a:rPr lang="zh-CN" altLang="en-US"/>
              <a:t>案例内容，字体不可改，阿里巴巴惠普体</a:t>
            </a:r>
            <a:r>
              <a:rPr lang="en-US" altLang="zh-CN"/>
              <a:t>16</a:t>
            </a:r>
            <a:r>
              <a:rPr lang="zh-CN" altLang="en-US"/>
              <a:t>号</a:t>
            </a:r>
          </a:p>
        </p:txBody>
      </p: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20A81A7A-9283-4012-AFC4-85E90FC61246}"/>
              </a:ext>
            </a:extLst>
          </p:cNvPr>
          <p:cNvGrpSpPr/>
          <p:nvPr userDrawn="1"/>
        </p:nvGrpSpPr>
        <p:grpSpPr>
          <a:xfrm>
            <a:off x="504134" y="308770"/>
            <a:ext cx="1212680" cy="453281"/>
            <a:chOff x="532462" y="1628775"/>
            <a:chExt cx="1212680" cy="453281"/>
          </a:xfrm>
        </p:grpSpPr>
        <p:sp>
          <p:nvSpPr>
            <p:cNvPr id="24" name="矩形: 圆角 23">
              <a:extLst>
                <a:ext uri="{FF2B5EF4-FFF2-40B4-BE49-F238E27FC236}">
                  <a16:creationId xmlns:a16="http://schemas.microsoft.com/office/drawing/2014/main" id="{54670D28-3CCE-924C-0936-90894593722C}"/>
                </a:ext>
              </a:extLst>
            </p:cNvPr>
            <p:cNvSpPr/>
            <p:nvPr userDrawn="1"/>
          </p:nvSpPr>
          <p:spPr>
            <a:xfrm>
              <a:off x="695616" y="1668659"/>
              <a:ext cx="1031831" cy="373512"/>
            </a:xfrm>
            <a:prstGeom prst="roundRect">
              <a:avLst>
                <a:gd name="adj" fmla="val 15027"/>
              </a:avLst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55B1B6FC-F79A-9918-E71A-665867D34C18}"/>
                </a:ext>
              </a:extLst>
            </p:cNvPr>
            <p:cNvSpPr/>
            <p:nvPr userDrawn="1"/>
          </p:nvSpPr>
          <p:spPr>
            <a:xfrm>
              <a:off x="532462" y="1628775"/>
              <a:ext cx="453281" cy="453281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23" name="图形 22">
              <a:extLst>
                <a:ext uri="{FF2B5EF4-FFF2-40B4-BE49-F238E27FC236}">
                  <a16:creationId xmlns:a16="http://schemas.microsoft.com/office/drawing/2014/main" id="{831BBACC-20D7-DBD1-9827-7405F380536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58261" y="1754574"/>
              <a:ext cx="201682" cy="201682"/>
            </a:xfrm>
            <a:prstGeom prst="rect">
              <a:avLst/>
            </a:prstGeom>
          </p:spPr>
        </p:pic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92206755-775B-95BA-7085-C3DF286396FF}"/>
                </a:ext>
              </a:extLst>
            </p:cNvPr>
            <p:cNvSpPr txBox="1"/>
            <p:nvPr userDrawn="1"/>
          </p:nvSpPr>
          <p:spPr>
            <a:xfrm>
              <a:off x="1000760" y="1655360"/>
              <a:ext cx="74438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000" b="0">
                  <a:solidFill>
                    <a:schemeClr val="accent1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练习</a:t>
              </a:r>
              <a:endParaRPr lang="zh-CN" altLang="en-US" sz="2000" b="0"/>
            </a:p>
          </p:txBody>
        </p:sp>
      </p:grpSp>
    </p:spTree>
    <p:extLst>
      <p:ext uri="{BB962C8B-B14F-4D97-AF65-F5344CB8AC3E}">
        <p14:creationId xmlns:p14="http://schemas.microsoft.com/office/powerpoint/2010/main" val="33981005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EE2BBC2-772E-7EE4-D242-D42D4DA45A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8684462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小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13">
            <a:extLst>
              <a:ext uri="{FF2B5EF4-FFF2-40B4-BE49-F238E27FC236}">
                <a16:creationId xmlns:a16="http://schemas.microsoft.com/office/drawing/2014/main" id="{B8ADD725-DDC3-9843-C6D4-70BC53E95D5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13735" y="1359878"/>
            <a:ext cx="7170081" cy="3962399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点击输入小结内容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0828623-64C3-3CF5-C1AD-7CC5E8CC7C5A}"/>
              </a:ext>
            </a:extLst>
          </p:cNvPr>
          <p:cNvSpPr txBox="1"/>
          <p:nvPr userDrawn="1"/>
        </p:nvSpPr>
        <p:spPr>
          <a:xfrm>
            <a:off x="534625" y="2905780"/>
            <a:ext cx="21675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800" b="1" i="0">
                <a:gradFill>
                  <a:gsLst>
                    <a:gs pos="100000">
                      <a:schemeClr val="bg1">
                        <a:alpha val="30000"/>
                      </a:schemeClr>
                    </a:gs>
                    <a:gs pos="0">
                      <a:schemeClr val="bg1">
                        <a:alpha val="0"/>
                      </a:schemeClr>
                    </a:gs>
                  </a:gsLst>
                  <a:lin ang="16200000" scaled="1"/>
                </a:gradFill>
                <a:effectLst/>
                <a:latin typeface="Calisto MT" panose="02040603050505030304" pitchFamily="18" charset="0"/>
              </a:rPr>
              <a:t>BRIEF</a:t>
            </a:r>
          </a:p>
        </p:txBody>
      </p:sp>
      <p:sp>
        <p:nvSpPr>
          <p:cNvPr id="4" name="íşľíďe">
            <a:extLst>
              <a:ext uri="{FF2B5EF4-FFF2-40B4-BE49-F238E27FC236}">
                <a16:creationId xmlns:a16="http://schemas.microsoft.com/office/drawing/2014/main" id="{0D071958-1775-F474-3CD5-C9E1DEDF630A}"/>
              </a:ext>
            </a:extLst>
          </p:cNvPr>
          <p:cNvSpPr txBox="1"/>
          <p:nvPr userDrawn="1"/>
        </p:nvSpPr>
        <p:spPr>
          <a:xfrm flipH="1">
            <a:off x="1017939" y="3075057"/>
            <a:ext cx="120097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b="1">
                <a:solidFill>
                  <a:schemeClr val="bg1"/>
                </a:solidFill>
                <a:latin typeface="阿里巴巴普惠体 Heavy" panose="00020600040101010101" pitchFamily="18" charset="-122"/>
                <a:ea typeface="阿里巴巴普惠体 Heavy" panose="00020600040101010101" pitchFamily="18" charset="-122"/>
                <a:cs typeface="阿里巴巴普惠体 Heavy" panose="00020600040101010101" pitchFamily="18" charset="-122"/>
              </a:rPr>
              <a:t>小结</a:t>
            </a:r>
            <a:endParaRPr lang="zh-CN" altLang="en-US" sz="4000" b="1" dirty="0">
              <a:solidFill>
                <a:schemeClr val="bg1"/>
              </a:solidFill>
              <a:latin typeface="阿里巴巴普惠体 Heavy" panose="00020600040101010101" pitchFamily="18" charset="-122"/>
              <a:ea typeface="阿里巴巴普惠体 Heavy" panose="00020600040101010101" pitchFamily="18" charset="-122"/>
              <a:cs typeface="阿里巴巴普惠体 Heavy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979694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3"/>
            <a:ext cx="10748057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18707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231360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744805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</p:spTree>
    <p:extLst>
      <p:ext uri="{BB962C8B-B14F-4D97-AF65-F5344CB8AC3E}">
        <p14:creationId xmlns:p14="http://schemas.microsoft.com/office/powerpoint/2010/main" val="27188863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总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</p:spTree>
    <p:extLst>
      <p:ext uri="{BB962C8B-B14F-4D97-AF65-F5344CB8AC3E}">
        <p14:creationId xmlns:p14="http://schemas.microsoft.com/office/powerpoint/2010/main" val="139768121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E6C2551-88ED-4239-96A2-7F3C49A205F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>
            <a:extLst>
              <a:ext uri="{FF2B5EF4-FFF2-40B4-BE49-F238E27FC236}">
                <a16:creationId xmlns:a16="http://schemas.microsoft.com/office/drawing/2014/main" id="{0F12D90F-BB49-421D-A9D1-C25C2A378E5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24204"/>
            <a:ext cx="10698800" cy="386122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</p:spTree>
    <p:extLst>
      <p:ext uri="{BB962C8B-B14F-4D97-AF65-F5344CB8AC3E}">
        <p14:creationId xmlns:p14="http://schemas.microsoft.com/office/powerpoint/2010/main" val="161095828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>
            <a:extLst>
              <a:ext uri="{FF2B5EF4-FFF2-40B4-BE49-F238E27FC236}">
                <a16:creationId xmlns:a16="http://schemas.microsoft.com/office/drawing/2014/main" id="{EDBCAEF0-27E1-194C-B5F4-08826E264FF7}"/>
              </a:ext>
            </a:extLst>
          </p:cNvPr>
          <p:cNvGrpSpPr/>
          <p:nvPr userDrawn="1"/>
        </p:nvGrpSpPr>
        <p:grpSpPr>
          <a:xfrm>
            <a:off x="806306" y="1054782"/>
            <a:ext cx="1228476" cy="528956"/>
            <a:chOff x="852891" y="1026849"/>
            <a:chExt cx="1228476" cy="528956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7F233A09-E322-CB4D-81FE-B2170A097F20}"/>
                </a:ext>
              </a:extLst>
            </p:cNvPr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>
              <a:extLst>
                <a:ext uri="{FF2B5EF4-FFF2-40B4-BE49-F238E27FC236}">
                  <a16:creationId xmlns:a16="http://schemas.microsoft.com/office/drawing/2014/main" id="{58F0AF60-824F-A447-B933-34D6D8A0DBD6}"/>
                </a:ext>
              </a:extLst>
            </p:cNvPr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TextBox 2">
              <a:extLst>
                <a:ext uri="{FF2B5EF4-FFF2-40B4-BE49-F238E27FC236}">
                  <a16:creationId xmlns:a16="http://schemas.microsoft.com/office/drawing/2014/main" id="{A22AFB91-263F-054D-81BE-7D38A372C0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练习</a:t>
              </a:r>
            </a:p>
          </p:txBody>
        </p:sp>
      </p:grpSp>
      <p:sp>
        <p:nvSpPr>
          <p:cNvPr id="11" name="文本占位符 9">
            <a:extLst>
              <a:ext uri="{FF2B5EF4-FFF2-40B4-BE49-F238E27FC236}">
                <a16:creationId xmlns:a16="http://schemas.microsoft.com/office/drawing/2014/main" id="{D44EE2D5-15F6-2E42-8B3D-F0F3139D0AA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101968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marL="0" lvl="0" indent="0">
              <a:spcBef>
                <a:spcPct val="0"/>
              </a:spcBef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>
            <a:extLst>
              <a:ext uri="{FF2B5EF4-FFF2-40B4-BE49-F238E27FC236}">
                <a16:creationId xmlns:a16="http://schemas.microsoft.com/office/drawing/2014/main" id="{F5EA2F1C-E1D5-B44C-AB78-F1D96E0D74B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741808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  <p:pic>
        <p:nvPicPr>
          <p:cNvPr id="13" name="图形 12">
            <a:extLst>
              <a:ext uri="{FF2B5EF4-FFF2-40B4-BE49-F238E27FC236}">
                <a16:creationId xmlns:a16="http://schemas.microsoft.com/office/drawing/2014/main" id="{1FD7787D-704C-E74D-B53E-A392EAB4805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9623" y="1245476"/>
            <a:ext cx="201682" cy="201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302954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>
            <a:extLst>
              <a:ext uri="{FF2B5EF4-FFF2-40B4-BE49-F238E27FC236}">
                <a16:creationId xmlns:a16="http://schemas.microsoft.com/office/drawing/2014/main" id="{EDBCAEF0-27E1-194C-B5F4-08826E264FF7}"/>
              </a:ext>
            </a:extLst>
          </p:cNvPr>
          <p:cNvGrpSpPr/>
          <p:nvPr userDrawn="1"/>
        </p:nvGrpSpPr>
        <p:grpSpPr>
          <a:xfrm>
            <a:off x="806306" y="1056254"/>
            <a:ext cx="1228476" cy="528956"/>
            <a:chOff x="852891" y="1026849"/>
            <a:chExt cx="1228476" cy="528956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7F233A09-E322-CB4D-81FE-B2170A097F20}"/>
                </a:ext>
              </a:extLst>
            </p:cNvPr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>
              <a:extLst>
                <a:ext uri="{FF2B5EF4-FFF2-40B4-BE49-F238E27FC236}">
                  <a16:creationId xmlns:a16="http://schemas.microsoft.com/office/drawing/2014/main" id="{58F0AF60-824F-A447-B933-34D6D8A0DBD6}"/>
                </a:ext>
              </a:extLst>
            </p:cNvPr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TextBox 2">
              <a:extLst>
                <a:ext uri="{FF2B5EF4-FFF2-40B4-BE49-F238E27FC236}">
                  <a16:creationId xmlns:a16="http://schemas.microsoft.com/office/drawing/2014/main" id="{A22AFB91-263F-054D-81BE-7D38A372C0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案例</a:t>
              </a:r>
            </a:p>
          </p:txBody>
        </p:sp>
      </p:grpSp>
      <p:sp>
        <p:nvSpPr>
          <p:cNvPr id="11" name="文本占位符 9">
            <a:extLst>
              <a:ext uri="{FF2B5EF4-FFF2-40B4-BE49-F238E27FC236}">
                <a16:creationId xmlns:a16="http://schemas.microsoft.com/office/drawing/2014/main" id="{D44EE2D5-15F6-2E42-8B3D-F0F3139D0AA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10344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>
              <a:spcBef>
                <a:spcPct val="0"/>
              </a:spcBef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>
            <a:extLst>
              <a:ext uri="{FF2B5EF4-FFF2-40B4-BE49-F238E27FC236}">
                <a16:creationId xmlns:a16="http://schemas.microsoft.com/office/drawing/2014/main" id="{F5EA2F1C-E1D5-B44C-AB78-F1D96E0D74B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743280"/>
            <a:ext cx="9214230" cy="376237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  <p:pic>
        <p:nvPicPr>
          <p:cNvPr id="13" name="图形 12">
            <a:extLst>
              <a:ext uri="{FF2B5EF4-FFF2-40B4-BE49-F238E27FC236}">
                <a16:creationId xmlns:a16="http://schemas.microsoft.com/office/drawing/2014/main" id="{455DD043-453D-F04F-965C-A5E686829A6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9623" y="1246948"/>
            <a:ext cx="201682" cy="201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91249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9020C514-817B-504E-A325-60842B59AB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EDBCAEF0-27E1-194C-B5F4-08826E264FF7}"/>
              </a:ext>
            </a:extLst>
          </p:cNvPr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7F233A09-E322-CB4D-81FE-B2170A097F20}"/>
                </a:ext>
              </a:extLst>
            </p:cNvPr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>
              <a:extLst>
                <a:ext uri="{FF2B5EF4-FFF2-40B4-BE49-F238E27FC236}">
                  <a16:creationId xmlns:a16="http://schemas.microsoft.com/office/drawing/2014/main" id="{58F0AF60-824F-A447-B933-34D6D8A0DBD6}"/>
                </a:ext>
              </a:extLst>
            </p:cNvPr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>
              <a:extLst>
                <a:ext uri="{FF2B5EF4-FFF2-40B4-BE49-F238E27FC236}">
                  <a16:creationId xmlns:a16="http://schemas.microsoft.com/office/drawing/2014/main" id="{C4064CF0-C79B-2F4A-839D-A269386675F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>
              <a:extLst>
                <a:ext uri="{FF2B5EF4-FFF2-40B4-BE49-F238E27FC236}">
                  <a16:creationId xmlns:a16="http://schemas.microsoft.com/office/drawing/2014/main" id="{A22AFB91-263F-054D-81BE-7D38A372C0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练习</a:t>
              </a:r>
            </a:p>
          </p:txBody>
        </p:sp>
      </p:grpSp>
      <p:sp>
        <p:nvSpPr>
          <p:cNvPr id="11" name="文本占位符 9">
            <a:extLst>
              <a:ext uri="{FF2B5EF4-FFF2-40B4-BE49-F238E27FC236}">
                <a16:creationId xmlns:a16="http://schemas.microsoft.com/office/drawing/2014/main" id="{D44EE2D5-15F6-2E42-8B3D-F0F3139D0AA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>
            <a:extLst>
              <a:ext uri="{FF2B5EF4-FFF2-40B4-BE49-F238E27FC236}">
                <a16:creationId xmlns:a16="http://schemas.microsoft.com/office/drawing/2014/main" id="{F5EA2F1C-E1D5-B44C-AB78-F1D96E0D74B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</p:spTree>
    <p:extLst>
      <p:ext uri="{BB962C8B-B14F-4D97-AF65-F5344CB8AC3E}">
        <p14:creationId xmlns:p14="http://schemas.microsoft.com/office/powerpoint/2010/main" val="332965305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</a:p>
        </p:txBody>
      </p:sp>
    </p:spTree>
    <p:extLst>
      <p:ext uri="{BB962C8B-B14F-4D97-AF65-F5344CB8AC3E}">
        <p14:creationId xmlns:p14="http://schemas.microsoft.com/office/powerpoint/2010/main" val="1670380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9020C514-817B-504E-A325-60842B59AB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EDBCAEF0-27E1-194C-B5F4-08826E264FF7}"/>
              </a:ext>
            </a:extLst>
          </p:cNvPr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7F233A09-E322-CB4D-81FE-B2170A097F20}"/>
                </a:ext>
              </a:extLst>
            </p:cNvPr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>
              <a:extLst>
                <a:ext uri="{FF2B5EF4-FFF2-40B4-BE49-F238E27FC236}">
                  <a16:creationId xmlns:a16="http://schemas.microsoft.com/office/drawing/2014/main" id="{58F0AF60-824F-A447-B933-34D6D8A0DBD6}"/>
                </a:ext>
              </a:extLst>
            </p:cNvPr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>
              <a:extLst>
                <a:ext uri="{FF2B5EF4-FFF2-40B4-BE49-F238E27FC236}">
                  <a16:creationId xmlns:a16="http://schemas.microsoft.com/office/drawing/2014/main" id="{C4064CF0-C79B-2F4A-839D-A269386675F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>
              <a:extLst>
                <a:ext uri="{FF2B5EF4-FFF2-40B4-BE49-F238E27FC236}">
                  <a16:creationId xmlns:a16="http://schemas.microsoft.com/office/drawing/2014/main" id="{A22AFB91-263F-054D-81BE-7D38A372C0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案例</a:t>
              </a:r>
            </a:p>
          </p:txBody>
        </p:sp>
      </p:grpSp>
      <p:sp>
        <p:nvSpPr>
          <p:cNvPr id="11" name="文本占位符 9">
            <a:extLst>
              <a:ext uri="{FF2B5EF4-FFF2-40B4-BE49-F238E27FC236}">
                <a16:creationId xmlns:a16="http://schemas.microsoft.com/office/drawing/2014/main" id="{D44EE2D5-15F6-2E42-8B3D-F0F3139D0AA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>
            <a:extLst>
              <a:ext uri="{FF2B5EF4-FFF2-40B4-BE49-F238E27FC236}">
                <a16:creationId xmlns:a16="http://schemas.microsoft.com/office/drawing/2014/main" id="{F5EA2F1C-E1D5-B44C-AB78-F1D96E0D74B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</p:spTree>
    <p:extLst>
      <p:ext uri="{BB962C8B-B14F-4D97-AF65-F5344CB8AC3E}">
        <p14:creationId xmlns:p14="http://schemas.microsoft.com/office/powerpoint/2010/main" val="282255577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3531493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总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>
            <a:extLst>
              <a:ext uri="{FF2B5EF4-FFF2-40B4-BE49-F238E27FC236}">
                <a16:creationId xmlns:a16="http://schemas.microsoft.com/office/drawing/2014/main" id="{34600FE5-8DCA-46AA-AB57-2E40352BF07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5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>
            <a:extLst>
              <a:ext uri="{FF2B5EF4-FFF2-40B4-BE49-F238E27FC236}">
                <a16:creationId xmlns:a16="http://schemas.microsoft.com/office/drawing/2014/main" id="{EBBF2F2F-D96E-4638-A53F-CD7237FF5C1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81309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>
              <a:extLst>
                <a:ext uri="{FF2B5EF4-FFF2-40B4-BE49-F238E27FC236}">
                  <a16:creationId xmlns:a16="http://schemas.microsoft.com/office/drawing/2014/main" id="{EBBF2F2F-D96E-4638-A53F-CD7237FF5C1E}"/>
                </a:ext>
              </a:extLst>
            </p:cNvPr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159862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椭圆 20">
            <a:extLst>
              <a:ext uri="{FF2B5EF4-FFF2-40B4-BE49-F238E27FC236}">
                <a16:creationId xmlns:a16="http://schemas.microsoft.com/office/drawing/2014/main" id="{A2C6D317-56F4-9711-5A26-95000236D36F}"/>
              </a:ext>
            </a:extLst>
          </p:cNvPr>
          <p:cNvSpPr/>
          <p:nvPr userDrawn="1"/>
        </p:nvSpPr>
        <p:spPr>
          <a:xfrm>
            <a:off x="375011" y="1961115"/>
            <a:ext cx="220344" cy="220344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9B200C4C-3F9D-867C-E497-ADCB7E43A5BB}"/>
              </a:ext>
            </a:extLst>
          </p:cNvPr>
          <p:cNvSpPr/>
          <p:nvPr userDrawn="1"/>
        </p:nvSpPr>
        <p:spPr>
          <a:xfrm>
            <a:off x="2838084" y="-2028162"/>
            <a:ext cx="9285508" cy="9285508"/>
          </a:xfrm>
          <a:prstGeom prst="ellipse">
            <a:avLst/>
          </a:prstGeom>
          <a:solidFill>
            <a:schemeClr val="accent1">
              <a:lumMod val="40000"/>
              <a:lumOff val="60000"/>
              <a:alpha val="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4824A05E-CCAC-E012-444F-D8238FD3ABEF}"/>
              </a:ext>
            </a:extLst>
          </p:cNvPr>
          <p:cNvSpPr/>
          <p:nvPr userDrawn="1"/>
        </p:nvSpPr>
        <p:spPr>
          <a:xfrm>
            <a:off x="4568596" y="-297650"/>
            <a:ext cx="5824484" cy="5824484"/>
          </a:xfrm>
          <a:prstGeom prst="ellipse">
            <a:avLst/>
          </a:prstGeom>
          <a:solidFill>
            <a:schemeClr val="accent1">
              <a:lumMod val="40000"/>
              <a:lumOff val="60000"/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AC93AF0E-4B39-C67D-D03D-00737E937EE7}"/>
              </a:ext>
            </a:extLst>
          </p:cNvPr>
          <p:cNvSpPr/>
          <p:nvPr userDrawn="1"/>
        </p:nvSpPr>
        <p:spPr>
          <a:xfrm>
            <a:off x="6170528" y="1304282"/>
            <a:ext cx="2620620" cy="2620620"/>
          </a:xfrm>
          <a:prstGeom prst="ellipse">
            <a:avLst/>
          </a:prstGeom>
          <a:solidFill>
            <a:schemeClr val="accent1">
              <a:lumMod val="40000"/>
              <a:lumOff val="60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E545B57F-7D9D-4AD8-9FE4-E5267D65BB8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60400" y="2220686"/>
            <a:ext cx="10858500" cy="86902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defRPr lang="zh-CN" altLang="en-US" sz="4800" b="1" dirty="0">
                <a:solidFill>
                  <a:schemeClr val="accent1"/>
                </a:solidFill>
              </a:defRPr>
            </a:lvl1pPr>
          </a:lstStyle>
          <a:p>
            <a:pPr lvl="0" defTabSz="914354"/>
            <a:r>
              <a:rPr lang="zh-CN" altLang="en-US"/>
              <a:t>点击输入一级标题</a:t>
            </a:r>
            <a:endParaRPr lang="zh-CN" altLang="en-US" dirty="0"/>
          </a:p>
        </p:txBody>
      </p:sp>
      <p:sp>
        <p:nvSpPr>
          <p:cNvPr id="11" name="圆心2">
            <a:extLst>
              <a:ext uri="{FF2B5EF4-FFF2-40B4-BE49-F238E27FC236}">
                <a16:creationId xmlns:a16="http://schemas.microsoft.com/office/drawing/2014/main" id="{6F73DB22-8BD9-67FD-6EBE-B56D6BF83FC2}"/>
              </a:ext>
            </a:extLst>
          </p:cNvPr>
          <p:cNvSpPr/>
          <p:nvPr/>
        </p:nvSpPr>
        <p:spPr>
          <a:xfrm>
            <a:off x="7262969" y="2396723"/>
            <a:ext cx="435738" cy="435738"/>
          </a:xfrm>
          <a:prstGeom prst="ellipse">
            <a:avLst/>
          </a:prstGeom>
          <a:solidFill>
            <a:schemeClr val="accent1">
              <a:alpha val="3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圆心">
            <a:extLst>
              <a:ext uri="{FF2B5EF4-FFF2-40B4-BE49-F238E27FC236}">
                <a16:creationId xmlns:a16="http://schemas.microsoft.com/office/drawing/2014/main" id="{82339D60-0D0F-E0A8-9FEF-57B1B018D0C7}"/>
              </a:ext>
            </a:extLst>
          </p:cNvPr>
          <p:cNvSpPr/>
          <p:nvPr userDrawn="1"/>
        </p:nvSpPr>
        <p:spPr>
          <a:xfrm>
            <a:off x="7414470" y="2547358"/>
            <a:ext cx="132735" cy="13273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占位符 7">
            <a:extLst>
              <a:ext uri="{FF2B5EF4-FFF2-40B4-BE49-F238E27FC236}">
                <a16:creationId xmlns:a16="http://schemas.microsoft.com/office/drawing/2014/main" id="{FC241F82-E1B0-0249-A9D6-2656A3C64CB7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660400" y="3586894"/>
            <a:ext cx="4486275" cy="5635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</a:lstStyle>
          <a:p>
            <a:pPr lvl="0"/>
            <a:r>
              <a:rPr lang="zh-CN" altLang="en-US"/>
              <a:t>点击输入副标题</a:t>
            </a:r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EF4E1EF7-DD7F-C77D-A571-C682C80AC047}"/>
              </a:ext>
            </a:extLst>
          </p:cNvPr>
          <p:cNvSpPr/>
          <p:nvPr userDrawn="1"/>
        </p:nvSpPr>
        <p:spPr>
          <a:xfrm>
            <a:off x="485183" y="1962438"/>
            <a:ext cx="350434" cy="35043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B3C9B1B7-3BA3-1D3F-637E-1B77EAD927E4}"/>
              </a:ext>
            </a:extLst>
          </p:cNvPr>
          <p:cNvSpPr txBox="1"/>
          <p:nvPr userDrawn="1"/>
        </p:nvSpPr>
        <p:spPr>
          <a:xfrm>
            <a:off x="660399" y="6111671"/>
            <a:ext cx="806570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00" i="0">
                <a:solidFill>
                  <a:schemeClr val="bg1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多一句没有，少一句不行，用更短的时间，教会更实用的技术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976DEFC5-AB31-715D-5481-255694BCA629}"/>
              </a:ext>
            </a:extLst>
          </p:cNvPr>
          <p:cNvSpPr/>
          <p:nvPr userDrawn="1"/>
        </p:nvSpPr>
        <p:spPr>
          <a:xfrm>
            <a:off x="720618" y="5942536"/>
            <a:ext cx="2001676" cy="63628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50000">
                <a:schemeClr val="accent1"/>
              </a:gs>
              <a:gs pos="100000">
                <a:schemeClr val="accent1">
                  <a:shade val="100000"/>
                  <a:satMod val="115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3" name="长直线">
            <a:extLst>
              <a:ext uri="{FF2B5EF4-FFF2-40B4-BE49-F238E27FC236}">
                <a16:creationId xmlns:a16="http://schemas.microsoft.com/office/drawing/2014/main" id="{29F34751-B9FF-378D-D7A3-B7B27A91478D}"/>
              </a:ext>
            </a:extLst>
          </p:cNvPr>
          <p:cNvCxnSpPr>
            <a:cxnSpLocks/>
          </p:cNvCxnSpPr>
          <p:nvPr userDrawn="1"/>
        </p:nvCxnSpPr>
        <p:spPr>
          <a:xfrm>
            <a:off x="7858832" y="2124884"/>
            <a:ext cx="129159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短直线">
            <a:extLst>
              <a:ext uri="{FF2B5EF4-FFF2-40B4-BE49-F238E27FC236}">
                <a16:creationId xmlns:a16="http://schemas.microsoft.com/office/drawing/2014/main" id="{E9D012F5-DFB7-A078-3B1C-F9FE02E47E91}"/>
              </a:ext>
            </a:extLst>
          </p:cNvPr>
          <p:cNvCxnSpPr/>
          <p:nvPr userDrawn="1"/>
        </p:nvCxnSpPr>
        <p:spPr>
          <a:xfrm flipV="1">
            <a:off x="7550306" y="2124884"/>
            <a:ext cx="308526" cy="266314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图形 8">
            <a:extLst>
              <a:ext uri="{FF2B5EF4-FFF2-40B4-BE49-F238E27FC236}">
                <a16:creationId xmlns:a16="http://schemas.microsoft.com/office/drawing/2014/main" id="{EA3F6F4D-08CF-9E00-D954-69D3520E644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8081" t="21237" r="10346" b="18121"/>
          <a:stretch/>
        </p:blipFill>
        <p:spPr>
          <a:xfrm>
            <a:off x="9956716" y="152244"/>
            <a:ext cx="1848051" cy="605113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61E490B8-2AEA-ACCD-9526-01BED78DEB5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564276" flipH="1" flipV="1">
            <a:off x="3592764" y="481454"/>
            <a:ext cx="9317253" cy="6210881"/>
          </a:xfrm>
          <a:prstGeom prst="rect">
            <a:avLst/>
          </a:prstGeom>
        </p:spPr>
      </p:pic>
      <p:sp>
        <p:nvSpPr>
          <p:cNvPr id="14" name="文本框">
            <a:extLst>
              <a:ext uri="{FF2B5EF4-FFF2-40B4-BE49-F238E27FC236}">
                <a16:creationId xmlns:a16="http://schemas.microsoft.com/office/drawing/2014/main" id="{C37184BC-D315-706A-20DF-529BAFF1993E}"/>
              </a:ext>
            </a:extLst>
          </p:cNvPr>
          <p:cNvSpPr txBox="1"/>
          <p:nvPr userDrawn="1"/>
        </p:nvSpPr>
        <p:spPr>
          <a:xfrm>
            <a:off x="8399534" y="1847885"/>
            <a:ext cx="136608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b="1">
                <a:solidFill>
                  <a:schemeClr val="accent1"/>
                </a:solidFill>
              </a:rPr>
              <a:t>AI Copilot </a:t>
            </a:r>
            <a:endParaRPr lang="zh-CN" altLang="en-US" sz="1400" b="1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185414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8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to="0" calcmode="lin" valueType="num">
                                      <p:cBhvr>
                                        <p:cTn id="39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7" grpId="0" animBg="1"/>
      <p:bldP spid="16" grpId="0" animBg="1"/>
      <p:bldP spid="11" grpId="0" animBg="1"/>
      <p:bldP spid="12" grpId="0" animBg="1"/>
      <p:bldP spid="14" grpId="0"/>
    </p:bldLst>
  </p:timing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完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椭圆 35">
            <a:extLst>
              <a:ext uri="{FF2B5EF4-FFF2-40B4-BE49-F238E27FC236}">
                <a16:creationId xmlns:a16="http://schemas.microsoft.com/office/drawing/2014/main" id="{9C7E64E7-1F0A-79D2-A263-3605467F0B51}"/>
              </a:ext>
            </a:extLst>
          </p:cNvPr>
          <p:cNvSpPr/>
          <p:nvPr userDrawn="1"/>
        </p:nvSpPr>
        <p:spPr>
          <a:xfrm>
            <a:off x="1367628" y="-1213754"/>
            <a:ext cx="9285508" cy="9285508"/>
          </a:xfrm>
          <a:prstGeom prst="ellipse">
            <a:avLst/>
          </a:prstGeom>
          <a:solidFill>
            <a:schemeClr val="accent1">
              <a:lumMod val="40000"/>
              <a:lumOff val="60000"/>
              <a:alpha val="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椭圆 36">
            <a:extLst>
              <a:ext uri="{FF2B5EF4-FFF2-40B4-BE49-F238E27FC236}">
                <a16:creationId xmlns:a16="http://schemas.microsoft.com/office/drawing/2014/main" id="{C8A0D84D-155A-2194-ED3A-5A7CB9A4B72A}"/>
              </a:ext>
            </a:extLst>
          </p:cNvPr>
          <p:cNvSpPr/>
          <p:nvPr userDrawn="1"/>
        </p:nvSpPr>
        <p:spPr>
          <a:xfrm>
            <a:off x="3098140" y="516758"/>
            <a:ext cx="5824484" cy="5824484"/>
          </a:xfrm>
          <a:prstGeom prst="ellipse">
            <a:avLst/>
          </a:prstGeom>
          <a:solidFill>
            <a:schemeClr val="accent1">
              <a:lumMod val="40000"/>
              <a:lumOff val="60000"/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椭圆 37">
            <a:extLst>
              <a:ext uri="{FF2B5EF4-FFF2-40B4-BE49-F238E27FC236}">
                <a16:creationId xmlns:a16="http://schemas.microsoft.com/office/drawing/2014/main" id="{0F7740DA-4F67-1648-9FE7-BA25A7F2910D}"/>
              </a:ext>
            </a:extLst>
          </p:cNvPr>
          <p:cNvSpPr/>
          <p:nvPr userDrawn="1"/>
        </p:nvSpPr>
        <p:spPr>
          <a:xfrm>
            <a:off x="4700072" y="2118690"/>
            <a:ext cx="2620620" cy="2620620"/>
          </a:xfrm>
          <a:prstGeom prst="ellipse">
            <a:avLst/>
          </a:prstGeom>
          <a:solidFill>
            <a:schemeClr val="accent1">
              <a:lumMod val="40000"/>
              <a:lumOff val="60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iṩ1iḍé">
            <a:extLst>
              <a:ext uri="{FF2B5EF4-FFF2-40B4-BE49-F238E27FC236}">
                <a16:creationId xmlns:a16="http://schemas.microsoft.com/office/drawing/2014/main" id="{7F87E56D-6D24-DF28-4A8B-DD94A5588CCD}"/>
              </a:ext>
            </a:extLst>
          </p:cNvPr>
          <p:cNvSpPr/>
          <p:nvPr userDrawn="1"/>
        </p:nvSpPr>
        <p:spPr>
          <a:xfrm>
            <a:off x="0" y="2689964"/>
            <a:ext cx="12192000" cy="1478071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90000">
                <a:schemeClr val="accent1"/>
              </a:gs>
            </a:gsLst>
            <a:lin ang="0" scaled="1"/>
            <a:tileRect/>
          </a:gradFill>
          <a:ln>
            <a:noFill/>
          </a:ln>
          <a:effectLst>
            <a:outerShdw blurRad="139700" dist="76200" dir="4560000" algn="t" rotWithShape="0">
              <a:prstClr val="black">
                <a:alpha val="2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57CD92EE-FE45-4CC1-22A5-2D2AFAEDCC3F}"/>
              </a:ext>
            </a:extLst>
          </p:cNvPr>
          <p:cNvGrpSpPr/>
          <p:nvPr userDrawn="1"/>
        </p:nvGrpSpPr>
        <p:grpSpPr>
          <a:xfrm>
            <a:off x="3131925" y="2916806"/>
            <a:ext cx="4953838" cy="853924"/>
            <a:chOff x="3131925" y="2844887"/>
            <a:chExt cx="4953838" cy="853924"/>
          </a:xfrm>
        </p:grpSpPr>
        <p:pic>
          <p:nvPicPr>
            <p:cNvPr id="33" name="图片 1">
              <a:extLst>
                <a:ext uri="{FF2B5EF4-FFF2-40B4-BE49-F238E27FC236}">
                  <a16:creationId xmlns:a16="http://schemas.microsoft.com/office/drawing/2014/main" id="{C64F9D38-0ED4-99F8-903A-45555ADF802B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29627"/>
            <a:stretch/>
          </p:blipFill>
          <p:spPr bwMode="auto">
            <a:xfrm>
              <a:off x="3131925" y="2844887"/>
              <a:ext cx="2948463" cy="8539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cxnSp>
          <p:nvCxnSpPr>
            <p:cNvPr id="34" name="直接连接符 33">
              <a:extLst>
                <a:ext uri="{FF2B5EF4-FFF2-40B4-BE49-F238E27FC236}">
                  <a16:creationId xmlns:a16="http://schemas.microsoft.com/office/drawing/2014/main" id="{C2C68E28-2375-6922-E133-284E7821B44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010382" y="3154751"/>
              <a:ext cx="0" cy="380144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AC7DE38E-8849-1998-75E8-89E432D90EBE}"/>
                </a:ext>
              </a:extLst>
            </p:cNvPr>
            <p:cNvSpPr txBox="1"/>
            <p:nvPr userDrawn="1"/>
          </p:nvSpPr>
          <p:spPr>
            <a:xfrm>
              <a:off x="6096001" y="3021658"/>
              <a:ext cx="198976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>
                  <a:solidFill>
                    <a:schemeClr val="bg1"/>
                  </a:solidFill>
                  <a:latin typeface="阿里巴巴普惠体 Medium" panose="00020600040101010101" pitchFamily="18" charset="-122"/>
                  <a:ea typeface="阿里巴巴普惠体 Medium" panose="00020600040101010101" pitchFamily="18" charset="-122"/>
                  <a:cs typeface="阿里巴巴普惠体 Medium" panose="00020600040101010101" pitchFamily="18" charset="-122"/>
                </a:rPr>
                <a:t>传智教育旗下</a:t>
              </a:r>
              <a:endParaRPr lang="en-US" altLang="zh-CN">
                <a:solidFill>
                  <a:schemeClr val="bg1"/>
                </a:solidFill>
                <a:latin typeface="阿里巴巴普惠体 Medium" panose="00020600040101010101" pitchFamily="18" charset="-122"/>
                <a:ea typeface="阿里巴巴普惠体 Medium" panose="00020600040101010101" pitchFamily="18" charset="-122"/>
                <a:cs typeface="阿里巴巴普惠体 Medium" panose="00020600040101010101" pitchFamily="18" charset="-122"/>
              </a:endParaRPr>
            </a:p>
            <a:p>
              <a:r>
                <a:rPr lang="zh-CN" altLang="en-US">
                  <a:solidFill>
                    <a:schemeClr val="bg1"/>
                  </a:solidFill>
                  <a:latin typeface="阿里巴巴普惠体 Medium" panose="00020600040101010101" pitchFamily="18" charset="-122"/>
                  <a:ea typeface="阿里巴巴普惠体 Medium" panose="00020600040101010101" pitchFamily="18" charset="-122"/>
                  <a:cs typeface="阿里巴巴普惠体 Medium" panose="00020600040101010101" pitchFamily="18" charset="-122"/>
                </a:rPr>
                <a:t>高端</a:t>
              </a:r>
              <a:r>
                <a:rPr lang="en-US" altLang="zh-CN">
                  <a:solidFill>
                    <a:schemeClr val="bg1"/>
                  </a:solidFill>
                  <a:latin typeface="阿里巴巴普惠体 Medium" panose="00020600040101010101" pitchFamily="18" charset="-122"/>
                  <a:ea typeface="阿里巴巴普惠体 Medium" panose="00020600040101010101" pitchFamily="18" charset="-122"/>
                  <a:cs typeface="阿里巴巴普惠体 Medium" panose="00020600040101010101" pitchFamily="18" charset="-122"/>
                </a:rPr>
                <a:t>IT</a:t>
              </a:r>
              <a:r>
                <a:rPr lang="zh-CN" altLang="en-US">
                  <a:solidFill>
                    <a:schemeClr val="bg1"/>
                  </a:solidFill>
                  <a:latin typeface="阿里巴巴普惠体 Medium" panose="00020600040101010101" pitchFamily="18" charset="-122"/>
                  <a:ea typeface="阿里巴巴普惠体 Medium" panose="00020600040101010101" pitchFamily="18" charset="-122"/>
                  <a:cs typeface="阿里巴巴普惠体 Medium" panose="00020600040101010101" pitchFamily="18" charset="-122"/>
                </a:rPr>
                <a:t>教育品牌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9700387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椭圆 7">
            <a:extLst>
              <a:ext uri="{FF2B5EF4-FFF2-40B4-BE49-F238E27FC236}">
                <a16:creationId xmlns:a16="http://schemas.microsoft.com/office/drawing/2014/main" id="{34FB0A6B-66AE-D2A8-FCAE-415D3251A19B}"/>
              </a:ext>
            </a:extLst>
          </p:cNvPr>
          <p:cNvSpPr/>
          <p:nvPr userDrawn="1"/>
        </p:nvSpPr>
        <p:spPr>
          <a:xfrm>
            <a:off x="367090" y="-1714814"/>
            <a:ext cx="9285508" cy="9285508"/>
          </a:xfrm>
          <a:prstGeom prst="ellipse">
            <a:avLst/>
          </a:prstGeom>
          <a:solidFill>
            <a:schemeClr val="accent1">
              <a:lumMod val="40000"/>
              <a:lumOff val="60000"/>
              <a:alpha val="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38539A05-556B-81A4-0795-3B191CB53943}"/>
              </a:ext>
            </a:extLst>
          </p:cNvPr>
          <p:cNvSpPr/>
          <p:nvPr userDrawn="1"/>
        </p:nvSpPr>
        <p:spPr>
          <a:xfrm>
            <a:off x="1832990" y="-2841"/>
            <a:ext cx="5824484" cy="5824484"/>
          </a:xfrm>
          <a:prstGeom prst="ellipse">
            <a:avLst/>
          </a:prstGeom>
          <a:solidFill>
            <a:schemeClr val="accent1">
              <a:lumMod val="40000"/>
              <a:lumOff val="60000"/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10CECE50-264B-8294-A89A-D0F8A1907A78}"/>
              </a:ext>
            </a:extLst>
          </p:cNvPr>
          <p:cNvSpPr/>
          <p:nvPr userDrawn="1"/>
        </p:nvSpPr>
        <p:spPr>
          <a:xfrm>
            <a:off x="3434922" y="1599091"/>
            <a:ext cx="2620620" cy="2620620"/>
          </a:xfrm>
          <a:prstGeom prst="ellipse">
            <a:avLst/>
          </a:prstGeom>
          <a:solidFill>
            <a:schemeClr val="accent1">
              <a:lumMod val="40000"/>
              <a:lumOff val="60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287C0C2E-27D7-4123-B01F-3144FCE1EF2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41" r="31458"/>
          <a:stretch/>
        </p:blipFill>
        <p:spPr>
          <a:xfrm rot="568416">
            <a:off x="90962" y="381112"/>
            <a:ext cx="4016078" cy="5720226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8F041D8F-DCC0-35B8-2AA2-F0A7BAB253C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41" r="31458"/>
          <a:stretch/>
        </p:blipFill>
        <p:spPr>
          <a:xfrm rot="20629034">
            <a:off x="-3526421" y="-821074"/>
            <a:ext cx="4016077" cy="5720225"/>
          </a:xfrm>
          <a:prstGeom prst="rect">
            <a:avLst/>
          </a:prstGeom>
        </p:spPr>
      </p:pic>
      <p:sp>
        <p:nvSpPr>
          <p:cNvPr id="19" name="椭圆 18">
            <a:extLst>
              <a:ext uri="{FF2B5EF4-FFF2-40B4-BE49-F238E27FC236}">
                <a16:creationId xmlns:a16="http://schemas.microsoft.com/office/drawing/2014/main" id="{C3296A99-F5C4-3E6A-FF6E-4852C12DEE94}"/>
              </a:ext>
            </a:extLst>
          </p:cNvPr>
          <p:cNvSpPr/>
          <p:nvPr userDrawn="1"/>
        </p:nvSpPr>
        <p:spPr>
          <a:xfrm>
            <a:off x="4631217" y="3066159"/>
            <a:ext cx="409736" cy="40973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圆心">
            <a:extLst>
              <a:ext uri="{FF2B5EF4-FFF2-40B4-BE49-F238E27FC236}">
                <a16:creationId xmlns:a16="http://schemas.microsoft.com/office/drawing/2014/main" id="{2B661CB4-3CBD-5C2B-5102-A013FB7A719E}"/>
              </a:ext>
            </a:extLst>
          </p:cNvPr>
          <p:cNvSpPr/>
          <p:nvPr/>
        </p:nvSpPr>
        <p:spPr>
          <a:xfrm>
            <a:off x="4184938" y="2356361"/>
            <a:ext cx="1119534" cy="111953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600">
              <a:latin typeface="+mj-ea"/>
              <a:ea typeface="+mj-ea"/>
            </a:endParaRP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EC6ED1A-7B72-CBE7-8DC0-8CA41549B76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834081" y="2465278"/>
            <a:ext cx="3397250" cy="901700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3600">
                <a:latin typeface="+mj-ea"/>
                <a:ea typeface="+mj-ea"/>
              </a:defRPr>
            </a:lvl1pPr>
          </a:lstStyle>
          <a:p>
            <a:pPr lvl="0"/>
            <a:r>
              <a:rPr lang="zh-CN" altLang="en-US"/>
              <a:t>章节标题</a:t>
            </a:r>
          </a:p>
        </p:txBody>
      </p:sp>
      <p:sp>
        <p:nvSpPr>
          <p:cNvPr id="7" name="文本占位符 6">
            <a:extLst>
              <a:ext uri="{FF2B5EF4-FFF2-40B4-BE49-F238E27FC236}">
                <a16:creationId xmlns:a16="http://schemas.microsoft.com/office/drawing/2014/main" id="{AF3EC600-D80B-73CA-E06E-8768FDEAA47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02239" y="2675622"/>
            <a:ext cx="884931" cy="481012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3600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en-US" altLang="zh-CN"/>
              <a:t>1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30298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ntr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63" presetClass="path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96701 0.175297 E" pathEditMode="relative" ptsTypes="">
                                      <p:cBhvr>
                                        <p:cTn id="12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63" presetClass="path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296701 -0.175297 L 0 0 E" pathEditMode="relative" ptsTypes="">
                                      <p:cBhvr>
                                        <p:cTn id="14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6" presetClass="emph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6" dur="750" fill="hold"/>
                                        <p:tgtEl>
                                          <p:spTgt spid="6"/>
                                        </p:tgtEl>
                                      </p:cBhvr>
                                      <p:by x="150000" y="150000"/>
                                      <p:from x="100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7" presetID="6" presetClass="emph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8" dur="750" fill="hold"/>
                                        <p:tgtEl>
                                          <p:spTgt spid="2"/>
                                        </p:tgtEl>
                                      </p:cBhvr>
                                      <p:by x="150000" y="150000"/>
                                      <p:from x="100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9" presetID="8" presetClass="emph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 from="0" to="1539382">
                                      <p:cBhvr>
                                        <p:cTn id="20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1" presetID="8" presetClass="emph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 from="-1539382" to="0">
                                      <p:cBhvr>
                                        <p:cTn id="22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3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53" presetClass="entr" presetSubtype="16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53" presetClass="entr" presetSubtype="16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53" presetClass="entr" presetSubtype="16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53" presetClass="entr" presetSubtype="16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42" presetClass="path" presetSubtype="0" accel="50000" decel="50000" fill="hold" grpId="1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-4.58333E-6 -1.85185E-6 L 0.0168 0.02986 " pathEditMode="relative" rAng="0" ptsTypes="AA">
                                      <p:cBhvr>
                                        <p:cTn id="5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33" y="1481"/>
                                    </p:animMotion>
                                  </p:childTnLst>
                                </p:cTn>
                              </p:par>
                              <p:par>
                                <p:cTn id="53" presetID="10" presetClass="entr" presetSubtype="0" decel="10000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to="0" calcmode="lin" valueType="num">
                                      <p:cBhvr>
                                        <p:cTn id="5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3" grpId="0" animBg="1"/>
      <p:bldP spid="5" grpId="0" animBg="1"/>
      <p:bldP spid="19" grpId="0" animBg="1"/>
      <p:bldP spid="19" grpId="1" animBg="1"/>
      <p:bldP spid="17" grpId="0" animBg="1"/>
      <p:bldP spid="4" grpId="0">
        <p:tmplLst>
          <p:tmpl>
            <p:tnLst>
              <p:par>
                <p:cTn presetID="10" presetClass="entr" presetSubtype="0" decel="100000" fill="hold" nodeType="withEffect">
                  <p:stCondLst>
                    <p:cond delay="7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</p:cBhvr>
                    </p:animEffect>
                    <p:anim to="0" calcmode="lin" valueType="num">
                      <p:cBhvr>
                        <p:cTn dur="500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-.05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7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6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7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7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带目录章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椭圆 15">
            <a:extLst>
              <a:ext uri="{FF2B5EF4-FFF2-40B4-BE49-F238E27FC236}">
                <a16:creationId xmlns:a16="http://schemas.microsoft.com/office/drawing/2014/main" id="{B46198AC-367B-0D53-9173-FC8CA63C085D}"/>
              </a:ext>
            </a:extLst>
          </p:cNvPr>
          <p:cNvSpPr/>
          <p:nvPr userDrawn="1"/>
        </p:nvSpPr>
        <p:spPr>
          <a:xfrm>
            <a:off x="367090" y="-1714814"/>
            <a:ext cx="9285508" cy="9285508"/>
          </a:xfrm>
          <a:prstGeom prst="ellipse">
            <a:avLst/>
          </a:prstGeom>
          <a:solidFill>
            <a:schemeClr val="accent1">
              <a:lumMod val="40000"/>
              <a:lumOff val="60000"/>
              <a:alpha val="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5EB1B61C-49CF-BE5E-D897-0E6165887E9C}"/>
              </a:ext>
            </a:extLst>
          </p:cNvPr>
          <p:cNvSpPr/>
          <p:nvPr userDrawn="1"/>
        </p:nvSpPr>
        <p:spPr>
          <a:xfrm>
            <a:off x="1832990" y="-2841"/>
            <a:ext cx="5824484" cy="5824484"/>
          </a:xfrm>
          <a:prstGeom prst="ellipse">
            <a:avLst/>
          </a:prstGeom>
          <a:solidFill>
            <a:schemeClr val="accent1">
              <a:lumMod val="40000"/>
              <a:lumOff val="60000"/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62399A25-BD86-E6C4-1B6C-5E720BE7951F}"/>
              </a:ext>
            </a:extLst>
          </p:cNvPr>
          <p:cNvSpPr/>
          <p:nvPr userDrawn="1"/>
        </p:nvSpPr>
        <p:spPr>
          <a:xfrm>
            <a:off x="3434922" y="1599091"/>
            <a:ext cx="2620620" cy="2620620"/>
          </a:xfrm>
          <a:prstGeom prst="ellipse">
            <a:avLst/>
          </a:prstGeom>
          <a:solidFill>
            <a:schemeClr val="accent1">
              <a:lumMod val="40000"/>
              <a:lumOff val="60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75BB57A5-2F78-87EC-D302-EA186869EBC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41" r="31458"/>
          <a:stretch/>
        </p:blipFill>
        <p:spPr>
          <a:xfrm rot="568416">
            <a:off x="90962" y="381112"/>
            <a:ext cx="4016078" cy="5720226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956F742F-78A8-9974-FA4F-56396F38C25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41" r="31458"/>
          <a:stretch/>
        </p:blipFill>
        <p:spPr>
          <a:xfrm rot="20629034">
            <a:off x="-3526421" y="-821074"/>
            <a:ext cx="4016077" cy="5720225"/>
          </a:xfrm>
          <a:prstGeom prst="rect">
            <a:avLst/>
          </a:prstGeom>
        </p:spPr>
      </p:pic>
      <p:sp>
        <p:nvSpPr>
          <p:cNvPr id="5" name="文本占位符 3">
            <a:extLst>
              <a:ext uri="{FF2B5EF4-FFF2-40B4-BE49-F238E27FC236}">
                <a16:creationId xmlns:a16="http://schemas.microsoft.com/office/drawing/2014/main" id="{3AF24492-4E99-231B-3CC0-5126876878A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37223" y="2203928"/>
            <a:ext cx="3484714" cy="668338"/>
          </a:xfrm>
          <a:prstGeom prst="rect">
            <a:avLst/>
          </a:prstGeom>
          <a:ln>
            <a:noFill/>
          </a:ln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360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/>
              <a:t>章节标题</a:t>
            </a:r>
          </a:p>
        </p:txBody>
      </p:sp>
      <p:sp>
        <p:nvSpPr>
          <p:cNvPr id="2" name="文本占位符 25">
            <a:extLst>
              <a:ext uri="{FF2B5EF4-FFF2-40B4-BE49-F238E27FC236}">
                <a16:creationId xmlns:a16="http://schemas.microsoft.com/office/drawing/2014/main" id="{16A7C205-45D1-F79D-939F-C8FE0D7B4EF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73412" y="2924828"/>
            <a:ext cx="3692525" cy="2206679"/>
          </a:xfrm>
          <a:prstGeom prst="rect">
            <a:avLst/>
          </a:prstGeom>
        </p:spPr>
        <p:txBody>
          <a:bodyPr anchor="t"/>
          <a:lstStyle>
            <a:lvl1pPr marL="342900" indent="-342900" algn="l">
              <a:lnSpc>
                <a:spcPct val="150000"/>
              </a:lnSpc>
              <a:buFont typeface="Wingdings" panose="05000000000000000000" pitchFamily="2" charset="2"/>
              <a:buChar char="u"/>
              <a:defRPr sz="1800">
                <a:solidFill>
                  <a:schemeClr val="tx1"/>
                </a:solidFill>
                <a:latin typeface="+mn-ea"/>
                <a:ea typeface="+mn-ea"/>
                <a:cs typeface="阿里巴巴普惠体 Medium" panose="00020600040101010101" pitchFamily="18" charset="-122"/>
              </a:defRPr>
            </a:lvl1pPr>
          </a:lstStyle>
          <a:p>
            <a:pPr lvl="0"/>
            <a:r>
              <a:rPr lang="zh-CN" altLang="en-US"/>
              <a:t>目录样式</a:t>
            </a:r>
            <a:endParaRPr lang="en-US" altLang="zh-CN"/>
          </a:p>
          <a:p>
            <a:pPr lvl="0"/>
            <a:r>
              <a:rPr lang="zh-CN" altLang="en-US"/>
              <a:t>目录样式</a:t>
            </a:r>
            <a:endParaRPr lang="en-US" altLang="zh-CN"/>
          </a:p>
          <a:p>
            <a:pPr lvl="0"/>
            <a:r>
              <a:rPr lang="zh-CN" altLang="en-US"/>
              <a:t>目录样式</a:t>
            </a:r>
            <a:endParaRPr lang="en-US" altLang="zh-CN"/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2249AA4E-BDC6-696B-EF7C-D82E9F67C155}"/>
              </a:ext>
            </a:extLst>
          </p:cNvPr>
          <p:cNvSpPr/>
          <p:nvPr userDrawn="1"/>
        </p:nvSpPr>
        <p:spPr>
          <a:xfrm>
            <a:off x="4633274" y="3069963"/>
            <a:ext cx="409736" cy="40973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圆心">
            <a:extLst>
              <a:ext uri="{FF2B5EF4-FFF2-40B4-BE49-F238E27FC236}">
                <a16:creationId xmlns:a16="http://schemas.microsoft.com/office/drawing/2014/main" id="{187CDF87-71AD-62FA-465E-4563734A654E}"/>
              </a:ext>
            </a:extLst>
          </p:cNvPr>
          <p:cNvSpPr/>
          <p:nvPr userDrawn="1"/>
        </p:nvSpPr>
        <p:spPr>
          <a:xfrm>
            <a:off x="4186995" y="2360165"/>
            <a:ext cx="1119534" cy="111953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600">
              <a:latin typeface="+mj-ea"/>
              <a:ea typeface="+mj-ea"/>
            </a:endParaRPr>
          </a:p>
        </p:txBody>
      </p:sp>
      <p:sp>
        <p:nvSpPr>
          <p:cNvPr id="7" name="文本占位符 6">
            <a:extLst>
              <a:ext uri="{FF2B5EF4-FFF2-40B4-BE49-F238E27FC236}">
                <a16:creationId xmlns:a16="http://schemas.microsoft.com/office/drawing/2014/main" id="{0FA4BC60-2E49-93DC-4C3E-CA7B70C33EA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04296" y="2679426"/>
            <a:ext cx="884931" cy="481012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3600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en-US" altLang="zh-CN"/>
              <a:t>1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8867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ntr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63" presetClass="path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96701 0.175297 E" pathEditMode="relative" ptsTypes="">
                                      <p:cBhvr>
                                        <p:cTn id="12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63" presetClass="path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296701 -0.175297 L 0 0 E" pathEditMode="relative" ptsTypes="">
                                      <p:cBhvr>
                                        <p:cTn id="14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6" presetClass="emph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6" dur="750" fill="hold"/>
                                        <p:tgtEl>
                                          <p:spTgt spid="14"/>
                                        </p:tgtEl>
                                      </p:cBhvr>
                                      <p:by x="150000" y="150000"/>
                                      <p:from x="100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7" presetID="6" presetClass="emph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8" dur="750" fill="hold"/>
                                        <p:tgtEl>
                                          <p:spTgt spid="12"/>
                                        </p:tgtEl>
                                      </p:cBhvr>
                                      <p:by x="150000" y="150000"/>
                                      <p:from x="100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9" presetID="8" presetClass="emph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 from="0" to="1539382">
                                      <p:cBhvr>
                                        <p:cTn id="20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1" presetID="8" presetClass="emph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 from="-1539382" to="0">
                                      <p:cBhvr>
                                        <p:cTn id="22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3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53" presetClass="entr" presetSubtype="16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53" presetClass="entr" presetSubtype="16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53" presetClass="entr" presetSubtype="16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53" presetClass="entr" presetSubtype="16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42" presetClass="path" presetSubtype="0" accel="50000" decel="50000" fill="hold" grpId="1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5E-6 3.7037E-6 L 0.0168 0.02986 " pathEditMode="relative" rAng="0" ptsTypes="AA">
                                      <p:cBhvr>
                                        <p:cTn id="5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33" y="1481"/>
                                    </p:animMotion>
                                  </p:childTnLst>
                                </p:cTn>
                              </p:par>
                              <p:par>
                                <p:cTn id="53" presetID="10" presetClass="entr" presetSubtype="0" decel="10000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to="0" calcmode="lin" valueType="num">
                                      <p:cBhvr>
                                        <p:cTn id="5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10" presetClass="entr" presetSubtype="0" decel="100000" fill="hold" grpId="0" nodeType="withEffect">
                                  <p:stCondLst>
                                    <p:cond delay="750"/>
                                  </p:stCondLst>
                                  <p:iterate type="wd">
                                    <p:tmPct val="8000"/>
                                  </p:iterate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to="0" calcmode="lin" valueType="num">
                                      <p:cBhvr>
                                        <p:cTn id="60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0" grpId="0" animBg="1"/>
      <p:bldP spid="11" grpId="0" animBg="1"/>
      <p:bldP spid="5" grpId="0">
        <p:tmplLst>
          <p:tmpl>
            <p:tnLst>
              <p:par>
                <p:cTn presetID="10" presetClass="entr" presetSubtype="0" decel="100000" fill="hold" nodeType="withEffect">
                  <p:stCondLst>
                    <p:cond delay="7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>
                          <p:stCondLst>
                            <p:cond delay="0"/>
                          </p:stCondLst>
                        </p:cTn>
                        <p:tgtEl>
                          <p:spTgt spid="5"/>
                        </p:tgtEl>
                      </p:cBhvr>
                    </p:animEffect>
                    <p:anim to="0" calcmode="lin" valueType="num">
                      <p:cBhvr>
                        <p:cTn dur="500" fill="hold">
                          <p:stCondLst>
                            <p:cond delay="0"/>
                          </p:stCondLst>
                        </p:cTn>
                        <p:tgtEl>
                          <p:spTgt spid="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-.05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" grpId="0">
        <p:tmplLst>
          <p:tmpl>
            <p:tnLst>
              <p:par>
                <p:cTn presetID="10" presetClass="entr" presetSubtype="0" decel="100000" fill="hold" nodeType="withEffect">
                  <p:stCondLst>
                    <p:cond delay="750"/>
                  </p:stCondLst>
                  <p:iterate type="wd">
                    <p:tmPct val="8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>
                          <p:stCondLst>
                            <p:cond delay="0"/>
                          </p:stCondLst>
                        </p:cTn>
                        <p:tgtEl>
                          <p:spTgt spid="2"/>
                        </p:tgtEl>
                      </p:cBhvr>
                    </p:animEffect>
                    <p:anim to="0" calcmode="lin" valueType="num">
                      <p:cBhvr>
                        <p:cTn dur="500" fill="hold">
                          <p:stCondLst>
                            <p:cond delay="0"/>
                          </p:stCondLst>
                        </p:cTn>
                        <p:tgtEl>
                          <p:spTgt spid="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-.05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" grpId="0" animBg="1"/>
      <p:bldP spid="4" grpId="1" animBg="1"/>
      <p:bldP spid="6" grpId="0" animBg="1"/>
      <p:bldP spid="7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6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7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7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椭圆 11">
            <a:extLst>
              <a:ext uri="{FF2B5EF4-FFF2-40B4-BE49-F238E27FC236}">
                <a16:creationId xmlns:a16="http://schemas.microsoft.com/office/drawing/2014/main" id="{E9A4C940-17A0-EAF5-1288-423099172492}"/>
              </a:ext>
            </a:extLst>
          </p:cNvPr>
          <p:cNvSpPr/>
          <p:nvPr userDrawn="1"/>
        </p:nvSpPr>
        <p:spPr>
          <a:xfrm>
            <a:off x="367090" y="-1714814"/>
            <a:ext cx="9285508" cy="9285508"/>
          </a:xfrm>
          <a:prstGeom prst="ellipse">
            <a:avLst/>
          </a:prstGeom>
          <a:solidFill>
            <a:schemeClr val="accent1">
              <a:lumMod val="40000"/>
              <a:lumOff val="60000"/>
              <a:alpha val="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0B0CBC4C-0370-FC83-EFE2-A4655072B969}"/>
              </a:ext>
            </a:extLst>
          </p:cNvPr>
          <p:cNvSpPr/>
          <p:nvPr userDrawn="1"/>
        </p:nvSpPr>
        <p:spPr>
          <a:xfrm>
            <a:off x="1832990" y="-2841"/>
            <a:ext cx="5824484" cy="5824484"/>
          </a:xfrm>
          <a:prstGeom prst="ellipse">
            <a:avLst/>
          </a:prstGeom>
          <a:solidFill>
            <a:schemeClr val="accent1">
              <a:lumMod val="40000"/>
              <a:lumOff val="60000"/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448C111F-EC00-73CD-D78D-B90FCF65990B}"/>
              </a:ext>
            </a:extLst>
          </p:cNvPr>
          <p:cNvSpPr/>
          <p:nvPr userDrawn="1"/>
        </p:nvSpPr>
        <p:spPr>
          <a:xfrm>
            <a:off x="3434922" y="1599091"/>
            <a:ext cx="2620620" cy="2620620"/>
          </a:xfrm>
          <a:prstGeom prst="ellipse">
            <a:avLst/>
          </a:prstGeom>
          <a:solidFill>
            <a:schemeClr val="accent1">
              <a:lumMod val="40000"/>
              <a:lumOff val="60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5EF8D094-C09B-FA07-5E8E-6D0A34E8E25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41" r="31458"/>
          <a:stretch/>
        </p:blipFill>
        <p:spPr>
          <a:xfrm rot="568416">
            <a:off x="90962" y="381112"/>
            <a:ext cx="4016078" cy="5720226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E50503D8-4014-AE09-8F7D-F2C94ED6022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41" r="31458"/>
          <a:stretch/>
        </p:blipFill>
        <p:spPr>
          <a:xfrm rot="20629034">
            <a:off x="-3526421" y="-821074"/>
            <a:ext cx="4016077" cy="5720225"/>
          </a:xfrm>
          <a:prstGeom prst="rect">
            <a:avLst/>
          </a:prstGeom>
        </p:spPr>
      </p:pic>
      <p:sp>
        <p:nvSpPr>
          <p:cNvPr id="29" name="文本框 28">
            <a:extLst>
              <a:ext uri="{FF2B5EF4-FFF2-40B4-BE49-F238E27FC236}">
                <a16:creationId xmlns:a16="http://schemas.microsoft.com/office/drawing/2014/main" id="{06715BF8-0A12-5796-1551-488CA6BA7E8B}"/>
              </a:ext>
            </a:extLst>
          </p:cNvPr>
          <p:cNvSpPr txBox="1"/>
          <p:nvPr userDrawn="1"/>
        </p:nvSpPr>
        <p:spPr>
          <a:xfrm>
            <a:off x="3768481" y="2334719"/>
            <a:ext cx="21675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sz="2800" b="1" i="0">
                <a:gradFill>
                  <a:gsLst>
                    <a:gs pos="100000">
                      <a:schemeClr val="accent1">
                        <a:alpha val="15000"/>
                      </a:schemeClr>
                    </a:gs>
                    <a:gs pos="0">
                      <a:schemeClr val="accent1">
                        <a:alpha val="0"/>
                      </a:schemeClr>
                    </a:gs>
                  </a:gsLst>
                  <a:lin ang="16200000" scaled="1"/>
                </a:gradFill>
                <a:effectLst/>
                <a:latin typeface="Calisto MT" panose="02040603050505030304" pitchFamily="18" charset="0"/>
              </a:rPr>
              <a:t>CONTENT</a:t>
            </a:r>
          </a:p>
        </p:txBody>
      </p:sp>
      <p:sp>
        <p:nvSpPr>
          <p:cNvPr id="26" name="文本占位符 25">
            <a:extLst>
              <a:ext uri="{FF2B5EF4-FFF2-40B4-BE49-F238E27FC236}">
                <a16:creationId xmlns:a16="http://schemas.microsoft.com/office/drawing/2014/main" id="{6B50EE85-71F0-6A4A-F2C6-2ACBA4D8468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258201" y="1662411"/>
            <a:ext cx="3692525" cy="2631150"/>
          </a:xfrm>
          <a:prstGeom prst="rect">
            <a:avLst/>
          </a:prstGeom>
        </p:spPr>
        <p:txBody>
          <a:bodyPr anchor="ctr"/>
          <a:lstStyle>
            <a:lvl1pPr marL="342900" indent="-342900" algn="l">
              <a:lnSpc>
                <a:spcPct val="150000"/>
              </a:lnSpc>
              <a:buFont typeface="Wingdings" panose="05000000000000000000" pitchFamily="2" charset="2"/>
              <a:buChar char="u"/>
              <a:defRPr sz="1800">
                <a:solidFill>
                  <a:schemeClr val="tx1"/>
                </a:solidFill>
                <a:latin typeface="+mn-ea"/>
                <a:ea typeface="+mn-ea"/>
                <a:cs typeface="阿里巴巴普惠体 Medium" panose="00020600040101010101" pitchFamily="18" charset="-122"/>
              </a:defRPr>
            </a:lvl1pPr>
          </a:lstStyle>
          <a:p>
            <a:pPr lvl="0"/>
            <a:r>
              <a:rPr lang="zh-CN" altLang="en-US"/>
              <a:t>目录样式</a:t>
            </a:r>
            <a:endParaRPr lang="en-US" altLang="zh-CN"/>
          </a:p>
          <a:p>
            <a:pPr lvl="0"/>
            <a:r>
              <a:rPr lang="zh-CN" altLang="en-US"/>
              <a:t>目录样式</a:t>
            </a:r>
            <a:endParaRPr lang="en-US" altLang="zh-CN"/>
          </a:p>
          <a:p>
            <a:pPr lvl="0"/>
            <a:r>
              <a:rPr lang="zh-CN" altLang="en-US"/>
              <a:t>目录样式</a:t>
            </a:r>
            <a:endParaRPr lang="en-US" altLang="zh-CN"/>
          </a:p>
        </p:txBody>
      </p:sp>
      <p:sp>
        <p:nvSpPr>
          <p:cNvPr id="27" name="标题文本">
            <a:extLst>
              <a:ext uri="{FF2B5EF4-FFF2-40B4-BE49-F238E27FC236}">
                <a16:creationId xmlns:a16="http://schemas.microsoft.com/office/drawing/2014/main" id="{32B4F824-6998-DCF1-0043-E682C565BE4E}"/>
              </a:ext>
            </a:extLst>
          </p:cNvPr>
          <p:cNvSpPr txBox="1"/>
          <p:nvPr userDrawn="1"/>
        </p:nvSpPr>
        <p:spPr>
          <a:xfrm flipH="1">
            <a:off x="4207329" y="2704247"/>
            <a:ext cx="109837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>
                <a:solidFill>
                  <a:schemeClr val="accent1"/>
                </a:solidFill>
                <a:latin typeface="+mj-ea"/>
                <a:ea typeface="+mj-ea"/>
              </a:rPr>
              <a:t>目录</a:t>
            </a:r>
            <a:endParaRPr lang="zh-CN" altLang="en-US" sz="3600" dirty="0">
              <a:solidFill>
                <a:schemeClr val="accent1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6412207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ntr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63" presetClass="path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96701 0.175297 E" pathEditMode="relative" ptsTypes="">
                                      <p:cBhvr>
                                        <p:cTn id="12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63" presetClass="path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296701 -0.175297 L 0 0 E" pathEditMode="relative" ptsTypes="">
                                      <p:cBhvr>
                                        <p:cTn id="14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6" presetClass="emph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6" dur="750" fill="hold"/>
                                        <p:tgtEl>
                                          <p:spTgt spid="11"/>
                                        </p:tgtEl>
                                      </p:cBhvr>
                                      <p:by x="150000" y="150000"/>
                                      <p:from x="100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7" presetID="6" presetClass="emph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8" dur="750" fill="hold"/>
                                        <p:tgtEl>
                                          <p:spTgt spid="10"/>
                                        </p:tgtEl>
                                      </p:cBhvr>
                                      <p:by x="150000" y="150000"/>
                                      <p:from x="100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9" presetID="8" presetClass="emph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 from="0" to="1539382">
                                      <p:cBhvr>
                                        <p:cTn id="20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1" presetID="8" presetClass="emph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 from="-1539382" to="0">
                                      <p:cBhvr>
                                        <p:cTn id="22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3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decel="10000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to="0" calcmode="lin" valueType="num">
                                      <p:cBhvr>
                                        <p:cTn id="3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53" presetClass="entr" presetSubtype="16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53" presetClass="entr" presetSubtype="16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decel="100000" fill="hold" grpId="0" nodeType="withEffect">
                                  <p:stCondLst>
                                    <p:cond delay="85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to="0" calcmode="lin" valueType="num">
                                      <p:cBhvr>
                                        <p:cTn id="45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53" presetClass="entr" presetSubtype="16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6" grpId="0" animBg="1"/>
      <p:bldP spid="7" grpId="0" animBg="1"/>
      <p:bldP spid="29" grpId="0"/>
      <p:bldP spid="26" grpId="0">
        <p:tmplLst>
          <p:tmpl>
            <p:tnLst>
              <p:par>
                <p:cTn presetID="10" presetClass="entr" presetSubtype="0" decel="100000" fill="hold" nodeType="withEffect">
                  <p:stCondLst>
                    <p:cond delay="85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</p:cBhvr>
                    </p:animEffect>
                    <p:anim to="0" calcmode="lin" valueType="num">
                      <p:cBhvr>
                        <p:cTn dur="500" fill="hold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-.05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7" grpId="0"/>
    </p:bldLst>
  </p:timing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>
            <a:extLst>
              <a:ext uri="{FF2B5EF4-FFF2-40B4-BE49-F238E27FC236}">
                <a16:creationId xmlns:a16="http://schemas.microsoft.com/office/drawing/2014/main" id="{052D8D2A-DC76-4246-B7A3-897EC598042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00" indent="-360000">
              <a:lnSpc>
                <a:spcPct val="150000"/>
              </a:lnSpc>
              <a:buClr>
                <a:srgbClr val="404040"/>
              </a:buClr>
              <a:buSzPct val="85000"/>
              <a:buFont typeface="Wingdings" pitchFamily="2" charset="2"/>
              <a:buChar char="l"/>
              <a:tabLst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138" indent="-358775">
              <a:lnSpc>
                <a:spcPct val="150000"/>
              </a:lnSpc>
              <a:buFont typeface="Wingdings" pitchFamily="2" charset="2"/>
              <a:buChar char="l"/>
              <a:tabLst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tabLst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>
            <a:extLst>
              <a:ext uri="{FF2B5EF4-FFF2-40B4-BE49-F238E27FC236}">
                <a16:creationId xmlns:a16="http://schemas.microsoft.com/office/drawing/2014/main" id="{49FCFB1A-E1EE-3245-9778-ABB7ACB14F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sp>
        <p:nvSpPr>
          <p:cNvPr id="6" name="文本占位符 9">
            <a:extLst>
              <a:ext uri="{FF2B5EF4-FFF2-40B4-BE49-F238E27FC236}">
                <a16:creationId xmlns:a16="http://schemas.microsoft.com/office/drawing/2014/main" id="{2DD40269-A2A6-814E-991D-1DBB1287380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</a:p>
        </p:txBody>
      </p:sp>
    </p:spTree>
    <p:extLst>
      <p:ext uri="{BB962C8B-B14F-4D97-AF65-F5344CB8AC3E}">
        <p14:creationId xmlns:p14="http://schemas.microsoft.com/office/powerpoint/2010/main" val="429349604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13">
            <a:extLst>
              <a:ext uri="{FF2B5EF4-FFF2-40B4-BE49-F238E27FC236}">
                <a16:creationId xmlns:a16="http://schemas.microsoft.com/office/drawing/2014/main" id="{B8ADD725-DDC3-9843-C6D4-70BC53E95D5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60556" y="1720312"/>
            <a:ext cx="7114116" cy="3378631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200000"/>
              </a:lnSpc>
              <a:buNone/>
              <a:defRPr sz="2400"/>
            </a:lvl1pPr>
          </a:lstStyle>
          <a:p>
            <a:pPr lvl="0"/>
            <a:r>
              <a:rPr lang="zh-CN" altLang="en-US"/>
              <a:t>点击输入问题标题，问题描述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382D0547-D899-4028-C68F-1B7E5E17FCC5}"/>
              </a:ext>
            </a:extLst>
          </p:cNvPr>
          <p:cNvSpPr txBox="1"/>
          <p:nvPr userDrawn="1"/>
        </p:nvSpPr>
        <p:spPr>
          <a:xfrm>
            <a:off x="720983" y="2862323"/>
            <a:ext cx="21675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2800" b="1" i="0">
                <a:gradFill flip="none" rotWithShape="1">
                  <a:gsLst>
                    <a:gs pos="100000">
                      <a:schemeClr val="bg1">
                        <a:alpha val="15000"/>
                      </a:schemeClr>
                    </a:gs>
                    <a:gs pos="0">
                      <a:schemeClr val="bg1">
                        <a:alpha val="0"/>
                      </a:schemeClr>
                    </a:gs>
                  </a:gsLst>
                  <a:lin ang="16200000" scaled="1"/>
                  <a:tileRect/>
                </a:gradFill>
                <a:effectLst/>
                <a:latin typeface="Calisto MT" panose="02040603050505030304" pitchFamily="18" charset="0"/>
              </a:defRPr>
            </a:lvl1pPr>
          </a:lstStyle>
          <a:p>
            <a:pPr lvl="0"/>
            <a:r>
              <a:rPr lang="en-US" altLang="zh-CN"/>
              <a:t>QUESTION</a:t>
            </a:r>
          </a:p>
        </p:txBody>
      </p:sp>
      <p:sp>
        <p:nvSpPr>
          <p:cNvPr id="12" name="íşľíďe">
            <a:extLst>
              <a:ext uri="{FF2B5EF4-FFF2-40B4-BE49-F238E27FC236}">
                <a16:creationId xmlns:a16="http://schemas.microsoft.com/office/drawing/2014/main" id="{66992E28-34C1-82B0-BBD1-9DB821AEB09B}"/>
              </a:ext>
            </a:extLst>
          </p:cNvPr>
          <p:cNvSpPr txBox="1"/>
          <p:nvPr userDrawn="1"/>
        </p:nvSpPr>
        <p:spPr>
          <a:xfrm flipH="1">
            <a:off x="1204297" y="3113661"/>
            <a:ext cx="120097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4000" b="1">
                <a:solidFill>
                  <a:schemeClr val="bg1"/>
                </a:solidFill>
                <a:latin typeface="阿里巴巴普惠体 Heavy" panose="00020600040101010101" pitchFamily="18" charset="-122"/>
                <a:ea typeface="阿里巴巴普惠体 Heavy" panose="00020600040101010101" pitchFamily="18" charset="-122"/>
                <a:cs typeface="阿里巴巴普惠体 Heavy" panose="00020600040101010101" pitchFamily="18" charset="-122"/>
              </a:rPr>
              <a:t>思考</a:t>
            </a:r>
            <a:endParaRPr lang="zh-CN" altLang="en-US" sz="4000" b="1" dirty="0">
              <a:solidFill>
                <a:schemeClr val="bg1"/>
              </a:solidFill>
              <a:latin typeface="阿里巴巴普惠体 Heavy" panose="00020600040101010101" pitchFamily="18" charset="-122"/>
              <a:ea typeface="阿里巴巴普惠体 Heavy" panose="00020600040101010101" pitchFamily="18" charset="-122"/>
              <a:cs typeface="阿里巴巴普惠体 Heavy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1630381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小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13">
            <a:extLst>
              <a:ext uri="{FF2B5EF4-FFF2-40B4-BE49-F238E27FC236}">
                <a16:creationId xmlns:a16="http://schemas.microsoft.com/office/drawing/2014/main" id="{B8ADD725-DDC3-9843-C6D4-70BC53E95D5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936569" y="1483864"/>
            <a:ext cx="7402227" cy="3962399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点击输入小结内容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2B1B9D1-DEFE-AB9B-7D57-D4044AED1257}"/>
              </a:ext>
            </a:extLst>
          </p:cNvPr>
          <p:cNvSpPr txBox="1"/>
          <p:nvPr userDrawn="1"/>
        </p:nvSpPr>
        <p:spPr>
          <a:xfrm>
            <a:off x="720983" y="2862323"/>
            <a:ext cx="21675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2800" b="1" i="0">
                <a:gradFill flip="none" rotWithShape="1">
                  <a:gsLst>
                    <a:gs pos="100000">
                      <a:schemeClr val="bg1">
                        <a:alpha val="15000"/>
                      </a:schemeClr>
                    </a:gs>
                    <a:gs pos="0">
                      <a:schemeClr val="bg1">
                        <a:alpha val="0"/>
                      </a:schemeClr>
                    </a:gs>
                  </a:gsLst>
                  <a:lin ang="16200000" scaled="1"/>
                  <a:tileRect/>
                </a:gradFill>
                <a:effectLst/>
                <a:latin typeface="Calisto MT" panose="02040603050505030304" pitchFamily="18" charset="0"/>
              </a:defRPr>
            </a:lvl1pPr>
          </a:lstStyle>
          <a:p>
            <a:pPr lvl="0"/>
            <a:r>
              <a:rPr lang="en-US" altLang="zh-CN"/>
              <a:t>BRIEF</a:t>
            </a:r>
          </a:p>
        </p:txBody>
      </p:sp>
      <p:sp>
        <p:nvSpPr>
          <p:cNvPr id="8" name="íşľíďe">
            <a:extLst>
              <a:ext uri="{FF2B5EF4-FFF2-40B4-BE49-F238E27FC236}">
                <a16:creationId xmlns:a16="http://schemas.microsoft.com/office/drawing/2014/main" id="{0A58CF2E-C9AD-567D-B72D-E69212797F03}"/>
              </a:ext>
            </a:extLst>
          </p:cNvPr>
          <p:cNvSpPr txBox="1"/>
          <p:nvPr userDrawn="1"/>
        </p:nvSpPr>
        <p:spPr>
          <a:xfrm flipH="1">
            <a:off x="1204297" y="3113661"/>
            <a:ext cx="120097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4000" b="1">
                <a:solidFill>
                  <a:schemeClr val="bg1"/>
                </a:solidFill>
                <a:latin typeface="阿里巴巴普惠体 Heavy" panose="00020600040101010101" pitchFamily="18" charset="-122"/>
                <a:ea typeface="阿里巴巴普惠体 Heavy" panose="00020600040101010101" pitchFamily="18" charset="-122"/>
                <a:cs typeface="阿里巴巴普惠体 Heavy" panose="00020600040101010101" pitchFamily="18" charset="-122"/>
              </a:rPr>
              <a:t>小结</a:t>
            </a:r>
            <a:endParaRPr lang="zh-CN" altLang="en-US" sz="4000" b="1" dirty="0">
              <a:solidFill>
                <a:schemeClr val="bg1"/>
              </a:solidFill>
              <a:latin typeface="阿里巴巴普惠体 Heavy" panose="00020600040101010101" pitchFamily="18" charset="-122"/>
              <a:ea typeface="阿里巴巴普惠体 Heavy" panose="00020600040101010101" pitchFamily="18" charset="-122"/>
              <a:cs typeface="阿里巴巴普惠体 Heavy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0448728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13">
            <a:extLst>
              <a:ext uri="{FF2B5EF4-FFF2-40B4-BE49-F238E27FC236}">
                <a16:creationId xmlns:a16="http://schemas.microsoft.com/office/drawing/2014/main" id="{B8ADD725-DDC3-9843-C6D4-70BC53E95D5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60229" y="1359878"/>
            <a:ext cx="7170081" cy="3962399"/>
          </a:xfrm>
          <a:prstGeom prst="rect">
            <a:avLst/>
          </a:prstGeom>
        </p:spPr>
        <p:txBody>
          <a:bodyPr anchor="ctr"/>
          <a:lstStyle>
            <a:lvl1pPr marL="285750" indent="-285750">
              <a:lnSpc>
                <a:spcPct val="150000"/>
              </a:lnSpc>
              <a:buFont typeface="Wingdings" panose="05000000000000000000" pitchFamily="2" charset="2"/>
              <a:buChar char="l"/>
              <a:defRPr sz="1800" b="1"/>
            </a:lvl1pPr>
          </a:lstStyle>
          <a:p>
            <a:pPr lvl="0"/>
            <a:r>
              <a:rPr lang="zh-CN" altLang="en-US"/>
              <a:t>点击输入学习目标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3F17914-8286-2740-0111-F53CC3BDDD9A}"/>
              </a:ext>
            </a:extLst>
          </p:cNvPr>
          <p:cNvSpPr txBox="1"/>
          <p:nvPr userDrawn="1"/>
        </p:nvSpPr>
        <p:spPr>
          <a:xfrm>
            <a:off x="698224" y="2861141"/>
            <a:ext cx="21675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2800" b="1" i="0">
                <a:gradFill flip="none" rotWithShape="1">
                  <a:gsLst>
                    <a:gs pos="100000">
                      <a:schemeClr val="bg1">
                        <a:alpha val="15000"/>
                      </a:schemeClr>
                    </a:gs>
                    <a:gs pos="0">
                      <a:schemeClr val="bg1">
                        <a:alpha val="0"/>
                      </a:schemeClr>
                    </a:gs>
                  </a:gsLst>
                  <a:lin ang="16200000" scaled="1"/>
                  <a:tileRect/>
                </a:gradFill>
                <a:effectLst/>
                <a:latin typeface="Calisto MT" panose="02040603050505030304" pitchFamily="18" charset="0"/>
              </a:defRPr>
            </a:lvl1pPr>
          </a:lstStyle>
          <a:p>
            <a:pPr lvl="0"/>
            <a:r>
              <a:rPr lang="en-US" altLang="zh-CN"/>
              <a:t>TARGET</a:t>
            </a:r>
          </a:p>
        </p:txBody>
      </p:sp>
      <p:sp>
        <p:nvSpPr>
          <p:cNvPr id="8" name="íşľíďe">
            <a:extLst>
              <a:ext uri="{FF2B5EF4-FFF2-40B4-BE49-F238E27FC236}">
                <a16:creationId xmlns:a16="http://schemas.microsoft.com/office/drawing/2014/main" id="{FB3F6AA9-BBC1-E326-ABE9-AC067A990D01}"/>
              </a:ext>
            </a:extLst>
          </p:cNvPr>
          <p:cNvSpPr txBox="1"/>
          <p:nvPr userDrawn="1"/>
        </p:nvSpPr>
        <p:spPr>
          <a:xfrm flipH="1">
            <a:off x="1181538" y="3112479"/>
            <a:ext cx="120097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4000" b="1">
                <a:solidFill>
                  <a:schemeClr val="bg1"/>
                </a:solidFill>
                <a:latin typeface="阿里巴巴普惠体 Heavy" panose="00020600040101010101" pitchFamily="18" charset="-122"/>
                <a:ea typeface="阿里巴巴普惠体 Heavy" panose="00020600040101010101" pitchFamily="18" charset="-122"/>
                <a:cs typeface="阿里巴巴普惠体 Heavy" panose="00020600040101010101" pitchFamily="18" charset="-122"/>
              </a:rPr>
              <a:t>目标</a:t>
            </a:r>
            <a:endParaRPr lang="zh-CN" altLang="en-US" sz="4000" b="1" dirty="0">
              <a:solidFill>
                <a:schemeClr val="bg1"/>
              </a:solidFill>
              <a:latin typeface="阿里巴巴普惠体 Heavy" panose="00020600040101010101" pitchFamily="18" charset="-122"/>
              <a:ea typeface="阿里巴巴普惠体 Heavy" panose="00020600040101010101" pitchFamily="18" charset="-122"/>
              <a:cs typeface="阿里巴巴普惠体 Heavy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5651339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</a:p>
        </p:txBody>
      </p:sp>
    </p:spTree>
    <p:extLst>
      <p:ext uri="{BB962C8B-B14F-4D97-AF65-F5344CB8AC3E}">
        <p14:creationId xmlns:p14="http://schemas.microsoft.com/office/powerpoint/2010/main" val="418428208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7">
            <a:extLst>
              <a:ext uri="{FF2B5EF4-FFF2-40B4-BE49-F238E27FC236}">
                <a16:creationId xmlns:a16="http://schemas.microsoft.com/office/drawing/2014/main" id="{FCDA8ECA-5550-1579-68CA-CC29E9FAE4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626" y="335203"/>
            <a:ext cx="10737020" cy="47441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9" name="椭圆 38">
            <a:extLst>
              <a:ext uri="{FF2B5EF4-FFF2-40B4-BE49-F238E27FC236}">
                <a16:creationId xmlns:a16="http://schemas.microsoft.com/office/drawing/2014/main" id="{0F420230-886B-D4D3-2B3C-23A24A3C217F}"/>
              </a:ext>
            </a:extLst>
          </p:cNvPr>
          <p:cNvSpPr/>
          <p:nvPr userDrawn="1"/>
        </p:nvSpPr>
        <p:spPr>
          <a:xfrm>
            <a:off x="221806" y="190972"/>
            <a:ext cx="144104" cy="144104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椭圆 39">
            <a:extLst>
              <a:ext uri="{FF2B5EF4-FFF2-40B4-BE49-F238E27FC236}">
                <a16:creationId xmlns:a16="http://schemas.microsoft.com/office/drawing/2014/main" id="{0C47F643-5264-44DA-EC51-A1FD97EB2FDA}"/>
              </a:ext>
            </a:extLst>
          </p:cNvPr>
          <p:cNvSpPr/>
          <p:nvPr userDrawn="1"/>
        </p:nvSpPr>
        <p:spPr>
          <a:xfrm>
            <a:off x="293858" y="224694"/>
            <a:ext cx="220764" cy="22076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809408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CFE1FF55-183C-B00F-0654-486C51EE46F8}"/>
              </a:ext>
            </a:extLst>
          </p:cNvPr>
          <p:cNvSpPr txBox="1"/>
          <p:nvPr userDrawn="1"/>
        </p:nvSpPr>
        <p:spPr>
          <a:xfrm>
            <a:off x="788316" y="2901905"/>
            <a:ext cx="21675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sz="2800" b="1" i="0">
                <a:gradFill>
                  <a:gsLst>
                    <a:gs pos="100000">
                      <a:schemeClr val="tx1">
                        <a:lumMod val="20000"/>
                        <a:lumOff val="80000"/>
                      </a:schemeClr>
                    </a:gs>
                    <a:gs pos="0">
                      <a:schemeClr val="tx1">
                        <a:lumMod val="20000"/>
                        <a:lumOff val="80000"/>
                        <a:alpha val="0"/>
                      </a:schemeClr>
                    </a:gs>
                  </a:gsLst>
                  <a:lin ang="16200000" scaled="1"/>
                </a:gradFill>
                <a:effectLst/>
                <a:latin typeface="Calisto MT" panose="02040603050505030304" pitchFamily="18" charset="0"/>
              </a:rPr>
              <a:t>QUESTION</a:t>
            </a:r>
          </a:p>
        </p:txBody>
      </p:sp>
      <p:sp>
        <p:nvSpPr>
          <p:cNvPr id="5" name="íşľíďe">
            <a:extLst>
              <a:ext uri="{FF2B5EF4-FFF2-40B4-BE49-F238E27FC236}">
                <a16:creationId xmlns:a16="http://schemas.microsoft.com/office/drawing/2014/main" id="{15262CD2-DC49-591E-1FDE-EF5326FA20FD}"/>
              </a:ext>
            </a:extLst>
          </p:cNvPr>
          <p:cNvSpPr txBox="1"/>
          <p:nvPr userDrawn="1"/>
        </p:nvSpPr>
        <p:spPr>
          <a:xfrm flipH="1">
            <a:off x="1271630" y="3071182"/>
            <a:ext cx="120097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4000" b="1">
                <a:solidFill>
                  <a:schemeClr val="tx1"/>
                </a:solidFill>
                <a:latin typeface="阿里巴巴普惠体 Heavy" panose="00020600040101010101" pitchFamily="18" charset="-122"/>
                <a:ea typeface="阿里巴巴普惠体 Heavy" panose="00020600040101010101" pitchFamily="18" charset="-122"/>
                <a:cs typeface="阿里巴巴普惠体 Heavy" panose="00020600040101010101" pitchFamily="18" charset="-122"/>
              </a:rPr>
              <a:t>思考</a:t>
            </a:r>
            <a:endParaRPr lang="zh-CN" altLang="en-US" sz="4000" b="1" dirty="0">
              <a:solidFill>
                <a:schemeClr val="tx1"/>
              </a:solidFill>
              <a:latin typeface="阿里巴巴普惠体 Heavy" panose="00020600040101010101" pitchFamily="18" charset="-122"/>
              <a:ea typeface="阿里巴巴普惠体 Heavy" panose="00020600040101010101" pitchFamily="18" charset="-122"/>
              <a:cs typeface="阿里巴巴普惠体 Heavy" panose="00020600040101010101" pitchFamily="18" charset="-122"/>
            </a:endParaRPr>
          </a:p>
        </p:txBody>
      </p:sp>
      <p:sp>
        <p:nvSpPr>
          <p:cNvPr id="7" name="文本占位符 13">
            <a:extLst>
              <a:ext uri="{FF2B5EF4-FFF2-40B4-BE49-F238E27FC236}">
                <a16:creationId xmlns:a16="http://schemas.microsoft.com/office/drawing/2014/main" id="{B8ADD725-DDC3-9843-C6D4-70BC53E95D5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52236" y="1735810"/>
            <a:ext cx="6967456" cy="3378631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200000"/>
              </a:lnSpc>
              <a:buNone/>
              <a:defRPr sz="2400"/>
            </a:lvl1pPr>
          </a:lstStyle>
          <a:p>
            <a:pPr lvl="0"/>
            <a:r>
              <a:rPr lang="zh-CN" altLang="en-US"/>
              <a:t>点击输入问题标题，问题描述</a:t>
            </a:r>
          </a:p>
        </p:txBody>
      </p:sp>
    </p:spTree>
    <p:extLst>
      <p:ext uri="{BB962C8B-B14F-4D97-AF65-F5344CB8AC3E}">
        <p14:creationId xmlns:p14="http://schemas.microsoft.com/office/powerpoint/2010/main" val="320834212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小结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CFE1FF55-183C-B00F-0654-486C51EE46F8}"/>
              </a:ext>
            </a:extLst>
          </p:cNvPr>
          <p:cNvSpPr txBox="1"/>
          <p:nvPr userDrawn="1"/>
        </p:nvSpPr>
        <p:spPr>
          <a:xfrm>
            <a:off x="788316" y="2901905"/>
            <a:ext cx="21675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800" b="1" i="0">
                <a:gradFill>
                  <a:gsLst>
                    <a:gs pos="100000">
                      <a:schemeClr val="tx1">
                        <a:lumMod val="20000"/>
                        <a:lumOff val="80000"/>
                      </a:schemeClr>
                    </a:gs>
                    <a:gs pos="0">
                      <a:schemeClr val="tx1">
                        <a:lumMod val="20000"/>
                        <a:lumOff val="80000"/>
                        <a:alpha val="0"/>
                      </a:schemeClr>
                    </a:gs>
                  </a:gsLst>
                  <a:lin ang="16200000" scaled="1"/>
                </a:gradFill>
                <a:effectLst/>
                <a:latin typeface="Calisto MT" panose="02040603050505030304" pitchFamily="18" charset="0"/>
              </a:rPr>
              <a:t>BRIEF</a:t>
            </a:r>
          </a:p>
        </p:txBody>
      </p:sp>
      <p:sp>
        <p:nvSpPr>
          <p:cNvPr id="5" name="íşľíďe">
            <a:extLst>
              <a:ext uri="{FF2B5EF4-FFF2-40B4-BE49-F238E27FC236}">
                <a16:creationId xmlns:a16="http://schemas.microsoft.com/office/drawing/2014/main" id="{15262CD2-DC49-591E-1FDE-EF5326FA20FD}"/>
              </a:ext>
            </a:extLst>
          </p:cNvPr>
          <p:cNvSpPr txBox="1"/>
          <p:nvPr userDrawn="1"/>
        </p:nvSpPr>
        <p:spPr>
          <a:xfrm flipH="1">
            <a:off x="1271630" y="3071182"/>
            <a:ext cx="120097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4000" b="1">
                <a:solidFill>
                  <a:schemeClr val="tx1"/>
                </a:solidFill>
                <a:latin typeface="阿里巴巴普惠体 Heavy" panose="00020600040101010101" pitchFamily="18" charset="-122"/>
                <a:ea typeface="阿里巴巴普惠体 Heavy" panose="00020600040101010101" pitchFamily="18" charset="-122"/>
                <a:cs typeface="阿里巴巴普惠体 Heavy" panose="00020600040101010101" pitchFamily="18" charset="-122"/>
              </a:rPr>
              <a:t>小结</a:t>
            </a:r>
            <a:endParaRPr lang="zh-CN" altLang="en-US" sz="4000" b="1" dirty="0">
              <a:solidFill>
                <a:schemeClr val="tx1"/>
              </a:solidFill>
              <a:latin typeface="阿里巴巴普惠体 Heavy" panose="00020600040101010101" pitchFamily="18" charset="-122"/>
              <a:ea typeface="阿里巴巴普惠体 Heavy" panose="00020600040101010101" pitchFamily="18" charset="-122"/>
              <a:cs typeface="阿里巴巴普惠体 Heavy" panose="00020600040101010101" pitchFamily="18" charset="-122"/>
            </a:endParaRPr>
          </a:p>
        </p:txBody>
      </p:sp>
      <p:sp>
        <p:nvSpPr>
          <p:cNvPr id="7" name="文本占位符 13">
            <a:extLst>
              <a:ext uri="{FF2B5EF4-FFF2-40B4-BE49-F238E27FC236}">
                <a16:creationId xmlns:a16="http://schemas.microsoft.com/office/drawing/2014/main" id="{B8ADD725-DDC3-9843-C6D4-70BC53E95D5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52236" y="1735810"/>
            <a:ext cx="6967456" cy="3378631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200000"/>
              </a:lnSpc>
              <a:buNone/>
              <a:defRPr sz="2400"/>
            </a:lvl1pPr>
          </a:lstStyle>
          <a:p>
            <a:pPr lvl="0"/>
            <a:r>
              <a:rPr lang="zh-CN" altLang="en-US"/>
              <a:t>点击输入问题标题，问题描述</a:t>
            </a:r>
          </a:p>
        </p:txBody>
      </p:sp>
    </p:spTree>
    <p:extLst>
      <p:ext uri="{BB962C8B-B14F-4D97-AF65-F5344CB8AC3E}">
        <p14:creationId xmlns:p14="http://schemas.microsoft.com/office/powerpoint/2010/main" val="237067137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标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CFE1FF55-183C-B00F-0654-486C51EE46F8}"/>
              </a:ext>
            </a:extLst>
          </p:cNvPr>
          <p:cNvSpPr txBox="1"/>
          <p:nvPr userDrawn="1"/>
        </p:nvSpPr>
        <p:spPr>
          <a:xfrm>
            <a:off x="788316" y="2901905"/>
            <a:ext cx="21675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800" b="1" i="0">
                <a:gradFill>
                  <a:gsLst>
                    <a:gs pos="100000">
                      <a:schemeClr val="tx1">
                        <a:lumMod val="20000"/>
                        <a:lumOff val="80000"/>
                      </a:schemeClr>
                    </a:gs>
                    <a:gs pos="0">
                      <a:schemeClr val="tx1">
                        <a:lumMod val="20000"/>
                        <a:lumOff val="80000"/>
                        <a:alpha val="0"/>
                      </a:schemeClr>
                    </a:gs>
                  </a:gsLst>
                  <a:lin ang="16200000" scaled="1"/>
                </a:gradFill>
                <a:effectLst/>
                <a:latin typeface="Calisto MT" panose="02040603050505030304" pitchFamily="18" charset="0"/>
              </a:rPr>
              <a:t>TARGET</a:t>
            </a:r>
          </a:p>
        </p:txBody>
      </p:sp>
      <p:sp>
        <p:nvSpPr>
          <p:cNvPr id="5" name="íşľíďe">
            <a:extLst>
              <a:ext uri="{FF2B5EF4-FFF2-40B4-BE49-F238E27FC236}">
                <a16:creationId xmlns:a16="http://schemas.microsoft.com/office/drawing/2014/main" id="{15262CD2-DC49-591E-1FDE-EF5326FA20FD}"/>
              </a:ext>
            </a:extLst>
          </p:cNvPr>
          <p:cNvSpPr txBox="1"/>
          <p:nvPr userDrawn="1"/>
        </p:nvSpPr>
        <p:spPr>
          <a:xfrm flipH="1">
            <a:off x="1271630" y="3071182"/>
            <a:ext cx="120097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4000" b="1">
                <a:solidFill>
                  <a:schemeClr val="tx1"/>
                </a:solidFill>
                <a:latin typeface="阿里巴巴普惠体 Heavy" panose="00020600040101010101" pitchFamily="18" charset="-122"/>
                <a:ea typeface="阿里巴巴普惠体 Heavy" panose="00020600040101010101" pitchFamily="18" charset="-122"/>
                <a:cs typeface="阿里巴巴普惠体 Heavy" panose="00020600040101010101" pitchFamily="18" charset="-122"/>
              </a:rPr>
              <a:t>目标</a:t>
            </a:r>
            <a:endParaRPr lang="zh-CN" altLang="en-US" sz="4000" b="1" dirty="0">
              <a:solidFill>
                <a:schemeClr val="tx1"/>
              </a:solidFill>
              <a:latin typeface="阿里巴巴普惠体 Heavy" panose="00020600040101010101" pitchFamily="18" charset="-122"/>
              <a:ea typeface="阿里巴巴普惠体 Heavy" panose="00020600040101010101" pitchFamily="18" charset="-122"/>
              <a:cs typeface="阿里巴巴普惠体 Heavy" panose="00020600040101010101" pitchFamily="18" charset="-122"/>
            </a:endParaRPr>
          </a:p>
        </p:txBody>
      </p:sp>
      <p:sp>
        <p:nvSpPr>
          <p:cNvPr id="7" name="文本占位符 13">
            <a:extLst>
              <a:ext uri="{FF2B5EF4-FFF2-40B4-BE49-F238E27FC236}">
                <a16:creationId xmlns:a16="http://schemas.microsoft.com/office/drawing/2014/main" id="{B8ADD725-DDC3-9843-C6D4-70BC53E95D5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52236" y="1735810"/>
            <a:ext cx="6967456" cy="3378631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200000"/>
              </a:lnSpc>
              <a:buNone/>
              <a:defRPr sz="2400"/>
            </a:lvl1pPr>
          </a:lstStyle>
          <a:p>
            <a:pPr lvl="0"/>
            <a:r>
              <a:rPr lang="zh-CN" altLang="en-US"/>
              <a:t>点击输入问题标题，问题描述</a:t>
            </a:r>
          </a:p>
        </p:txBody>
      </p:sp>
    </p:spTree>
    <p:extLst>
      <p:ext uri="{BB962C8B-B14F-4D97-AF65-F5344CB8AC3E}">
        <p14:creationId xmlns:p14="http://schemas.microsoft.com/office/powerpoint/2010/main" val="28057232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1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2.sv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21.xml"/><Relationship Id="rId1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4.xml"/><Relationship Id="rId7" Type="http://schemas.openxmlformats.org/officeDocument/2006/relationships/image" Target="../media/image2.svg"/><Relationship Id="rId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22.xml"/><Relationship Id="rId6" Type="http://schemas.openxmlformats.org/officeDocument/2006/relationships/image" Target="../media/image1.png"/><Relationship Id="rId5" Type="http://schemas.openxmlformats.org/officeDocument/2006/relationships/theme" Target="../theme/theme3.xml"/><Relationship Id="rId4" Type="http://schemas.openxmlformats.org/officeDocument/2006/relationships/slideLayout" Target="../slideLayouts/slideLayout25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svg"/><Relationship Id="rId3" Type="http://schemas.openxmlformats.org/officeDocument/2006/relationships/slideLayout" Target="../slideLayouts/slideLayout28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7.xml"/><Relationship Id="rId1" Type="http://schemas.openxmlformats.org/officeDocument/2006/relationships/slideLayout" Target="../slideLayouts/slideLayout26.xml"/><Relationship Id="rId6" Type="http://schemas.openxmlformats.org/officeDocument/2006/relationships/theme" Target="../theme/theme4.xml"/><Relationship Id="rId5" Type="http://schemas.openxmlformats.org/officeDocument/2006/relationships/slideLayout" Target="../slideLayouts/slideLayout30.xml"/><Relationship Id="rId4" Type="http://schemas.openxmlformats.org/officeDocument/2006/relationships/slideLayout" Target="../slideLayouts/slideLayout29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32.xml"/><Relationship Id="rId1" Type="http://schemas.openxmlformats.org/officeDocument/2006/relationships/slideLayout" Target="../slideLayouts/slideLayout31.xml"/><Relationship Id="rId4" Type="http://schemas.openxmlformats.org/officeDocument/2006/relationships/theme" Target="../theme/theme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形 1">
            <a:extLst>
              <a:ext uri="{FF2B5EF4-FFF2-40B4-BE49-F238E27FC236}">
                <a16:creationId xmlns:a16="http://schemas.microsoft.com/office/drawing/2014/main" id="{2AF40A4C-1FC6-C591-0585-7320B21E306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rcRect l="8081" t="21237" r="10346" b="18121"/>
          <a:stretch/>
        </p:blipFill>
        <p:spPr>
          <a:xfrm>
            <a:off x="9956716" y="152244"/>
            <a:ext cx="1848051" cy="605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79159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4" r:id="rId2"/>
    <p:sldLayoutId id="2147483659" r:id="rId3"/>
    <p:sldLayoutId id="2147483666" r:id="rId4"/>
    <p:sldLayoutId id="2147483677" r:id="rId5"/>
    <p:sldLayoutId id="2147483678" r:id="rId6"/>
    <p:sldLayoutId id="2147483686" r:id="rId7"/>
    <p:sldLayoutId id="2147483687" r:id="rId8"/>
    <p:sldLayoutId id="2147483690" r:id="rId9"/>
    <p:sldLayoutId id="2147483691" r:id="rId10"/>
    <p:sldLayoutId id="2147483692" r:id="rId11"/>
    <p:sldLayoutId id="2147483693" r:id="rId12"/>
    <p:sldLayoutId id="2147483694" r:id="rId13"/>
    <p:sldLayoutId id="2147483696" r:id="rId14"/>
    <p:sldLayoutId id="2147483699" r:id="rId15"/>
    <p:sldLayoutId id="2147483700" r:id="rId16"/>
    <p:sldLayoutId id="2147483702" r:id="rId17"/>
    <p:sldLayoutId id="2147483703" r:id="rId18"/>
    <p:sldLayoutId id="2147483705" r:id="rId19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zh-CN" altLang="en-US"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16" userDrawn="1">
          <p15:clr>
            <a:srgbClr val="F26B43"/>
          </p15:clr>
        </p15:guide>
        <p15:guide id="2" pos="7256" userDrawn="1">
          <p15:clr>
            <a:srgbClr val="F26B43"/>
          </p15:clr>
        </p15:guide>
        <p15:guide id="3" orient="horz" pos="648" userDrawn="1">
          <p15:clr>
            <a:srgbClr val="F26B43"/>
          </p15:clr>
        </p15:guide>
        <p15:guide id="4" orient="horz" pos="712" userDrawn="1">
          <p15:clr>
            <a:srgbClr val="F26B43"/>
          </p15:clr>
        </p15:guide>
        <p15:guide id="5" orient="horz" pos="3928" userDrawn="1">
          <p15:clr>
            <a:srgbClr val="F26B43"/>
          </p15:clr>
        </p15:guide>
        <p15:guide id="6" orient="horz" pos="3864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479502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9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形 7">
            <a:extLst>
              <a:ext uri="{FF2B5EF4-FFF2-40B4-BE49-F238E27FC236}">
                <a16:creationId xmlns:a16="http://schemas.microsoft.com/office/drawing/2014/main" id="{D5FC8854-8C90-CD00-F013-8034EF541B8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 l="8081" t="21237" r="10346" b="18121"/>
          <a:stretch/>
        </p:blipFill>
        <p:spPr>
          <a:xfrm>
            <a:off x="9956716" y="152244"/>
            <a:ext cx="1848051" cy="605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83077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70" r:id="rId2"/>
    <p:sldLayoutId id="2147483651" r:id="rId3"/>
    <p:sldLayoutId id="2147483704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形 8">
            <a:extLst>
              <a:ext uri="{FF2B5EF4-FFF2-40B4-BE49-F238E27FC236}">
                <a16:creationId xmlns:a16="http://schemas.microsoft.com/office/drawing/2014/main" id="{BCFD639D-1352-0D42-CD8B-50233028549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 l="8081" t="21237" r="10346" b="18121"/>
          <a:stretch/>
        </p:blipFill>
        <p:spPr>
          <a:xfrm>
            <a:off x="9956716" y="152244"/>
            <a:ext cx="1848051" cy="605113"/>
          </a:xfrm>
          <a:prstGeom prst="rect">
            <a:avLst/>
          </a:prstGeom>
        </p:spPr>
      </p:pic>
      <p:sp>
        <p:nvSpPr>
          <p:cNvPr id="32" name="椭圆 31">
            <a:extLst>
              <a:ext uri="{FF2B5EF4-FFF2-40B4-BE49-F238E27FC236}">
                <a16:creationId xmlns:a16="http://schemas.microsoft.com/office/drawing/2014/main" id="{3B0EC498-20A1-566B-4915-5207C059B018}"/>
              </a:ext>
            </a:extLst>
          </p:cNvPr>
          <p:cNvSpPr/>
          <p:nvPr userDrawn="1"/>
        </p:nvSpPr>
        <p:spPr>
          <a:xfrm>
            <a:off x="751355" y="2336538"/>
            <a:ext cx="2111502" cy="2111502"/>
          </a:xfrm>
          <a:prstGeom prst="ellipse">
            <a:avLst/>
          </a:prstGeom>
          <a:effectLst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椭圆 33">
            <a:extLst>
              <a:ext uri="{FF2B5EF4-FFF2-40B4-BE49-F238E27FC236}">
                <a16:creationId xmlns:a16="http://schemas.microsoft.com/office/drawing/2014/main" id="{558725F1-EF53-00F4-5D5F-187168DD6A01}"/>
              </a:ext>
            </a:extLst>
          </p:cNvPr>
          <p:cNvSpPr/>
          <p:nvPr userDrawn="1"/>
        </p:nvSpPr>
        <p:spPr>
          <a:xfrm>
            <a:off x="-625683" y="959500"/>
            <a:ext cx="4865579" cy="4865579"/>
          </a:xfrm>
          <a:prstGeom prst="ellipse">
            <a:avLst/>
          </a:prstGeom>
          <a:noFill/>
          <a:ln w="12700" cap="flat" cmpd="sng" algn="ctr">
            <a:solidFill>
              <a:schemeClr val="accent1">
                <a:alpha val="500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椭圆 32">
            <a:extLst>
              <a:ext uri="{FF2B5EF4-FFF2-40B4-BE49-F238E27FC236}">
                <a16:creationId xmlns:a16="http://schemas.microsoft.com/office/drawing/2014/main" id="{E0CB1513-F0AF-DFD8-F01B-E3C9C30338CD}"/>
              </a:ext>
            </a:extLst>
          </p:cNvPr>
          <p:cNvSpPr/>
          <p:nvPr userDrawn="1"/>
        </p:nvSpPr>
        <p:spPr>
          <a:xfrm>
            <a:off x="255264" y="1840447"/>
            <a:ext cx="3103685" cy="3103685"/>
          </a:xfrm>
          <a:prstGeom prst="ellipse">
            <a:avLst/>
          </a:prstGeom>
          <a:noFill/>
          <a:ln>
            <a:solidFill>
              <a:schemeClr val="accent1">
                <a:alpha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椭圆 36">
            <a:extLst>
              <a:ext uri="{FF2B5EF4-FFF2-40B4-BE49-F238E27FC236}">
                <a16:creationId xmlns:a16="http://schemas.microsoft.com/office/drawing/2014/main" id="{068B7EDE-A4CF-8360-8241-A673D650AA78}"/>
              </a:ext>
            </a:extLst>
          </p:cNvPr>
          <p:cNvSpPr/>
          <p:nvPr userDrawn="1"/>
        </p:nvSpPr>
        <p:spPr>
          <a:xfrm>
            <a:off x="-1544721" y="-114518"/>
            <a:ext cx="7013615" cy="7013615"/>
          </a:xfrm>
          <a:prstGeom prst="ellipse">
            <a:avLst/>
          </a:prstGeom>
          <a:noFill/>
          <a:ln w="12700" cap="flat" cmpd="sng" algn="ctr">
            <a:solidFill>
              <a:schemeClr val="accent1">
                <a:alpha val="300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4D51DB15-8344-2ACA-142F-30B0A0200C56}"/>
              </a:ext>
            </a:extLst>
          </p:cNvPr>
          <p:cNvSpPr/>
          <p:nvPr userDrawn="1"/>
        </p:nvSpPr>
        <p:spPr>
          <a:xfrm>
            <a:off x="3015513" y="0"/>
            <a:ext cx="6784703" cy="6858000"/>
          </a:xfrm>
          <a:prstGeom prst="rect">
            <a:avLst/>
          </a:prstGeom>
          <a:gradFill flip="none" rotWithShape="1">
            <a:gsLst>
              <a:gs pos="27000">
                <a:schemeClr val="bg1"/>
              </a:gs>
              <a:gs pos="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874136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88" r:id="rId4"/>
    <p:sldLayoutId id="2147483701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椭圆 10">
            <a:extLst>
              <a:ext uri="{FF2B5EF4-FFF2-40B4-BE49-F238E27FC236}">
                <a16:creationId xmlns:a16="http://schemas.microsoft.com/office/drawing/2014/main" id="{40922FA6-892F-6E62-25A7-4EFD4311B4B7}"/>
              </a:ext>
            </a:extLst>
          </p:cNvPr>
          <p:cNvSpPr/>
          <p:nvPr userDrawn="1"/>
        </p:nvSpPr>
        <p:spPr>
          <a:xfrm>
            <a:off x="573736" y="4742367"/>
            <a:ext cx="588089" cy="588089"/>
          </a:xfrm>
          <a:prstGeom prst="ellipse">
            <a:avLst/>
          </a:prstGeom>
          <a:noFill/>
          <a:ln w="12700">
            <a:solidFill>
              <a:schemeClr val="bg1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589EB921-EFFD-8A13-0578-9909E3F67A28}"/>
              </a:ext>
            </a:extLst>
          </p:cNvPr>
          <p:cNvSpPr/>
          <p:nvPr userDrawn="1"/>
        </p:nvSpPr>
        <p:spPr>
          <a:xfrm>
            <a:off x="2449602" y="4027163"/>
            <a:ext cx="926888" cy="926888"/>
          </a:xfrm>
          <a:prstGeom prst="ellipse">
            <a:avLst/>
          </a:prstGeom>
          <a:solidFill>
            <a:schemeClr val="accent1">
              <a:lumMod val="20000"/>
              <a:lumOff val="80000"/>
              <a:alpha val="6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0DBB1E70-A6B4-325D-7E84-2D8D403E507E}"/>
              </a:ext>
            </a:extLst>
          </p:cNvPr>
          <p:cNvSpPr/>
          <p:nvPr userDrawn="1"/>
        </p:nvSpPr>
        <p:spPr>
          <a:xfrm>
            <a:off x="2274547" y="2102046"/>
            <a:ext cx="1590676" cy="1590676"/>
          </a:xfrm>
          <a:prstGeom prst="ellipse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938C16E6-FCD9-2FF6-E0D9-862FBA97E38E}"/>
              </a:ext>
            </a:extLst>
          </p:cNvPr>
          <p:cNvSpPr/>
          <p:nvPr userDrawn="1"/>
        </p:nvSpPr>
        <p:spPr>
          <a:xfrm>
            <a:off x="320390" y="1512575"/>
            <a:ext cx="804338" cy="804338"/>
          </a:xfrm>
          <a:prstGeom prst="ellipse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90B5C771-860C-6FE3-9141-296A747F7EC0}"/>
              </a:ext>
            </a:extLst>
          </p:cNvPr>
          <p:cNvSpPr/>
          <p:nvPr userDrawn="1"/>
        </p:nvSpPr>
        <p:spPr>
          <a:xfrm>
            <a:off x="2745115" y="1787721"/>
            <a:ext cx="314325" cy="314325"/>
          </a:xfrm>
          <a:prstGeom prst="ellipse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CC734A62-48DA-F6ED-AF10-0C9224E0A0EE}"/>
              </a:ext>
            </a:extLst>
          </p:cNvPr>
          <p:cNvSpPr/>
          <p:nvPr userDrawn="1"/>
        </p:nvSpPr>
        <p:spPr>
          <a:xfrm>
            <a:off x="594793" y="2155519"/>
            <a:ext cx="2544671" cy="2544671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圆: 空心 2">
            <a:extLst>
              <a:ext uri="{FF2B5EF4-FFF2-40B4-BE49-F238E27FC236}">
                <a16:creationId xmlns:a16="http://schemas.microsoft.com/office/drawing/2014/main" id="{D9836D2B-C9DD-3FC5-793A-4907096EF00C}"/>
              </a:ext>
            </a:extLst>
          </p:cNvPr>
          <p:cNvSpPr/>
          <p:nvPr userDrawn="1"/>
        </p:nvSpPr>
        <p:spPr>
          <a:xfrm>
            <a:off x="445476" y="2002997"/>
            <a:ext cx="2852005" cy="2852005"/>
          </a:xfrm>
          <a:prstGeom prst="donut">
            <a:avLst>
              <a:gd name="adj" fmla="val 6497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298271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3" r:id="rId2"/>
    <p:sldLayoutId id="2147483684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jpe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microsoft.com/office/2007/relationships/hdphoto" Target="../media/hdphoto2.wdp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jpeg"/><Relationship Id="rId4" Type="http://schemas.microsoft.com/office/2007/relationships/hdphoto" Target="../media/hdphoto1.wdp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jpeg"/><Relationship Id="rId4" Type="http://schemas.microsoft.com/office/2007/relationships/hdphoto" Target="../media/hdphoto1.wdp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microsoft.com/office/2007/relationships/hdphoto" Target="../media/hdphoto3.wdp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microsoft.com/office/2007/relationships/hdphoto" Target="../media/hdphoto3.wdp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microsoft.com/office/2007/relationships/hdphoto" Target="../media/hdphoto3.wdp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1.pn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CE114D5-9D49-7225-E5E2-41EB2357CF8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zh-CN" altLang="en-US" sz="4000" dirty="0"/>
              <a:t>第九章：面向对象高级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8966428-CCB2-BA20-6795-2C913DCE3AA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60400" y="3586894"/>
            <a:ext cx="5057820" cy="563562"/>
          </a:xfrm>
        </p:spPr>
        <p:txBody>
          <a:bodyPr/>
          <a:lstStyle/>
          <a:p>
            <a:pPr algn="l"/>
            <a:r>
              <a:rPr lang="zh-CN" altLang="en-US" sz="1800" b="0" i="0" dirty="0">
                <a:solidFill>
                  <a:srgbClr val="222222"/>
                </a:solidFill>
                <a:effectLst/>
                <a:latin typeface="Inter"/>
              </a:rPr>
              <a:t>万物皆对象</a:t>
            </a:r>
          </a:p>
        </p:txBody>
      </p:sp>
    </p:spTree>
    <p:extLst>
      <p:ext uri="{BB962C8B-B14F-4D97-AF65-F5344CB8AC3E}">
        <p14:creationId xmlns:p14="http://schemas.microsoft.com/office/powerpoint/2010/main" val="15355386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49520F1A-77B2-0C7D-E557-AC00D33EEE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占位符 1">
            <a:extLst>
              <a:ext uri="{FF2B5EF4-FFF2-40B4-BE49-F238E27FC236}">
                <a16:creationId xmlns:a16="http://schemas.microsoft.com/office/drawing/2014/main" id="{5DF948D8-77E2-0DE9-8743-8726548E391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53732" y="2042336"/>
            <a:ext cx="2164582" cy="1956553"/>
          </a:xfrm>
        </p:spPr>
        <p:txBody>
          <a:bodyPr/>
          <a:lstStyle/>
          <a:p>
            <a:r>
              <a:rPr lang="zh-CN" alt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ea typeface="Alibaba PuHuiTi R"/>
              </a:rPr>
              <a:t>继承</a:t>
            </a:r>
            <a:endParaRPr lang="en-US" altLang="zh-CN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  <a:ea typeface="Alibaba PuHuiTi R"/>
            </a:endParaRPr>
          </a:p>
          <a:p>
            <a:r>
              <a:rPr lang="en-US" altLang="zh-CN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ea typeface="Alibaba PuHuiTi R"/>
              </a:rPr>
              <a:t>Object </a:t>
            </a:r>
            <a:r>
              <a:rPr lang="zh-CN" alt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ea typeface="Alibaba PuHuiTi R"/>
              </a:rPr>
              <a:t>类</a:t>
            </a:r>
            <a:endParaRPr lang="en-US" altLang="zh-CN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  <a:ea typeface="Alibaba PuHuiTi R"/>
            </a:endParaRPr>
          </a:p>
          <a:p>
            <a:r>
              <a:rPr lang="en-US" altLang="zh-CN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ea typeface="Alibaba PuHuiTi R"/>
              </a:rPr>
              <a:t>final </a:t>
            </a:r>
            <a:r>
              <a:rPr lang="zh-CN" alt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ea typeface="Alibaba PuHuiTi R"/>
              </a:rPr>
              <a:t>关键字</a:t>
            </a:r>
            <a:endParaRPr lang="en-US" altLang="zh-CN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  <a:ea typeface="Alibaba PuHuiTi R"/>
            </a:endParaRPr>
          </a:p>
          <a:p>
            <a:r>
              <a:rPr lang="zh-CN" alt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ea typeface="Alibaba PuHuiTi R"/>
              </a:rPr>
              <a:t>抽象类</a:t>
            </a:r>
            <a:endParaRPr lang="en-US" altLang="zh-CN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  <a:ea typeface="Alibaba PuHuiTi R"/>
            </a:endParaRPr>
          </a:p>
        </p:txBody>
      </p:sp>
      <p:sp>
        <p:nvSpPr>
          <p:cNvPr id="11" name="文本占位符 1">
            <a:extLst>
              <a:ext uri="{FF2B5EF4-FFF2-40B4-BE49-F238E27FC236}">
                <a16:creationId xmlns:a16="http://schemas.microsoft.com/office/drawing/2014/main" id="{B5AFA080-2C1A-1FE6-BE91-CF45EA0C760D}"/>
              </a:ext>
            </a:extLst>
          </p:cNvPr>
          <p:cNvSpPr txBox="1">
            <a:spLocks/>
          </p:cNvSpPr>
          <p:nvPr/>
        </p:nvSpPr>
        <p:spPr>
          <a:xfrm>
            <a:off x="7940574" y="2042336"/>
            <a:ext cx="2164581" cy="1956553"/>
          </a:xfrm>
          <a:prstGeom prst="rect">
            <a:avLst/>
          </a:prstGeom>
        </p:spPr>
        <p:txBody>
          <a:bodyPr anchor="ctr"/>
          <a:lstStyle>
            <a:lvl1pPr marL="342900" indent="-3429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Wingdings" panose="05000000000000000000" pitchFamily="2" charset="2"/>
              <a:buChar char="u"/>
              <a:defRPr sz="1800" kern="1200">
                <a:solidFill>
                  <a:schemeClr val="tx1"/>
                </a:solidFill>
                <a:latin typeface="+mn-ea"/>
                <a:ea typeface="+mn-ea"/>
                <a:cs typeface="阿里巴巴普惠体 Medium" panose="00020600040101010101" pitchFamily="18" charset="-122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>
                <a:solidFill>
                  <a:srgbClr val="C00000"/>
                </a:solidFill>
                <a:latin typeface="Consolas" panose="020B0609020204030204" pitchFamily="49" charset="0"/>
                <a:ea typeface="Alibaba PuHuiTi R"/>
              </a:rPr>
              <a:t>接口</a:t>
            </a:r>
            <a:endParaRPr lang="en-US" altLang="zh-CN" dirty="0">
              <a:solidFill>
                <a:srgbClr val="C00000"/>
              </a:solidFill>
              <a:latin typeface="Consolas" panose="020B0609020204030204" pitchFamily="49" charset="0"/>
              <a:ea typeface="Alibaba PuHuiTi R"/>
            </a:endParaRPr>
          </a:p>
          <a:p>
            <a:r>
              <a:rPr lang="zh-CN" altLang="en-US" dirty="0">
                <a:solidFill>
                  <a:srgbClr val="C00000"/>
                </a:solidFill>
                <a:latin typeface="Consolas" panose="020B0609020204030204" pitchFamily="49" charset="0"/>
                <a:ea typeface="Alibaba PuHuiTi R"/>
              </a:rPr>
              <a:t>多态</a:t>
            </a:r>
            <a:endParaRPr lang="en-US" altLang="zh-CN" dirty="0">
              <a:solidFill>
                <a:srgbClr val="C00000"/>
              </a:solidFill>
              <a:latin typeface="Consolas" panose="020B0609020204030204" pitchFamily="49" charset="0"/>
              <a:ea typeface="Alibaba PuHuiTi R"/>
            </a:endParaRPr>
          </a:p>
          <a:p>
            <a:r>
              <a:rPr lang="zh-CN" altLang="en-US" dirty="0">
                <a:solidFill>
                  <a:srgbClr val="C00000"/>
                </a:solidFill>
                <a:latin typeface="Consolas" panose="020B0609020204030204" pitchFamily="49" charset="0"/>
                <a:ea typeface="Alibaba PuHuiTi R"/>
              </a:rPr>
              <a:t>代码块</a:t>
            </a:r>
            <a:endParaRPr lang="en-US" altLang="zh-CN" dirty="0">
              <a:solidFill>
                <a:srgbClr val="C00000"/>
              </a:solidFill>
              <a:latin typeface="Consolas" panose="020B0609020204030204" pitchFamily="49" charset="0"/>
              <a:ea typeface="Alibaba PuHuiTi R"/>
            </a:endParaRPr>
          </a:p>
        </p:txBody>
      </p:sp>
      <p:sp>
        <p:nvSpPr>
          <p:cNvPr id="12" name="文本占位符 1">
            <a:extLst>
              <a:ext uri="{FF2B5EF4-FFF2-40B4-BE49-F238E27FC236}">
                <a16:creationId xmlns:a16="http://schemas.microsoft.com/office/drawing/2014/main" id="{E51EC82E-496B-FE1F-D602-4F2567E90A08}"/>
              </a:ext>
            </a:extLst>
          </p:cNvPr>
          <p:cNvSpPr txBox="1">
            <a:spLocks/>
          </p:cNvSpPr>
          <p:nvPr/>
        </p:nvSpPr>
        <p:spPr>
          <a:xfrm>
            <a:off x="9616043" y="2309035"/>
            <a:ext cx="2164581" cy="1956553"/>
          </a:xfrm>
          <a:prstGeom prst="rect">
            <a:avLst/>
          </a:prstGeom>
        </p:spPr>
        <p:txBody>
          <a:bodyPr anchor="ctr"/>
          <a:lstStyle>
            <a:lvl1pPr marL="342900" indent="-3429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Wingdings" panose="05000000000000000000" pitchFamily="2" charset="2"/>
              <a:buChar char="u"/>
              <a:defRPr sz="1800" kern="1200">
                <a:solidFill>
                  <a:schemeClr val="tx1"/>
                </a:solidFill>
                <a:latin typeface="+mn-ea"/>
                <a:ea typeface="+mn-ea"/>
                <a:cs typeface="阿里巴巴普惠体 Medium" panose="00020600040101010101" pitchFamily="18" charset="-122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ea typeface="Alibaba PuHuiTi R"/>
              </a:rPr>
              <a:t>内部类</a:t>
            </a:r>
            <a:endParaRPr lang="en-US" altLang="zh-CN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  <a:ea typeface="Alibaba PuHuiTi R"/>
            </a:endParaRPr>
          </a:p>
          <a:p>
            <a:r>
              <a:rPr lang="en-US" altLang="zh-CN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ea typeface="Alibaba PuHuiTi R"/>
              </a:rPr>
              <a:t>Lambda </a:t>
            </a:r>
            <a:r>
              <a:rPr lang="zh-CN" alt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ea typeface="Alibaba PuHuiTi R"/>
              </a:rPr>
              <a:t>表达式</a:t>
            </a:r>
            <a:endParaRPr lang="en-US" altLang="zh-CN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  <a:ea typeface="Alibaba PuHuiTi R"/>
            </a:endParaRPr>
          </a:p>
          <a:p>
            <a:endParaRPr lang="en-US" altLang="zh-CN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  <a:ea typeface="Alibaba PuHuiTi R"/>
            </a:endParaRPr>
          </a:p>
        </p:txBody>
      </p:sp>
    </p:spTree>
    <p:extLst>
      <p:ext uri="{BB962C8B-B14F-4D97-AF65-F5344CB8AC3E}">
        <p14:creationId xmlns:p14="http://schemas.microsoft.com/office/powerpoint/2010/main" val="17407403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decel="100000" fill="hold" grpId="0" nodeType="withEffect">
                                  <p:stCondLst>
                                    <p:cond delay="85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to="0" calcmode="lin" valueType="num">
                                      <p:cBhvr>
                                        <p:cTn id="8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decel="100000" fill="hold" grpId="0" nodeType="withEffect">
                                  <p:stCondLst>
                                    <p:cond delay="85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to="0" calcmode="lin" valueType="num">
                                      <p:cBhvr>
                                        <p:cTn id="1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decel="100000" fill="hold" grpId="0" nodeType="withEffect">
                                  <p:stCondLst>
                                    <p:cond delay="85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to="0" calcmode="lin" valueType="num">
                                      <p:cBhvr>
                                        <p:cTn id="1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E64F07-D93B-CCD7-698E-D0C07B190A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BF7CB26-B480-C88B-4279-4A2C4A5053D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34080" y="2465278"/>
            <a:ext cx="4831831" cy="901700"/>
          </a:xfrm>
        </p:spPr>
        <p:txBody>
          <a:bodyPr/>
          <a:lstStyle/>
          <a:p>
            <a:r>
              <a:rPr lang="zh-CN" altLang="en-US" dirty="0"/>
              <a:t>接口</a:t>
            </a:r>
          </a:p>
        </p:txBody>
      </p:sp>
      <p:sp>
        <p:nvSpPr>
          <p:cNvPr id="10" name="文本占位符 9">
            <a:extLst>
              <a:ext uri="{FF2B5EF4-FFF2-40B4-BE49-F238E27FC236}">
                <a16:creationId xmlns:a16="http://schemas.microsoft.com/office/drawing/2014/main" id="{AF3D90E6-57EB-1BAE-A311-110C207B4B5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 dirty="0"/>
              <a:t>1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432765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764C089C-0935-5E44-B9F7-7E9F84DDB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 接口</a:t>
            </a:r>
          </a:p>
        </p:txBody>
      </p:sp>
      <p:sp>
        <p:nvSpPr>
          <p:cNvPr id="24" name="文本占位符 3">
            <a:extLst>
              <a:ext uri="{FF2B5EF4-FFF2-40B4-BE49-F238E27FC236}">
                <a16:creationId xmlns:a16="http://schemas.microsoft.com/office/drawing/2014/main" id="{C4B8F0B7-B839-4DC0-8545-B40734C46EA9}"/>
              </a:ext>
            </a:extLst>
          </p:cNvPr>
          <p:cNvSpPr txBox="1">
            <a:spLocks/>
          </p:cNvSpPr>
          <p:nvPr/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kumimoji="1" lang="zh-CN" altLang="en-US" dirty="0">
              <a:latin typeface="Consolas" panose="020B0609020204030204" pitchFamily="49" charset="0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6DBA5F41-C884-DEC2-8610-D94F6A9011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564" y="1352938"/>
            <a:ext cx="4656381" cy="2411340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5AB39D11-1F7F-66B7-4371-3F67B8C601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26731" y="1198676"/>
            <a:ext cx="2392887" cy="5166808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781F63B0-B5DE-5933-4D44-167DA7E878D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70642" y="3660026"/>
            <a:ext cx="2935693" cy="2478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83513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764C089C-0935-5E44-B9F7-7E9F84DDB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 接口</a:t>
            </a:r>
            <a:endParaRPr kumimoji="1" lang="zh-CN" altLang="en-US" dirty="0"/>
          </a:p>
        </p:txBody>
      </p:sp>
      <p:sp>
        <p:nvSpPr>
          <p:cNvPr id="24" name="文本占位符 3">
            <a:extLst>
              <a:ext uri="{FF2B5EF4-FFF2-40B4-BE49-F238E27FC236}">
                <a16:creationId xmlns:a16="http://schemas.microsoft.com/office/drawing/2014/main" id="{C4B8F0B7-B839-4DC0-8545-B40734C46EA9}"/>
              </a:ext>
            </a:extLst>
          </p:cNvPr>
          <p:cNvSpPr txBox="1">
            <a:spLocks/>
          </p:cNvSpPr>
          <p:nvPr/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kumimoji="1" lang="zh-CN" altLang="en-US" dirty="0">
              <a:latin typeface="Consolas" panose="020B0609020204030204" pitchFamily="49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D422E10-A1E9-00C8-A490-C55DC5579332}"/>
              </a:ext>
            </a:extLst>
          </p:cNvPr>
          <p:cNvSpPr txBox="1"/>
          <p:nvPr/>
        </p:nvSpPr>
        <p:spPr>
          <a:xfrm>
            <a:off x="1964660" y="4230911"/>
            <a:ext cx="202491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7200" dirty="0">
                <a:solidFill>
                  <a:srgbClr val="AD2B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规则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E6F6033B-3D22-195F-6C9D-D7EE7AB46D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35131" y="1084771"/>
            <a:ext cx="4762500" cy="2095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639AD0C8-E8E3-735F-774A-4808BD924D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814" y="1346034"/>
            <a:ext cx="2935693" cy="2478924"/>
          </a:xfrm>
          <a:prstGeom prst="rect">
            <a:avLst/>
          </a:prstGeom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CE90C48E-FA0F-B489-CBC6-CFBA69CB0A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85304" y="952517"/>
            <a:ext cx="3222171" cy="18124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F974F208-FBF3-B5AA-E0A1-500404CE5FE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62501" y="3948882"/>
            <a:ext cx="6349331" cy="2543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93857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 tmFilter="0,0; .5, 1; 1, 1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764C089C-0935-5E44-B9F7-7E9F84DDB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 接口</a:t>
            </a:r>
            <a:endParaRPr kumimoji="1" lang="zh-CN" altLang="en-US" dirty="0"/>
          </a:p>
        </p:txBody>
      </p:sp>
      <p:sp>
        <p:nvSpPr>
          <p:cNvPr id="24" name="文本占位符 3">
            <a:extLst>
              <a:ext uri="{FF2B5EF4-FFF2-40B4-BE49-F238E27FC236}">
                <a16:creationId xmlns:a16="http://schemas.microsoft.com/office/drawing/2014/main" id="{C4B8F0B7-B839-4DC0-8545-B40734C46EA9}"/>
              </a:ext>
            </a:extLst>
          </p:cNvPr>
          <p:cNvSpPr txBox="1">
            <a:spLocks/>
          </p:cNvSpPr>
          <p:nvPr/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kumimoji="1" lang="zh-CN" altLang="en-US" dirty="0">
              <a:latin typeface="Consolas" panose="020B0609020204030204" pitchFamily="49" charset="0"/>
            </a:endParaRPr>
          </a:p>
        </p:txBody>
      </p:sp>
      <p:pic>
        <p:nvPicPr>
          <p:cNvPr id="29" name="图片 8">
            <a:extLst>
              <a:ext uri="{FF2B5EF4-FFF2-40B4-BE49-F238E27FC236}">
                <a16:creationId xmlns:a16="http://schemas.microsoft.com/office/drawing/2014/main" id="{433A999D-0175-4231-81D8-38BD1A2FF5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4551" y="2791884"/>
            <a:ext cx="5382683" cy="36491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1" name="TextBox 3">
            <a:extLst>
              <a:ext uri="{FF2B5EF4-FFF2-40B4-BE49-F238E27FC236}">
                <a16:creationId xmlns:a16="http://schemas.microsoft.com/office/drawing/2014/main" id="{2F311446-539B-4DB2-BC4C-F2E5D9B50FC0}"/>
              </a:ext>
            </a:extLst>
          </p:cNvPr>
          <p:cNvSpPr txBox="1"/>
          <p:nvPr/>
        </p:nvSpPr>
        <p:spPr>
          <a:xfrm>
            <a:off x="5232401" y="4273552"/>
            <a:ext cx="4127500" cy="1600438"/>
          </a:xfrm>
          <a:prstGeom prst="rect">
            <a:avLst/>
          </a:prstGeom>
          <a:solidFill>
            <a:srgbClr val="FFFFE4"/>
          </a:solidFill>
          <a:ln w="12700">
            <a:solidFill>
              <a:schemeClr val="tx1"/>
            </a:solidFill>
          </a:ln>
        </p:spPr>
        <p:txBody>
          <a:bodyPr>
            <a:spAutoFit/>
          </a:bodyPr>
          <a:lstStyle/>
          <a:p>
            <a:pPr>
              <a:defRPr/>
            </a:pPr>
            <a:r>
              <a:rPr lang="zh-CN" altLang="zh-CN" sz="1400" dirty="0">
                <a:solidFill>
                  <a:srgbClr val="0033B3"/>
                </a:solidFill>
                <a:latin typeface="Consolas" panose="020B0609020204030204" pitchFamily="49" charset="0"/>
              </a:rPr>
              <a:t>public interface 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Inter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  <a:t>{</a:t>
            </a:r>
            <a:b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</a:br>
            <a:b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</a:b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  <a:t>    </a:t>
            </a:r>
            <a:r>
              <a:rPr lang="zh-CN" altLang="zh-CN" sz="1400" dirty="0">
                <a:solidFill>
                  <a:srgbClr val="0033B3"/>
                </a:solidFill>
                <a:latin typeface="Consolas" panose="020B0609020204030204" pitchFamily="49" charset="0"/>
              </a:rPr>
              <a:t>public abstract void </a:t>
            </a:r>
            <a:r>
              <a:rPr lang="zh-CN" altLang="zh-CN" sz="1400" dirty="0">
                <a:solidFill>
                  <a:srgbClr val="00627A"/>
                </a:solidFill>
                <a:latin typeface="Consolas" panose="020B0609020204030204" pitchFamily="49" charset="0"/>
              </a:rPr>
              <a:t>method1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  <a:t>();</a:t>
            </a:r>
            <a:b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</a:br>
            <a:b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</a:b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  <a:t>    </a:t>
            </a:r>
            <a:r>
              <a:rPr lang="zh-CN" altLang="zh-CN" sz="1400" dirty="0">
                <a:solidFill>
                  <a:srgbClr val="0033B3"/>
                </a:solidFill>
                <a:latin typeface="Consolas" panose="020B0609020204030204" pitchFamily="49" charset="0"/>
              </a:rPr>
              <a:t>public abstract void </a:t>
            </a:r>
            <a:r>
              <a:rPr lang="zh-CN" altLang="zh-CN" sz="1400" dirty="0">
                <a:solidFill>
                  <a:srgbClr val="00627A"/>
                </a:solidFill>
                <a:latin typeface="Consolas" panose="020B0609020204030204" pitchFamily="49" charset="0"/>
              </a:rPr>
              <a:t>method2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  <a:t>();</a:t>
            </a:r>
            <a:b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</a:br>
            <a:b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</a:b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  <a:t>}</a:t>
            </a:r>
            <a:endParaRPr lang="zh-CN" altLang="zh-CN" sz="2133" dirty="0">
              <a:latin typeface="Consolas" panose="020B0609020204030204" pitchFamily="49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7E71ECF6-3692-2E23-6025-D7E843374EB9}"/>
              </a:ext>
            </a:extLst>
          </p:cNvPr>
          <p:cNvSpPr txBox="1"/>
          <p:nvPr/>
        </p:nvSpPr>
        <p:spPr>
          <a:xfrm>
            <a:off x="6419462" y="2480235"/>
            <a:ext cx="202491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7200" dirty="0">
                <a:solidFill>
                  <a:srgbClr val="AD2B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规则</a:t>
            </a:r>
          </a:p>
        </p:txBody>
      </p:sp>
      <p:sp>
        <p:nvSpPr>
          <p:cNvPr id="30" name="TextBox 3">
            <a:extLst>
              <a:ext uri="{FF2B5EF4-FFF2-40B4-BE49-F238E27FC236}">
                <a16:creationId xmlns:a16="http://schemas.microsoft.com/office/drawing/2014/main" id="{EA75B9AC-9536-40B2-B20D-05DDE376B03B}"/>
              </a:ext>
            </a:extLst>
          </p:cNvPr>
          <p:cNvSpPr txBox="1"/>
          <p:nvPr/>
        </p:nvSpPr>
        <p:spPr>
          <a:xfrm>
            <a:off x="5227909" y="2280180"/>
            <a:ext cx="4127500" cy="1600438"/>
          </a:xfrm>
          <a:prstGeom prst="rect">
            <a:avLst/>
          </a:prstGeom>
          <a:solidFill>
            <a:srgbClr val="FFFFE4"/>
          </a:solidFill>
          <a:ln w="12700">
            <a:solidFill>
              <a:schemeClr val="tx1"/>
            </a:solidFill>
          </a:ln>
        </p:spPr>
        <p:txBody>
          <a:bodyPr>
            <a:spAutoFit/>
          </a:bodyPr>
          <a:lstStyle/>
          <a:p>
            <a:pPr>
              <a:defRPr/>
            </a:pPr>
            <a:r>
              <a:rPr lang="zh-CN" altLang="zh-CN" sz="1400" dirty="0">
                <a:solidFill>
                  <a:srgbClr val="0033B3"/>
                </a:solidFill>
                <a:latin typeface="Consolas" panose="020B0609020204030204" pitchFamily="49" charset="0"/>
              </a:rPr>
              <a:t>public abstract class 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Inter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  <a:t>{</a:t>
            </a:r>
            <a:b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</a:br>
            <a:b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</a:b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  <a:t>    </a:t>
            </a:r>
            <a:r>
              <a:rPr lang="zh-CN" altLang="zh-CN" sz="1400" dirty="0">
                <a:solidFill>
                  <a:srgbClr val="0033B3"/>
                </a:solidFill>
                <a:latin typeface="Consolas" panose="020B0609020204030204" pitchFamily="49" charset="0"/>
              </a:rPr>
              <a:t>public abstract void </a:t>
            </a:r>
            <a:r>
              <a:rPr lang="zh-CN" altLang="zh-CN" sz="1400" dirty="0">
                <a:solidFill>
                  <a:srgbClr val="00627A"/>
                </a:solidFill>
                <a:latin typeface="Consolas" panose="020B0609020204030204" pitchFamily="49" charset="0"/>
              </a:rPr>
              <a:t>method1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  <a:t>();</a:t>
            </a:r>
            <a:b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</a:br>
            <a:b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</a:b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  <a:t>    </a:t>
            </a:r>
            <a:r>
              <a:rPr lang="zh-CN" altLang="zh-CN" sz="1400" dirty="0">
                <a:solidFill>
                  <a:srgbClr val="0033B3"/>
                </a:solidFill>
                <a:latin typeface="Consolas" panose="020B0609020204030204" pitchFamily="49" charset="0"/>
              </a:rPr>
              <a:t>public abstract void </a:t>
            </a:r>
            <a:r>
              <a:rPr lang="zh-CN" altLang="zh-CN" sz="1400" dirty="0">
                <a:solidFill>
                  <a:srgbClr val="00627A"/>
                </a:solidFill>
                <a:latin typeface="Consolas" panose="020B0609020204030204" pitchFamily="49" charset="0"/>
              </a:rPr>
              <a:t>method2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  <a:t>();</a:t>
            </a:r>
            <a:b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</a:b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  <a:t>    </a:t>
            </a:r>
            <a:b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</a:b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  <a:t>}</a:t>
            </a:r>
            <a:endParaRPr lang="zh-CN" altLang="zh-CN" sz="2133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49089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 autoUpdateAnimBg="0"/>
      <p:bldP spid="30" grpId="0" animBg="1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764C089C-0935-5E44-B9F7-7E9F84DDB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 接口介绍</a:t>
            </a:r>
          </a:p>
        </p:txBody>
      </p:sp>
      <p:sp>
        <p:nvSpPr>
          <p:cNvPr id="24" name="文本占位符 3">
            <a:extLst>
              <a:ext uri="{FF2B5EF4-FFF2-40B4-BE49-F238E27FC236}">
                <a16:creationId xmlns:a16="http://schemas.microsoft.com/office/drawing/2014/main" id="{C4B8F0B7-B839-4DC0-8545-B40734C46EA9}"/>
              </a:ext>
            </a:extLst>
          </p:cNvPr>
          <p:cNvSpPr txBox="1">
            <a:spLocks/>
          </p:cNvSpPr>
          <p:nvPr/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kumimoji="1" lang="zh-CN" altLang="en-US" dirty="0">
              <a:latin typeface="Consolas" panose="020B0609020204030204" pitchFamily="49" charset="0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6D61A50F-D911-4FA9-828B-291F7FF1DF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6626" y="1075309"/>
            <a:ext cx="9758067" cy="883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228594" indent="-228594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接口：体现的思想是对规则的声明</a:t>
            </a:r>
            <a:endParaRPr lang="en-US" altLang="zh-CN" dirty="0">
              <a:solidFill>
                <a:schemeClr val="tx1">
                  <a:lumMod val="50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lvl="1">
              <a:lnSpc>
                <a:spcPct val="150000"/>
              </a:lnSpc>
              <a:defRPr/>
            </a:pPr>
            <a:r>
              <a:rPr lang="en-US" altLang="zh-CN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	Java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中的接口更多体现的是对行为的抽象</a:t>
            </a:r>
            <a:endParaRPr lang="en-US" altLang="zh-CN" dirty="0">
              <a:solidFill>
                <a:schemeClr val="tx1">
                  <a:lumMod val="50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668795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764C089C-0935-5E44-B9F7-7E9F84DDB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 接口介绍</a:t>
            </a:r>
            <a:endParaRPr kumimoji="1" lang="zh-CN" altLang="en-US" dirty="0"/>
          </a:p>
        </p:txBody>
      </p:sp>
      <p:sp>
        <p:nvSpPr>
          <p:cNvPr id="24" name="文本占位符 3">
            <a:extLst>
              <a:ext uri="{FF2B5EF4-FFF2-40B4-BE49-F238E27FC236}">
                <a16:creationId xmlns:a16="http://schemas.microsoft.com/office/drawing/2014/main" id="{C4B8F0B7-B839-4DC0-8545-B40734C46EA9}"/>
              </a:ext>
            </a:extLst>
          </p:cNvPr>
          <p:cNvSpPr txBox="1">
            <a:spLocks/>
          </p:cNvSpPr>
          <p:nvPr/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kumimoji="1" lang="zh-CN" altLang="en-US" dirty="0">
              <a:latin typeface="Consolas" panose="020B0609020204030204" pitchFamily="49" charset="0"/>
            </a:endParaRPr>
          </a:p>
        </p:txBody>
      </p:sp>
      <p:sp>
        <p:nvSpPr>
          <p:cNvPr id="19" name="文本占位符 3">
            <a:extLst>
              <a:ext uri="{FF2B5EF4-FFF2-40B4-BE49-F238E27FC236}">
                <a16:creationId xmlns:a16="http://schemas.microsoft.com/office/drawing/2014/main" id="{D8907797-63B9-4CBC-912B-49C37561B69A}"/>
              </a:ext>
            </a:extLst>
          </p:cNvPr>
          <p:cNvSpPr txBox="1">
            <a:spLocks/>
          </p:cNvSpPr>
          <p:nvPr/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kumimoji="1" lang="zh-CN" altLang="en-US" dirty="0">
              <a:solidFill>
                <a:srgbClr val="AD2B26"/>
              </a:solidFill>
              <a:latin typeface="Consolas" panose="020B0609020204030204" pitchFamily="49" charset="0"/>
            </a:endParaRPr>
          </a:p>
        </p:txBody>
      </p:sp>
      <p:sp>
        <p:nvSpPr>
          <p:cNvPr id="21" name="TextBox 4">
            <a:extLst>
              <a:ext uri="{FF2B5EF4-FFF2-40B4-BE49-F238E27FC236}">
                <a16:creationId xmlns:a16="http://schemas.microsoft.com/office/drawing/2014/main" id="{87BD20D3-40A2-46DE-820E-37F0FFE688BB}"/>
              </a:ext>
            </a:extLst>
          </p:cNvPr>
          <p:cNvSpPr txBox="1"/>
          <p:nvPr/>
        </p:nvSpPr>
        <p:spPr>
          <a:xfrm>
            <a:off x="576626" y="940081"/>
            <a:ext cx="7762875" cy="396538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268288" indent="-268288"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l"/>
              <a:defRPr/>
            </a:pP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接口用关键字</a:t>
            </a:r>
            <a:r>
              <a:rPr lang="en-US" altLang="zh-CN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interface</a:t>
            </a: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来定义</a:t>
            </a:r>
            <a:endParaRPr lang="en-US" altLang="zh-CN" sz="1600" dirty="0">
              <a:solidFill>
                <a:schemeClr val="tx1">
                  <a:lumMod val="50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lvl="1"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public </a:t>
            </a:r>
            <a:r>
              <a:rPr lang="en-US" altLang="zh-CN" sz="1600" b="1" dirty="0">
                <a:solidFill>
                  <a:srgbClr val="AD2B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interface</a:t>
            </a:r>
            <a:r>
              <a:rPr lang="en-US" altLang="zh-CN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接口名 </a:t>
            </a:r>
            <a:r>
              <a:rPr lang="en-US" altLang="zh-CN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{} </a:t>
            </a:r>
          </a:p>
          <a:p>
            <a:pPr marL="268288" indent="-268288"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l"/>
              <a:defRPr/>
            </a:pP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接口不能实例化</a:t>
            </a:r>
            <a:endParaRPr lang="en-US" altLang="zh-CN" sz="1600" dirty="0">
              <a:solidFill>
                <a:schemeClr val="tx1">
                  <a:lumMod val="50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268288" indent="-268288"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l"/>
              <a:defRPr/>
            </a:pP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接口和类之间是实现关系，通过</a:t>
            </a:r>
            <a:r>
              <a:rPr lang="en-US" altLang="zh-CN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implements</a:t>
            </a: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关键字表示</a:t>
            </a:r>
            <a:endParaRPr lang="en-US" altLang="zh-CN" sz="1600" dirty="0">
              <a:solidFill>
                <a:schemeClr val="tx1">
                  <a:lumMod val="50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lvl="1"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public class </a:t>
            </a: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类名 </a:t>
            </a:r>
            <a:r>
              <a:rPr lang="en-US" altLang="zh-CN" sz="1600" b="1" dirty="0">
                <a:solidFill>
                  <a:srgbClr val="AD2B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implements</a:t>
            </a:r>
            <a:r>
              <a:rPr lang="en-US" altLang="zh-CN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接口名 </a:t>
            </a:r>
            <a:r>
              <a:rPr lang="en-US" altLang="zh-CN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{}</a:t>
            </a:r>
          </a:p>
          <a:p>
            <a:pPr marL="268288" indent="-268288"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l"/>
              <a:defRPr/>
            </a:pP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接口的子类（实现类）</a:t>
            </a:r>
            <a:endParaRPr lang="en-US" altLang="zh-CN" sz="1600" dirty="0">
              <a:solidFill>
                <a:schemeClr val="tx1">
                  <a:lumMod val="50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lvl="1"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要么重写接口中的所有抽象方法</a:t>
            </a:r>
            <a:endParaRPr lang="en-US" altLang="zh-CN" sz="1600" dirty="0">
              <a:solidFill>
                <a:schemeClr val="tx1">
                  <a:lumMod val="50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lvl="1"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要么是抽象类</a:t>
            </a:r>
            <a:endParaRPr lang="en-US" altLang="zh-CN" sz="1600" dirty="0">
              <a:solidFill>
                <a:schemeClr val="tx1">
                  <a:lumMod val="50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678912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1005A7-508E-31D2-E0E2-3D5909949C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9A1BA714-073B-5C7C-8D35-4B15C168FA0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接口的思想是声明规则</a:t>
            </a:r>
            <a:endParaRPr lang="en-US" altLang="zh-CN" dirty="0">
              <a:solidFill>
                <a:schemeClr val="tx1">
                  <a:lumMod val="50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zh-CN" altLang="en-US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定义接口使用 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interface 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关键字</a:t>
            </a:r>
            <a:endParaRPr lang="en-US" altLang="zh-CN" dirty="0">
              <a:solidFill>
                <a:schemeClr val="tx1">
                  <a:lumMod val="50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zh-CN" altLang="en-US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类实现接口使用 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implements 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关键字</a:t>
            </a:r>
            <a:endParaRPr lang="en-US" altLang="zh-CN" dirty="0">
              <a:solidFill>
                <a:schemeClr val="tx1">
                  <a:lumMod val="50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zh-CN" altLang="en-US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接口的实现类要么重写所有抽象方法，要么是抽象类</a:t>
            </a:r>
            <a:endParaRPr lang="en-US" altLang="zh-CN" sz="1600" b="0" dirty="0">
              <a:solidFill>
                <a:schemeClr val="tx1">
                  <a:lumMod val="50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75284207-6629-8821-342E-3AED0D702A34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244475"/>
            <a:ext cx="8770938" cy="517525"/>
          </a:xfrm>
          <a:prstGeom prst="rect">
            <a:avLst/>
          </a:prstGeom>
        </p:spPr>
        <p:txBody>
          <a:bodyPr/>
          <a:lstStyle/>
          <a:p>
            <a:r>
              <a:rPr kumimoji="1" lang="zh-CN" alt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057056172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764C089C-0935-5E44-B9F7-7E9F84DDB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接口中的成员特点 </a:t>
            </a:r>
          </a:p>
        </p:txBody>
      </p:sp>
      <p:sp>
        <p:nvSpPr>
          <p:cNvPr id="24" name="文本占位符 3">
            <a:extLst>
              <a:ext uri="{FF2B5EF4-FFF2-40B4-BE49-F238E27FC236}">
                <a16:creationId xmlns:a16="http://schemas.microsoft.com/office/drawing/2014/main" id="{C4B8F0B7-B839-4DC0-8545-B40734C46EA9}"/>
              </a:ext>
            </a:extLst>
          </p:cNvPr>
          <p:cNvSpPr txBox="1">
            <a:spLocks/>
          </p:cNvSpPr>
          <p:nvPr/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kumimoji="1" lang="zh-CN" altLang="en-US" dirty="0">
              <a:latin typeface="Consolas" panose="020B0609020204030204" pitchFamily="49" charset="0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6D61A50F-D911-4FA9-828B-291F7FF1DF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6626" y="1088621"/>
            <a:ext cx="9758067" cy="33806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268288" indent="-268288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l"/>
              <a:defRPr/>
            </a:pP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成员变量</a:t>
            </a:r>
            <a:endParaRPr lang="en-US" altLang="zh-CN" sz="1600" dirty="0">
              <a:solidFill>
                <a:schemeClr val="tx1">
                  <a:lumMod val="50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lvl="1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只能是常量</a:t>
            </a:r>
            <a:br>
              <a:rPr lang="en-US" altLang="zh-CN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</a:b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默认修饰符：</a:t>
            </a:r>
            <a:r>
              <a:rPr lang="en-US" altLang="zh-CN" sz="1600" b="1" dirty="0">
                <a:solidFill>
                  <a:srgbClr val="C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public static final</a:t>
            </a:r>
            <a:endParaRPr lang="zh-CN" altLang="en-US" sz="1600" b="1" dirty="0">
              <a:solidFill>
                <a:srgbClr val="FF000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268288" indent="-268288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l"/>
              <a:defRPr/>
            </a:pP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构造方法</a:t>
            </a:r>
            <a:endParaRPr lang="en-US" altLang="zh-CN" sz="1600" dirty="0">
              <a:solidFill>
                <a:schemeClr val="tx1">
                  <a:lumMod val="50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lvl="1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没有</a:t>
            </a:r>
            <a:endParaRPr lang="en-US" altLang="zh-CN" sz="1600" dirty="0">
              <a:solidFill>
                <a:schemeClr val="tx1">
                  <a:lumMod val="50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268288" indent="-268288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l"/>
              <a:defRPr/>
            </a:pP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成员方法</a:t>
            </a:r>
            <a:endParaRPr lang="en-US" altLang="zh-CN" sz="1600" dirty="0">
              <a:solidFill>
                <a:schemeClr val="tx1">
                  <a:lumMod val="50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lvl="1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只能是抽象方法</a:t>
            </a:r>
            <a:endParaRPr lang="en-US" altLang="zh-CN" sz="1600" dirty="0">
              <a:solidFill>
                <a:schemeClr val="tx1">
                  <a:lumMod val="50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lvl="1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默认修饰符：</a:t>
            </a:r>
            <a:r>
              <a:rPr lang="en-US" altLang="zh-CN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public abstract</a:t>
            </a:r>
          </a:p>
          <a:p>
            <a:pPr lvl="1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600" b="1" dirty="0">
                <a:solidFill>
                  <a:srgbClr val="C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关于接口中的方法，</a:t>
            </a:r>
            <a:r>
              <a:rPr lang="en-US" altLang="zh-CN" sz="1600" b="1" dirty="0">
                <a:solidFill>
                  <a:srgbClr val="C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JDK8 </a:t>
            </a:r>
            <a:r>
              <a:rPr lang="zh-CN" altLang="en-US" sz="1600" b="1" dirty="0">
                <a:solidFill>
                  <a:srgbClr val="C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和 </a:t>
            </a:r>
            <a:r>
              <a:rPr lang="en-US" altLang="zh-CN" sz="1600" b="1" dirty="0">
                <a:solidFill>
                  <a:srgbClr val="C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JDK9 </a:t>
            </a:r>
            <a:r>
              <a:rPr lang="zh-CN" altLang="en-US" sz="1600" b="1" dirty="0">
                <a:solidFill>
                  <a:srgbClr val="C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中有一些新特性</a:t>
            </a:r>
          </a:p>
        </p:txBody>
      </p:sp>
    </p:spTree>
    <p:extLst>
      <p:ext uri="{BB962C8B-B14F-4D97-AF65-F5344CB8AC3E}">
        <p14:creationId xmlns:p14="http://schemas.microsoft.com/office/powerpoint/2010/main" val="14242025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590995-5108-3A4A-386B-921888A48F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4DB9A1B0-828A-7EBE-41D5-D91D82D7C3C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接口中的成员变量默认加入了哪三个关键字？</a:t>
            </a:r>
            <a:endParaRPr lang="en-US" altLang="zh-CN" dirty="0">
              <a:solidFill>
                <a:schemeClr val="tx1">
                  <a:lumMod val="50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en-US" altLang="zh-CN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	public static final</a:t>
            </a:r>
          </a:p>
          <a:p>
            <a:r>
              <a:rPr lang="zh-CN" altLang="en-US" sz="1600" b="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接口中的成员方法默认加入了哪两个关键字？</a:t>
            </a:r>
            <a:endParaRPr lang="en-US" altLang="zh-CN" sz="1600" b="0" dirty="0">
              <a:solidFill>
                <a:schemeClr val="tx1">
                  <a:lumMod val="50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en-US" altLang="zh-CN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	public abstract</a:t>
            </a: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7AFC39E0-1067-DC91-FFAB-63D12CF96A4C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244475"/>
            <a:ext cx="8770938" cy="517525"/>
          </a:xfrm>
          <a:prstGeom prst="rect">
            <a:avLst/>
          </a:prstGeom>
        </p:spPr>
        <p:txBody>
          <a:bodyPr/>
          <a:lstStyle/>
          <a:p>
            <a:r>
              <a:rPr kumimoji="1" lang="zh-CN" alt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918900374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764C089C-0935-5E44-B9F7-7E9F84DDB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>
                <a:solidFill>
                  <a:srgbClr val="AD2B26"/>
                </a:solidFill>
                <a:latin typeface="Consolas" panose="020B0609020204030204" pitchFamily="49" charset="0"/>
              </a:rPr>
              <a:t>类和接口之间的各种关系</a:t>
            </a:r>
            <a:r>
              <a:rPr kumimoji="1" lang="zh-CN" altLang="en-US" dirty="0"/>
              <a:t> </a:t>
            </a:r>
          </a:p>
        </p:txBody>
      </p:sp>
      <p:sp>
        <p:nvSpPr>
          <p:cNvPr id="24" name="文本占位符 3">
            <a:extLst>
              <a:ext uri="{FF2B5EF4-FFF2-40B4-BE49-F238E27FC236}">
                <a16:creationId xmlns:a16="http://schemas.microsoft.com/office/drawing/2014/main" id="{C4B8F0B7-B839-4DC0-8545-B40734C46EA9}"/>
              </a:ext>
            </a:extLst>
          </p:cNvPr>
          <p:cNvSpPr txBox="1">
            <a:spLocks/>
          </p:cNvSpPr>
          <p:nvPr/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kumimoji="1" lang="zh-CN" altLang="en-US" dirty="0">
              <a:latin typeface="Consolas" panose="020B0609020204030204" pitchFamily="49" charset="0"/>
            </a:endParaRPr>
          </a:p>
        </p:txBody>
      </p:sp>
      <p:sp>
        <p:nvSpPr>
          <p:cNvPr id="21" name="TextBox 4">
            <a:extLst>
              <a:ext uri="{FF2B5EF4-FFF2-40B4-BE49-F238E27FC236}">
                <a16:creationId xmlns:a16="http://schemas.microsoft.com/office/drawing/2014/main" id="{78FCF489-B9FE-4ADB-A6F4-3E52D6221AE5}"/>
              </a:ext>
            </a:extLst>
          </p:cNvPr>
          <p:cNvSpPr txBox="1"/>
          <p:nvPr/>
        </p:nvSpPr>
        <p:spPr>
          <a:xfrm>
            <a:off x="576626" y="1069302"/>
            <a:ext cx="8974296" cy="30112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68288" indent="-268288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l"/>
              <a:defRPr/>
            </a:pP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类和类的关系</a:t>
            </a:r>
            <a:endParaRPr lang="en-US" altLang="zh-CN" sz="1600" dirty="0">
              <a:solidFill>
                <a:schemeClr val="tx1">
                  <a:lumMod val="50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lvl="1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继承关系，只能单继承，但是可以多层继承</a:t>
            </a:r>
            <a:endParaRPr lang="en-US" altLang="zh-CN" sz="1600" dirty="0">
              <a:solidFill>
                <a:schemeClr val="tx1">
                  <a:lumMod val="50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lvl="1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600" dirty="0">
              <a:solidFill>
                <a:schemeClr val="tx1">
                  <a:lumMod val="50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268288" indent="-268288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l"/>
              <a:defRPr/>
            </a:pP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类和接口的关系</a:t>
            </a:r>
            <a:endParaRPr lang="en-US" altLang="zh-CN" sz="1600" dirty="0">
              <a:solidFill>
                <a:schemeClr val="tx1">
                  <a:lumMod val="50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lvl="1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实现关系，可以单实现，也可以多实现，还可以在继承一个类的同时实现多个接口</a:t>
            </a:r>
            <a:endParaRPr lang="en-US" altLang="zh-CN" sz="1600" dirty="0">
              <a:solidFill>
                <a:schemeClr val="tx1">
                  <a:lumMod val="50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lvl="1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US" altLang="zh-CN" sz="1600" dirty="0">
              <a:solidFill>
                <a:schemeClr val="tx1">
                  <a:lumMod val="50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268288" indent="-268288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l"/>
              <a:defRPr/>
            </a:pP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接口和接口的关系</a:t>
            </a:r>
            <a:endParaRPr lang="en-US" altLang="zh-CN" sz="1600" dirty="0">
              <a:solidFill>
                <a:schemeClr val="tx1">
                  <a:lumMod val="50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lvl="1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继承关系，可以单继承，也可以多继承</a:t>
            </a:r>
            <a:endParaRPr lang="zh-CN" altLang="en-US" sz="1600" b="1" dirty="0">
              <a:solidFill>
                <a:schemeClr val="tx1">
                  <a:lumMod val="50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620570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2E3776-5F5D-FE60-A470-A62BF16925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9F8E3DAF-778D-D1E4-BA33-966E298ADE7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类和接口之间可以产生什么关系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?</a:t>
            </a:r>
          </a:p>
          <a:p>
            <a:r>
              <a:rPr lang="en-US" altLang="zh-CN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	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实现关系，可以单实现也可以多实现</a:t>
            </a:r>
            <a:endParaRPr lang="en-US" altLang="zh-CN" dirty="0">
              <a:solidFill>
                <a:schemeClr val="tx1">
                  <a:lumMod val="50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zh-CN" altLang="en-US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接口和接口之间可以产生什么关系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?</a:t>
            </a:r>
          </a:p>
          <a:p>
            <a:r>
              <a:rPr lang="en-US" altLang="zh-CN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	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继承关系，可以单继承也可以多继承</a:t>
            </a:r>
            <a:endParaRPr lang="en-US" altLang="zh-CN" dirty="0">
              <a:solidFill>
                <a:schemeClr val="tx1">
                  <a:lumMod val="50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264239A0-7572-08FE-246B-57B89B4640C7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244475"/>
            <a:ext cx="8770938" cy="517525"/>
          </a:xfrm>
          <a:prstGeom prst="rect">
            <a:avLst/>
          </a:prstGeom>
        </p:spPr>
        <p:txBody>
          <a:bodyPr/>
          <a:lstStyle/>
          <a:p>
            <a:r>
              <a:rPr kumimoji="1" lang="zh-CN" alt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959418040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764C089C-0935-5E44-B9F7-7E9F84DDB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>
                <a:solidFill>
                  <a:srgbClr val="AD2B26"/>
                </a:solidFill>
                <a:latin typeface="Consolas" panose="020B0609020204030204" pitchFamily="49" charset="0"/>
              </a:rPr>
              <a:t>抽象类和接口的对比</a:t>
            </a:r>
            <a:endParaRPr kumimoji="1" lang="zh-CN" altLang="en-US" dirty="0"/>
          </a:p>
        </p:txBody>
      </p:sp>
      <p:sp>
        <p:nvSpPr>
          <p:cNvPr id="24" name="文本占位符 3">
            <a:extLst>
              <a:ext uri="{FF2B5EF4-FFF2-40B4-BE49-F238E27FC236}">
                <a16:creationId xmlns:a16="http://schemas.microsoft.com/office/drawing/2014/main" id="{C4B8F0B7-B839-4DC0-8545-B40734C46EA9}"/>
              </a:ext>
            </a:extLst>
          </p:cNvPr>
          <p:cNvSpPr txBox="1">
            <a:spLocks/>
          </p:cNvSpPr>
          <p:nvPr/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kumimoji="1" lang="zh-CN" altLang="en-US" dirty="0">
              <a:latin typeface="Consolas" panose="020B0609020204030204" pitchFamily="49" charset="0"/>
            </a:endParaRPr>
          </a:p>
        </p:txBody>
      </p:sp>
      <p:sp>
        <p:nvSpPr>
          <p:cNvPr id="21" name="TextBox 4">
            <a:extLst>
              <a:ext uri="{FF2B5EF4-FFF2-40B4-BE49-F238E27FC236}">
                <a16:creationId xmlns:a16="http://schemas.microsoft.com/office/drawing/2014/main" id="{78FCF489-B9FE-4ADB-A6F4-3E52D6221AE5}"/>
              </a:ext>
            </a:extLst>
          </p:cNvPr>
          <p:cNvSpPr txBox="1"/>
          <p:nvPr/>
        </p:nvSpPr>
        <p:spPr>
          <a:xfrm>
            <a:off x="576626" y="1198676"/>
            <a:ext cx="6240426" cy="41192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68288" indent="-268288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l"/>
              <a:defRPr/>
            </a:pP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成员变量 </a:t>
            </a:r>
            <a:r>
              <a:rPr lang="en-US" altLang="zh-CN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:</a:t>
            </a:r>
          </a:p>
          <a:p>
            <a:pPr lvl="1">
              <a:lnSpc>
                <a:spcPct val="150000"/>
              </a:lnSpc>
              <a:defRPr/>
            </a:pP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抽象类</a:t>
            </a:r>
            <a:r>
              <a:rPr lang="en-US" altLang="zh-CN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: </a:t>
            </a: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可以定义变量</a:t>
            </a:r>
            <a:r>
              <a:rPr lang="en-US" altLang="zh-CN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, </a:t>
            </a: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也可以定义常量</a:t>
            </a:r>
            <a:endParaRPr lang="en-US" altLang="zh-CN" sz="1600" dirty="0">
              <a:solidFill>
                <a:schemeClr val="tx1">
                  <a:lumMod val="50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lvl="1">
              <a:lnSpc>
                <a:spcPct val="150000"/>
              </a:lnSpc>
              <a:defRPr/>
            </a:pP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接口 </a:t>
            </a:r>
            <a:r>
              <a:rPr lang="en-US" altLang="zh-CN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: </a:t>
            </a: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只能定义常量 </a:t>
            </a:r>
            <a:endParaRPr lang="en-US" altLang="zh-CN" sz="1600" dirty="0">
              <a:solidFill>
                <a:schemeClr val="tx1">
                  <a:lumMod val="50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lvl="1">
              <a:lnSpc>
                <a:spcPct val="150000"/>
              </a:lnSpc>
              <a:defRPr/>
            </a:pPr>
            <a:endParaRPr lang="zh-CN" altLang="en-US" sz="1600" dirty="0">
              <a:solidFill>
                <a:schemeClr val="tx1">
                  <a:lumMod val="50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268288" indent="-268288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l"/>
              <a:defRPr/>
            </a:pP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成员方法</a:t>
            </a:r>
            <a:endParaRPr lang="en-US" altLang="zh-CN" sz="1600" dirty="0">
              <a:solidFill>
                <a:schemeClr val="tx1">
                  <a:lumMod val="50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lvl="1">
              <a:lnSpc>
                <a:spcPct val="150000"/>
              </a:lnSpc>
              <a:defRPr/>
            </a:pP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抽象类 </a:t>
            </a:r>
            <a:r>
              <a:rPr lang="en-US" altLang="zh-CN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: </a:t>
            </a: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可以是定义具体方法</a:t>
            </a:r>
            <a:r>
              <a:rPr lang="en-US" altLang="zh-CN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, </a:t>
            </a: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也可以定义抽象方法</a:t>
            </a:r>
            <a:endParaRPr lang="en-US" altLang="zh-CN" sz="1600" dirty="0">
              <a:solidFill>
                <a:schemeClr val="tx1">
                  <a:lumMod val="50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lvl="1">
              <a:lnSpc>
                <a:spcPct val="150000"/>
              </a:lnSpc>
              <a:defRPr/>
            </a:pP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接口 </a:t>
            </a:r>
            <a:r>
              <a:rPr lang="en-US" altLang="zh-CN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: </a:t>
            </a: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只能定义抽象方法</a:t>
            </a:r>
            <a:endParaRPr lang="en-US" altLang="zh-CN" sz="1600" dirty="0">
              <a:solidFill>
                <a:schemeClr val="tx1">
                  <a:lumMod val="50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lvl="1">
              <a:lnSpc>
                <a:spcPct val="150000"/>
              </a:lnSpc>
              <a:defRPr/>
            </a:pPr>
            <a:endParaRPr lang="en-US" altLang="zh-CN" sz="1600" dirty="0">
              <a:solidFill>
                <a:schemeClr val="tx1">
                  <a:lumMod val="50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268288" indent="-268288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l"/>
              <a:defRPr/>
            </a:pP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构造方法</a:t>
            </a:r>
            <a:endParaRPr lang="en-US" altLang="zh-CN" sz="1600" dirty="0">
              <a:solidFill>
                <a:schemeClr val="tx1">
                  <a:lumMod val="50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lvl="1">
              <a:lnSpc>
                <a:spcPct val="150000"/>
              </a:lnSpc>
              <a:defRPr/>
            </a:pP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抽象类 </a:t>
            </a:r>
            <a:r>
              <a:rPr lang="en-US" altLang="zh-CN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: </a:t>
            </a: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有</a:t>
            </a:r>
            <a:endParaRPr lang="en-US" altLang="zh-CN" sz="1600" dirty="0">
              <a:solidFill>
                <a:schemeClr val="tx1">
                  <a:lumMod val="50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lvl="1">
              <a:lnSpc>
                <a:spcPct val="150000"/>
              </a:lnSpc>
              <a:defRPr/>
            </a:pP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接口 </a:t>
            </a:r>
            <a:r>
              <a:rPr lang="en-US" altLang="zh-CN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: </a:t>
            </a: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没有</a:t>
            </a:r>
            <a:endParaRPr lang="en-US" altLang="zh-CN" sz="1600" dirty="0">
              <a:solidFill>
                <a:schemeClr val="tx1">
                  <a:lumMod val="50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901313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文本占位符 3">
            <a:extLst>
              <a:ext uri="{FF2B5EF4-FFF2-40B4-BE49-F238E27FC236}">
                <a16:creationId xmlns:a16="http://schemas.microsoft.com/office/drawing/2014/main" id="{C4B8F0B7-B839-4DC0-8545-B40734C46EA9}"/>
              </a:ext>
            </a:extLst>
          </p:cNvPr>
          <p:cNvSpPr txBox="1">
            <a:spLocks/>
          </p:cNvSpPr>
          <p:nvPr/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kumimoji="1" lang="zh-CN" altLang="en-US" dirty="0">
              <a:latin typeface="Consolas" panose="020B0609020204030204" pitchFamily="49" charset="0"/>
            </a:endParaRPr>
          </a:p>
        </p:txBody>
      </p:sp>
      <p:sp>
        <p:nvSpPr>
          <p:cNvPr id="19" name="文本占位符 3">
            <a:extLst>
              <a:ext uri="{FF2B5EF4-FFF2-40B4-BE49-F238E27FC236}">
                <a16:creationId xmlns:a16="http://schemas.microsoft.com/office/drawing/2014/main" id="{D8907797-63B9-4CBC-912B-49C37561B69A}"/>
              </a:ext>
            </a:extLst>
          </p:cNvPr>
          <p:cNvSpPr txBox="1">
            <a:spLocks/>
          </p:cNvSpPr>
          <p:nvPr/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kumimoji="1" lang="zh-CN" altLang="en-US" dirty="0">
              <a:solidFill>
                <a:srgbClr val="AD2B26"/>
              </a:solidFill>
              <a:latin typeface="Consolas" panose="020B0609020204030204" pitchFamily="49" charset="0"/>
            </a:endParaRPr>
          </a:p>
        </p:txBody>
      </p:sp>
      <p:pic>
        <p:nvPicPr>
          <p:cNvPr id="2" name="Picture 4">
            <a:extLst>
              <a:ext uri="{FF2B5EF4-FFF2-40B4-BE49-F238E27FC236}">
                <a16:creationId xmlns:a16="http://schemas.microsoft.com/office/drawing/2014/main" id="{2E590662-7E56-198A-4A0E-6A037FAC14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6563" b="99063" l="2969" r="96563">
                        <a14:foregroundMark x1="57813" y1="12188" x2="56875" y2="32969"/>
                        <a14:foregroundMark x1="62813" y1="8281" x2="51094" y2="31875"/>
                        <a14:foregroundMark x1="51094" y1="31875" x2="48906" y2="6563"/>
                        <a14:foregroundMark x1="48906" y1="6563" x2="64688" y2="25000"/>
                        <a14:foregroundMark x1="64688" y1="25000" x2="56250" y2="34688"/>
                        <a14:foregroundMark x1="38125" y1="18438" x2="37031" y2="43594"/>
                        <a14:foregroundMark x1="37344" y1="39688" x2="47031" y2="45938"/>
                        <a14:foregroundMark x1="46719" y1="25156" x2="58906" y2="38125"/>
                        <a14:foregroundMark x1="58906" y1="38125" x2="69063" y2="25313"/>
                        <a14:foregroundMark x1="69063" y1="25313" x2="68281" y2="42031"/>
                        <a14:foregroundMark x1="68281" y1="42031" x2="67188" y2="44531"/>
                        <a14:foregroundMark x1="74063" y1="21719" x2="74063" y2="27656"/>
                        <a14:foregroundMark x1="72031" y1="16406" x2="72344" y2="20781"/>
                        <a14:foregroundMark x1="64531" y1="59062" x2="39219" y2="87969"/>
                        <a14:foregroundMark x1="39219" y1="87969" x2="16406" y2="92969"/>
                        <a14:foregroundMark x1="16406" y1="92969" x2="47969" y2="95781"/>
                        <a14:foregroundMark x1="47969" y1="95781" x2="71406" y2="93438"/>
                        <a14:foregroundMark x1="79688" y1="53750" x2="81250" y2="69844"/>
                        <a14:foregroundMark x1="81250" y1="69844" x2="80938" y2="70938"/>
                        <a14:foregroundMark x1="92500" y1="83281" x2="90313" y2="80938"/>
                        <a14:foregroundMark x1="96250" y1="80313" x2="96563" y2="83594"/>
                        <a14:foregroundMark x1="80625" y1="95781" x2="80625" y2="99063"/>
                        <a14:foregroundMark x1="5625" y1="90781" x2="2969" y2="9218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2260" y="1575230"/>
            <a:ext cx="1369846" cy="13698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>
            <a:extLst>
              <a:ext uri="{FF2B5EF4-FFF2-40B4-BE49-F238E27FC236}">
                <a16:creationId xmlns:a16="http://schemas.microsoft.com/office/drawing/2014/main" id="{C4EDFFA1-4899-1326-832C-5188DCC211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574" y="3260659"/>
            <a:ext cx="1304532" cy="13045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3">
            <a:extLst>
              <a:ext uri="{FF2B5EF4-FFF2-40B4-BE49-F238E27FC236}">
                <a16:creationId xmlns:a16="http://schemas.microsoft.com/office/drawing/2014/main" id="{B5D299A7-7484-CDC4-649B-0E07F2CF4D10}"/>
              </a:ext>
            </a:extLst>
          </p:cNvPr>
          <p:cNvSpPr txBox="1"/>
          <p:nvPr/>
        </p:nvSpPr>
        <p:spPr>
          <a:xfrm>
            <a:off x="2090434" y="1890821"/>
            <a:ext cx="4555940" cy="738664"/>
          </a:xfrm>
          <a:prstGeom prst="rect">
            <a:avLst/>
          </a:prstGeom>
          <a:solidFill>
            <a:srgbClr val="FFFFE4"/>
          </a:solidFill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项目经理类 </a:t>
            </a:r>
            <a:r>
              <a:rPr lang="en-US" altLang="zh-CN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	</a:t>
            </a:r>
            <a:r>
              <a:rPr lang="zh-CN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成员变量</a:t>
            </a:r>
            <a:r>
              <a:rPr lang="en-US" altLang="zh-CN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: </a:t>
            </a:r>
            <a:r>
              <a:rPr lang="zh-CN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姓名</a:t>
            </a:r>
            <a:r>
              <a:rPr lang="en-US" altLang="zh-CN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, </a:t>
            </a:r>
            <a:r>
              <a:rPr lang="zh-CN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年龄</a:t>
            </a:r>
            <a:r>
              <a:rPr lang="en-US" altLang="zh-CN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, </a:t>
            </a:r>
            <a:r>
              <a:rPr lang="zh-CN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工资</a:t>
            </a:r>
            <a:r>
              <a:rPr lang="en-US" altLang="zh-CN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, </a:t>
            </a:r>
            <a:r>
              <a:rPr lang="zh-CN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奖金</a:t>
            </a:r>
            <a:endParaRPr lang="en-US" altLang="zh-CN" sz="1400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	</a:t>
            </a:r>
            <a:r>
              <a:rPr lang="zh-CN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成员方法 </a:t>
            </a:r>
            <a:r>
              <a:rPr lang="en-US" altLang="zh-CN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: </a:t>
            </a:r>
            <a:r>
              <a:rPr lang="zh-CN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工作 </a:t>
            </a:r>
            <a:r>
              <a:rPr lang="en-US" altLang="zh-CN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</a:t>
            </a:r>
            <a:r>
              <a:rPr lang="zh-CN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项目管理</a:t>
            </a:r>
            <a:r>
              <a:rPr lang="en-US" altLang="zh-CN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, </a:t>
            </a:r>
            <a:r>
              <a:rPr lang="zh-CN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人员管理</a:t>
            </a:r>
            <a:r>
              <a:rPr lang="en-US" altLang="zh-CN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)</a:t>
            </a:r>
            <a:endParaRPr kumimoji="0" lang="zh-CN" altLang="zh-CN" sz="2000" b="0" i="0" u="none" strike="noStrike" cap="none" normalizeH="0" baseline="0" dirty="0">
              <a:ln>
                <a:noFill/>
              </a:ln>
              <a:solidFill>
                <a:schemeClr val="tx1">
                  <a:lumMod val="95000"/>
                  <a:lumOff val="5000"/>
                </a:schemeClr>
              </a:solidFill>
              <a:effectLst/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" name="TextBox 3">
            <a:extLst>
              <a:ext uri="{FF2B5EF4-FFF2-40B4-BE49-F238E27FC236}">
                <a16:creationId xmlns:a16="http://schemas.microsoft.com/office/drawing/2014/main" id="{ECB73E9D-AEF9-3644-5F71-803D5E1ABED5}"/>
              </a:ext>
            </a:extLst>
          </p:cNvPr>
          <p:cNvSpPr txBox="1"/>
          <p:nvPr/>
        </p:nvSpPr>
        <p:spPr>
          <a:xfrm>
            <a:off x="2090434" y="3599392"/>
            <a:ext cx="4555940" cy="738664"/>
          </a:xfrm>
          <a:prstGeom prst="rect">
            <a:avLst/>
          </a:prstGeom>
          <a:solidFill>
            <a:srgbClr val="FFFFE4"/>
          </a:solidFill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程序员类 </a:t>
            </a:r>
            <a:r>
              <a:rPr lang="en-US" altLang="zh-CN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	</a:t>
            </a:r>
            <a:r>
              <a:rPr lang="zh-CN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成员变量</a:t>
            </a:r>
            <a:r>
              <a:rPr lang="en-US" altLang="zh-CN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: </a:t>
            </a:r>
            <a:r>
              <a:rPr lang="zh-CN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姓名</a:t>
            </a:r>
            <a:r>
              <a:rPr lang="en-US" altLang="zh-CN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, </a:t>
            </a:r>
            <a:r>
              <a:rPr lang="zh-CN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年龄</a:t>
            </a:r>
            <a:r>
              <a:rPr lang="en-US" altLang="zh-CN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, </a:t>
            </a:r>
            <a:r>
              <a:rPr lang="zh-CN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工资</a:t>
            </a:r>
            <a:endParaRPr lang="en-US" altLang="zh-CN" sz="1400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	</a:t>
            </a:r>
            <a:r>
              <a:rPr lang="zh-CN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成员方法 </a:t>
            </a:r>
            <a:r>
              <a:rPr lang="en-US" altLang="zh-CN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: </a:t>
            </a:r>
            <a:r>
              <a:rPr lang="zh-CN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工作 </a:t>
            </a:r>
            <a:r>
              <a:rPr lang="en-US" altLang="zh-CN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</a:t>
            </a:r>
            <a:r>
              <a:rPr lang="zh-CN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写代码</a:t>
            </a:r>
            <a:r>
              <a:rPr lang="en-US" altLang="zh-CN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, </a:t>
            </a:r>
            <a:r>
              <a:rPr lang="zh-CN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改</a:t>
            </a:r>
            <a:r>
              <a:rPr lang="en-US" altLang="zh-CN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Bug)</a:t>
            </a:r>
            <a:endParaRPr kumimoji="0" lang="zh-CN" altLang="zh-CN" sz="2000" b="0" i="0" u="none" strike="noStrike" cap="none" normalizeH="0" baseline="0" dirty="0">
              <a:ln>
                <a:noFill/>
              </a:ln>
              <a:solidFill>
                <a:schemeClr val="tx1">
                  <a:lumMod val="95000"/>
                  <a:lumOff val="5000"/>
                </a:schemeClr>
              </a:solidFill>
              <a:effectLst/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TextBox 3">
            <a:extLst>
              <a:ext uri="{FF2B5EF4-FFF2-40B4-BE49-F238E27FC236}">
                <a16:creationId xmlns:a16="http://schemas.microsoft.com/office/drawing/2014/main" id="{610C1CFF-0B6A-5B72-221C-B0962B440C50}"/>
              </a:ext>
            </a:extLst>
          </p:cNvPr>
          <p:cNvSpPr txBox="1"/>
          <p:nvPr/>
        </p:nvSpPr>
        <p:spPr>
          <a:xfrm>
            <a:off x="2090434" y="5321156"/>
            <a:ext cx="4555940" cy="738664"/>
          </a:xfrm>
          <a:prstGeom prst="rect">
            <a:avLst/>
          </a:prstGeom>
          <a:solidFill>
            <a:srgbClr val="FFFFE4"/>
          </a:solidFill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人事类 </a:t>
            </a:r>
            <a:r>
              <a:rPr lang="en-US" altLang="zh-CN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	</a:t>
            </a:r>
            <a:r>
              <a:rPr lang="zh-CN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成员变量</a:t>
            </a:r>
            <a:r>
              <a:rPr lang="en-US" altLang="zh-CN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: </a:t>
            </a:r>
            <a:r>
              <a:rPr lang="zh-CN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姓名</a:t>
            </a:r>
            <a:r>
              <a:rPr lang="en-US" altLang="zh-CN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, </a:t>
            </a:r>
            <a:r>
              <a:rPr lang="zh-CN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年龄</a:t>
            </a:r>
            <a:r>
              <a:rPr lang="en-US" altLang="zh-CN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, </a:t>
            </a:r>
            <a:r>
              <a:rPr lang="zh-CN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工资</a:t>
            </a:r>
            <a:endParaRPr lang="en-US" altLang="zh-CN" sz="1400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	</a:t>
            </a:r>
            <a:r>
              <a:rPr lang="zh-CN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成员方法 </a:t>
            </a:r>
            <a:r>
              <a:rPr lang="en-US" altLang="zh-CN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: </a:t>
            </a:r>
            <a:r>
              <a:rPr lang="zh-CN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工作 </a:t>
            </a:r>
            <a:r>
              <a:rPr lang="en-US" altLang="zh-CN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</a:t>
            </a:r>
            <a:r>
              <a:rPr lang="zh-CN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人才招聘</a:t>
            </a:r>
            <a:r>
              <a:rPr lang="en-US" altLang="zh-CN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)</a:t>
            </a:r>
            <a:endParaRPr kumimoji="0" lang="zh-CN" altLang="zh-CN" sz="2000" b="0" i="0" u="none" strike="noStrike" cap="none" normalizeH="0" baseline="0" dirty="0">
              <a:ln>
                <a:noFill/>
              </a:ln>
              <a:solidFill>
                <a:schemeClr val="tx1">
                  <a:lumMod val="95000"/>
                  <a:lumOff val="5000"/>
                </a:schemeClr>
              </a:solidFill>
              <a:effectLst/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24AA331E-2C1E-0E0B-2FF9-F371B11985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8000" b="96200" l="10000" r="90000">
                        <a14:foregroundMark x1="53800" y1="8200" x2="54600" y2="9600"/>
                        <a14:foregroundMark x1="51800" y1="92600" x2="50200" y2="96200"/>
                        <a14:foregroundMark x1="57800" y1="91800" x2="58400" y2="954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5100" y="4717377"/>
            <a:ext cx="1697006" cy="16970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标题 8">
            <a:extLst>
              <a:ext uri="{FF2B5EF4-FFF2-40B4-BE49-F238E27FC236}">
                <a16:creationId xmlns:a16="http://schemas.microsoft.com/office/drawing/2014/main" id="{FAAA9E9E-7CA0-4FEB-984D-4A2A411799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>
                <a:solidFill>
                  <a:srgbClr val="AD2B26"/>
                </a:solidFill>
                <a:latin typeface="Consolas" panose="020B0609020204030204" pitchFamily="49" charset="0"/>
              </a:rPr>
              <a:t>抽象类的应用场景</a:t>
            </a:r>
            <a:endParaRPr lang="zh-CN" altLang="en-US" dirty="0"/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44E13607-0499-3CEB-E806-9FD6E0971C64}"/>
              </a:ext>
            </a:extLst>
          </p:cNvPr>
          <p:cNvSpPr/>
          <p:nvPr/>
        </p:nvSpPr>
        <p:spPr>
          <a:xfrm>
            <a:off x="7175240" y="1890821"/>
            <a:ext cx="4109936" cy="4267383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E4BAF46-7BA0-30A8-0985-8CA4947E7D8F}"/>
              </a:ext>
            </a:extLst>
          </p:cNvPr>
          <p:cNvSpPr txBox="1"/>
          <p:nvPr/>
        </p:nvSpPr>
        <p:spPr>
          <a:xfrm>
            <a:off x="7535647" y="2298745"/>
            <a:ext cx="215885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2000" dirty="0">
                <a:solidFill>
                  <a:srgbClr val="F9F9F9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员工类 </a:t>
            </a:r>
            <a:r>
              <a:rPr lang="en-US" altLang="zh-CN" sz="2000" dirty="0">
                <a:solidFill>
                  <a:srgbClr val="F9F9F9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: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6D4EB0C4-FA74-D3A6-4A75-7C9A802DCB0E}"/>
              </a:ext>
            </a:extLst>
          </p:cNvPr>
          <p:cNvSpPr txBox="1"/>
          <p:nvPr/>
        </p:nvSpPr>
        <p:spPr>
          <a:xfrm>
            <a:off x="7942707" y="3091560"/>
            <a:ext cx="215885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2000" dirty="0">
                <a:solidFill>
                  <a:srgbClr val="F9F9F9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姓名</a:t>
            </a:r>
            <a:endParaRPr lang="en-US" altLang="zh-CN" sz="2000" dirty="0">
              <a:solidFill>
                <a:srgbClr val="F9F9F9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l"/>
            <a:r>
              <a:rPr lang="zh-CN" altLang="en-US" sz="2000" dirty="0">
                <a:solidFill>
                  <a:srgbClr val="F9F9F9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年龄</a:t>
            </a:r>
            <a:endParaRPr lang="en-US" altLang="zh-CN" sz="2000" dirty="0">
              <a:solidFill>
                <a:srgbClr val="F9F9F9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l"/>
            <a:r>
              <a:rPr lang="zh-CN" altLang="en-US" sz="2000" dirty="0">
                <a:solidFill>
                  <a:srgbClr val="F9F9F9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工资</a:t>
            </a:r>
            <a:endParaRPr lang="en-US" altLang="zh-CN" sz="2000" dirty="0">
              <a:solidFill>
                <a:srgbClr val="F9F9F9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95EE33F1-569F-5A9A-DECD-4A33BAFEECB7}"/>
              </a:ext>
            </a:extLst>
          </p:cNvPr>
          <p:cNvSpPr txBox="1"/>
          <p:nvPr/>
        </p:nvSpPr>
        <p:spPr>
          <a:xfrm>
            <a:off x="7942707" y="4387282"/>
            <a:ext cx="27968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2000" dirty="0">
                <a:solidFill>
                  <a:srgbClr val="F9F9F9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工作方法 </a:t>
            </a:r>
            <a:r>
              <a:rPr lang="en-US" altLang="zh-CN" sz="2000" dirty="0">
                <a:solidFill>
                  <a:srgbClr val="F9F9F9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(Work) ??? 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110118D1-1753-0F1A-A2C5-C54CA18F4783}"/>
              </a:ext>
            </a:extLst>
          </p:cNvPr>
          <p:cNvSpPr txBox="1"/>
          <p:nvPr/>
        </p:nvSpPr>
        <p:spPr>
          <a:xfrm>
            <a:off x="9341121" y="4873913"/>
            <a:ext cx="13051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2000" dirty="0">
                <a:solidFill>
                  <a:srgbClr val="F9F9F9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抽象方法</a:t>
            </a:r>
            <a:endParaRPr lang="en-US" altLang="zh-CN" sz="2000" dirty="0">
              <a:solidFill>
                <a:srgbClr val="F9F9F9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965195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2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2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2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5" grpId="0" animBg="1"/>
      <p:bldP spid="6" grpId="0" animBg="1"/>
      <p:bldP spid="7" grpId="0" animBg="1"/>
      <p:bldP spid="12" grpId="0" animBg="1"/>
      <p:bldP spid="13" grpId="0"/>
      <p:bldP spid="14" grpId="0"/>
      <p:bldP spid="15" grpId="0"/>
      <p:bldP spid="16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764C089C-0935-5E44-B9F7-7E9F84DDB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>
                <a:solidFill>
                  <a:srgbClr val="AD2B26"/>
                </a:solidFill>
                <a:latin typeface="Consolas" panose="020B0609020204030204" pitchFamily="49" charset="0"/>
              </a:rPr>
              <a:t>接口的应用场景</a:t>
            </a:r>
          </a:p>
        </p:txBody>
      </p:sp>
      <p:sp>
        <p:nvSpPr>
          <p:cNvPr id="24" name="文本占位符 3">
            <a:extLst>
              <a:ext uri="{FF2B5EF4-FFF2-40B4-BE49-F238E27FC236}">
                <a16:creationId xmlns:a16="http://schemas.microsoft.com/office/drawing/2014/main" id="{C4B8F0B7-B839-4DC0-8545-B40734C46EA9}"/>
              </a:ext>
            </a:extLst>
          </p:cNvPr>
          <p:cNvSpPr txBox="1">
            <a:spLocks/>
          </p:cNvSpPr>
          <p:nvPr/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kumimoji="1" lang="zh-CN" altLang="en-US" dirty="0">
              <a:latin typeface="Consolas" panose="020B0609020204030204" pitchFamily="49" charset="0"/>
            </a:endParaRPr>
          </a:p>
        </p:txBody>
      </p:sp>
      <p:sp>
        <p:nvSpPr>
          <p:cNvPr id="11" name="TextBox 4">
            <a:extLst>
              <a:ext uri="{FF2B5EF4-FFF2-40B4-BE49-F238E27FC236}">
                <a16:creationId xmlns:a16="http://schemas.microsoft.com/office/drawing/2014/main" id="{057FC2CD-93D1-2EA9-FCE9-1AD22EA5BE88}"/>
              </a:ext>
            </a:extLst>
          </p:cNvPr>
          <p:cNvSpPr txBox="1"/>
          <p:nvPr/>
        </p:nvSpPr>
        <p:spPr>
          <a:xfrm>
            <a:off x="576626" y="940081"/>
            <a:ext cx="8974296" cy="4259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接口可以为程序制定规则，代码更加规范</a:t>
            </a:r>
          </a:p>
        </p:txBody>
      </p:sp>
    </p:spTree>
    <p:extLst>
      <p:ext uri="{BB962C8B-B14F-4D97-AF65-F5344CB8AC3E}">
        <p14:creationId xmlns:p14="http://schemas.microsoft.com/office/powerpoint/2010/main" val="5575176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764C089C-0935-5E44-B9F7-7E9F84DDB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>
                <a:solidFill>
                  <a:srgbClr val="AD2B26"/>
                </a:solidFill>
                <a:latin typeface="Consolas" panose="020B0609020204030204" pitchFamily="49" charset="0"/>
              </a:rPr>
              <a:t>接口的应用场景</a:t>
            </a:r>
            <a:endParaRPr kumimoji="1" lang="zh-CN" altLang="en-US" dirty="0"/>
          </a:p>
        </p:txBody>
      </p:sp>
      <p:sp>
        <p:nvSpPr>
          <p:cNvPr id="24" name="文本占位符 3">
            <a:extLst>
              <a:ext uri="{FF2B5EF4-FFF2-40B4-BE49-F238E27FC236}">
                <a16:creationId xmlns:a16="http://schemas.microsoft.com/office/drawing/2014/main" id="{C4B8F0B7-B839-4DC0-8545-B40734C46EA9}"/>
              </a:ext>
            </a:extLst>
          </p:cNvPr>
          <p:cNvSpPr txBox="1">
            <a:spLocks/>
          </p:cNvSpPr>
          <p:nvPr/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kumimoji="1" lang="zh-CN" altLang="en-US" dirty="0">
              <a:latin typeface="Consolas" panose="020B0609020204030204" pitchFamily="49" charset="0"/>
            </a:endParaRPr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AB3E9173-3E04-7EA0-1C61-901DC5CA4E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6563" b="99063" l="2969" r="96563">
                        <a14:foregroundMark x1="57813" y1="12188" x2="56875" y2="32969"/>
                        <a14:foregroundMark x1="62813" y1="8281" x2="51094" y2="31875"/>
                        <a14:foregroundMark x1="51094" y1="31875" x2="48906" y2="6563"/>
                        <a14:foregroundMark x1="48906" y1="6563" x2="64688" y2="25000"/>
                        <a14:foregroundMark x1="64688" y1="25000" x2="56250" y2="34688"/>
                        <a14:foregroundMark x1="38125" y1="18438" x2="37031" y2="43594"/>
                        <a14:foregroundMark x1="37344" y1="39688" x2="47031" y2="45938"/>
                        <a14:foregroundMark x1="46719" y1="25156" x2="58906" y2="38125"/>
                        <a14:foregroundMark x1="58906" y1="38125" x2="69063" y2="25313"/>
                        <a14:foregroundMark x1="69063" y1="25313" x2="68281" y2="42031"/>
                        <a14:foregroundMark x1="68281" y1="42031" x2="67188" y2="44531"/>
                        <a14:foregroundMark x1="74063" y1="21719" x2="74063" y2="27656"/>
                        <a14:foregroundMark x1="72031" y1="16406" x2="72344" y2="20781"/>
                        <a14:foregroundMark x1="64531" y1="59062" x2="39219" y2="87969"/>
                        <a14:foregroundMark x1="39219" y1="87969" x2="16406" y2="92969"/>
                        <a14:foregroundMark x1="16406" y1="92969" x2="47969" y2="95781"/>
                        <a14:foregroundMark x1="47969" y1="95781" x2="71406" y2="93438"/>
                        <a14:foregroundMark x1="79688" y1="53750" x2="81250" y2="69844"/>
                        <a14:foregroundMark x1="81250" y1="69844" x2="80938" y2="70938"/>
                        <a14:foregroundMark x1="92500" y1="83281" x2="90313" y2="80938"/>
                        <a14:foregroundMark x1="96250" y1="80313" x2="96563" y2="83594"/>
                        <a14:foregroundMark x1="80625" y1="95781" x2="80625" y2="99063"/>
                        <a14:foregroundMark x1="5625" y1="90781" x2="2969" y2="9218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0880" y="3788417"/>
            <a:ext cx="2601487" cy="26014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对话气泡: 圆角矩形 1">
            <a:extLst>
              <a:ext uri="{FF2B5EF4-FFF2-40B4-BE49-F238E27FC236}">
                <a16:creationId xmlns:a16="http://schemas.microsoft.com/office/drawing/2014/main" id="{B13E3425-B77E-050C-A42A-6C8D11451594}"/>
              </a:ext>
            </a:extLst>
          </p:cNvPr>
          <p:cNvSpPr/>
          <p:nvPr/>
        </p:nvSpPr>
        <p:spPr>
          <a:xfrm>
            <a:off x="2612571" y="3134898"/>
            <a:ext cx="2995127" cy="718834"/>
          </a:xfrm>
          <a:prstGeom prst="wedgeRoundRectCallout">
            <a:avLst>
              <a:gd name="adj1" fmla="val -39566"/>
              <a:gd name="adj2" fmla="val 65202"/>
              <a:gd name="adj3" fmla="val 16667"/>
            </a:avLst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小刘啊</a:t>
            </a:r>
            <a:r>
              <a:rPr lang="en-US" altLang="zh-CN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, </a:t>
            </a:r>
            <a:r>
              <a: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订单业务分给你了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1F775B28-7439-0767-1A18-44FC8F45BF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65138" y="2990772"/>
            <a:ext cx="2629667" cy="26296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对话气泡: 圆角矩形 3">
            <a:extLst>
              <a:ext uri="{FF2B5EF4-FFF2-40B4-BE49-F238E27FC236}">
                <a16:creationId xmlns:a16="http://schemas.microsoft.com/office/drawing/2014/main" id="{8C6332EB-2E4F-E34B-80BF-EE6FFF7DCB50}"/>
              </a:ext>
            </a:extLst>
          </p:cNvPr>
          <p:cNvSpPr/>
          <p:nvPr/>
        </p:nvSpPr>
        <p:spPr>
          <a:xfrm>
            <a:off x="6298164" y="2416064"/>
            <a:ext cx="2821538" cy="718834"/>
          </a:xfrm>
          <a:prstGeom prst="wedgeRoundRectCallout">
            <a:avLst>
              <a:gd name="adj1" fmla="val 38414"/>
              <a:gd name="adj2" fmla="val 68253"/>
              <a:gd name="adj3" fmla="val 16667"/>
            </a:avLst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没问题</a:t>
            </a:r>
            <a:r>
              <a:rPr lang="en-US" altLang="zh-CN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, </a:t>
            </a:r>
            <a:r>
              <a: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领导你放心</a:t>
            </a:r>
          </a:p>
        </p:txBody>
      </p:sp>
    </p:spTree>
    <p:extLst>
      <p:ext uri="{BB962C8B-B14F-4D97-AF65-F5344CB8AC3E}">
        <p14:creationId xmlns:p14="http://schemas.microsoft.com/office/powerpoint/2010/main" val="39519963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764C089C-0935-5E44-B9F7-7E9F84DDB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>
                <a:solidFill>
                  <a:srgbClr val="AD2B26"/>
                </a:solidFill>
                <a:latin typeface="Consolas" panose="020B0609020204030204" pitchFamily="49" charset="0"/>
              </a:rPr>
              <a:t>接口的应用场景</a:t>
            </a:r>
            <a:endParaRPr kumimoji="1" lang="zh-CN" altLang="en-US" dirty="0"/>
          </a:p>
        </p:txBody>
      </p:sp>
      <p:sp>
        <p:nvSpPr>
          <p:cNvPr id="24" name="文本占位符 3">
            <a:extLst>
              <a:ext uri="{FF2B5EF4-FFF2-40B4-BE49-F238E27FC236}">
                <a16:creationId xmlns:a16="http://schemas.microsoft.com/office/drawing/2014/main" id="{C4B8F0B7-B839-4DC0-8545-B40734C46EA9}"/>
              </a:ext>
            </a:extLst>
          </p:cNvPr>
          <p:cNvSpPr txBox="1">
            <a:spLocks/>
          </p:cNvSpPr>
          <p:nvPr/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kumimoji="1" lang="zh-CN" altLang="en-US" dirty="0">
              <a:latin typeface="Consolas" panose="020B0609020204030204" pitchFamily="49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B2F13F9-8114-BCF1-F499-19041C6F5F0F}"/>
              </a:ext>
            </a:extLst>
          </p:cNvPr>
          <p:cNvSpPr txBox="1"/>
          <p:nvPr/>
        </p:nvSpPr>
        <p:spPr>
          <a:xfrm>
            <a:off x="6977508" y="1350832"/>
            <a:ext cx="5008785" cy="4339650"/>
          </a:xfrm>
          <a:prstGeom prst="rect">
            <a:avLst/>
          </a:prstGeom>
          <a:solidFill>
            <a:srgbClr val="FFFFE4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public class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OrderService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{</a:t>
            </a:r>
            <a:b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b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public void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627A"/>
                </a:solidFill>
                <a:effectLst/>
                <a:latin typeface="Consolas" panose="020B0609020204030204" pitchFamily="49" charset="0"/>
                <a:ea typeface="JetBrains Mono"/>
              </a:rPr>
              <a:t>method1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() {</a:t>
            </a:r>
            <a:b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   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System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.</a:t>
            </a:r>
            <a:r>
              <a:rPr kumimoji="0" lang="zh-CN" altLang="zh-CN" sz="1200" b="0" i="1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  <a:ea typeface="JetBrains Mono"/>
              </a:rPr>
              <a:t>out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.println(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  <a:ea typeface="JetBrains Mono"/>
              </a:rPr>
              <a:t>"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</a:rPr>
              <a:t>创建订单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  <a:ea typeface="JetBrains Mono"/>
              </a:rPr>
              <a:t>"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);</a:t>
            </a:r>
            <a:b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}</a:t>
            </a:r>
            <a:b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b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public void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627A"/>
                </a:solidFill>
                <a:effectLst/>
                <a:latin typeface="Consolas" panose="020B0609020204030204" pitchFamily="49" charset="0"/>
                <a:ea typeface="JetBrains Mono"/>
              </a:rPr>
              <a:t>method2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() {</a:t>
            </a:r>
            <a:b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   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System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.</a:t>
            </a:r>
            <a:r>
              <a:rPr kumimoji="0" lang="zh-CN" altLang="zh-CN" sz="1200" b="0" i="1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  <a:ea typeface="JetBrains Mono"/>
              </a:rPr>
              <a:t>out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.println(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  <a:ea typeface="JetBrains Mono"/>
              </a:rPr>
              <a:t>"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</a:rPr>
              <a:t>查询单个订单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  <a:ea typeface="JetBrains Mono"/>
              </a:rPr>
              <a:t>"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);</a:t>
            </a:r>
            <a:b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}</a:t>
            </a:r>
            <a:b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b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public void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627A"/>
                </a:solidFill>
                <a:effectLst/>
                <a:latin typeface="Consolas" panose="020B0609020204030204" pitchFamily="49" charset="0"/>
                <a:ea typeface="JetBrains Mono"/>
              </a:rPr>
              <a:t>method3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() {</a:t>
            </a:r>
            <a:b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   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System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.</a:t>
            </a:r>
            <a:r>
              <a:rPr kumimoji="0" lang="zh-CN" altLang="zh-CN" sz="1200" b="0" i="1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  <a:ea typeface="JetBrains Mono"/>
              </a:rPr>
              <a:t>out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.println(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  <a:ea typeface="JetBrains Mono"/>
              </a:rPr>
              <a:t>"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</a:rPr>
              <a:t>查询订单列表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  <a:ea typeface="JetBrains Mono"/>
              </a:rPr>
              <a:t>"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);</a:t>
            </a:r>
            <a:b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}</a:t>
            </a:r>
            <a:b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b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public void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627A"/>
                </a:solidFill>
                <a:effectLst/>
                <a:latin typeface="Consolas" panose="020B0609020204030204" pitchFamily="49" charset="0"/>
                <a:ea typeface="JetBrains Mono"/>
              </a:rPr>
              <a:t>method4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() {</a:t>
            </a:r>
            <a:b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   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System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.</a:t>
            </a:r>
            <a:r>
              <a:rPr kumimoji="0" lang="zh-CN" altLang="zh-CN" sz="1200" b="0" i="1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  <a:ea typeface="JetBrains Mono"/>
              </a:rPr>
              <a:t>out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.println(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  <a:ea typeface="JetBrains Mono"/>
              </a:rPr>
              <a:t>"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</a:rPr>
              <a:t>取消订单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  <a:ea typeface="JetBrains Mono"/>
              </a:rPr>
              <a:t>"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);</a:t>
            </a:r>
            <a:b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}</a:t>
            </a:r>
            <a:b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b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public void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627A"/>
                </a:solidFill>
                <a:effectLst/>
                <a:latin typeface="Consolas" panose="020B0609020204030204" pitchFamily="49" charset="0"/>
                <a:ea typeface="JetBrains Mono"/>
              </a:rPr>
              <a:t>method5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() {</a:t>
            </a:r>
            <a:b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   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System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.</a:t>
            </a:r>
            <a:r>
              <a:rPr kumimoji="0" lang="zh-CN" altLang="zh-CN" sz="1200" b="0" i="1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  <a:ea typeface="JetBrains Mono"/>
              </a:rPr>
              <a:t>out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.println(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  <a:ea typeface="JetBrains Mono"/>
              </a:rPr>
              <a:t>"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</a:rPr>
              <a:t>完结订单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  <a:ea typeface="JetBrains Mono"/>
              </a:rPr>
              <a:t>"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);</a:t>
            </a:r>
            <a:b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}</a:t>
            </a:r>
            <a:b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b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}</a:t>
            </a:r>
            <a:endParaRPr kumimoji="0" lang="zh-CN" altLang="zh-CN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4099" name="Picture 3">
            <a:extLst>
              <a:ext uri="{FF2B5EF4-FFF2-40B4-BE49-F238E27FC236}">
                <a16:creationId xmlns:a16="http://schemas.microsoft.com/office/drawing/2014/main" id="{B20DDD5A-D397-6C05-3210-1F617A7C39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4000" b="99000" l="1500" r="99500">
                        <a14:foregroundMark x1="53500" y1="15000" x2="50000" y2="16500"/>
                        <a14:foregroundMark x1="60000" y1="14000" x2="43500" y2="12500"/>
                        <a14:foregroundMark x1="43500" y1="12500" x2="36000" y2="32000"/>
                        <a14:foregroundMark x1="36000" y1="32000" x2="50500" y2="37500"/>
                        <a14:foregroundMark x1="50500" y1="37500" x2="59500" y2="14000"/>
                        <a14:foregroundMark x1="59500" y1="14000" x2="51500" y2="9500"/>
                        <a14:foregroundMark x1="67500" y1="64500" x2="66500" y2="86500"/>
                        <a14:foregroundMark x1="66500" y1="86500" x2="51500" y2="87000"/>
                        <a14:foregroundMark x1="36500" y1="85000" x2="37500" y2="90500"/>
                        <a14:foregroundMark x1="23500" y1="87000" x2="99500" y2="92500"/>
                        <a14:foregroundMark x1="18500" y1="96500" x2="85000" y2="99000"/>
                        <a14:foregroundMark x1="45000" y1="5500" x2="51500" y2="4000"/>
                        <a14:foregroundMark x1="83500" y1="49500" x2="84000" y2="46500"/>
                        <a14:foregroundMark x1="88500" y1="52000" x2="88000" y2="48500"/>
                        <a14:foregroundMark x1="80000" y1="46000" x2="79500" y2="48500"/>
                        <a14:foregroundMark x1="10500" y1="54500" x2="1500" y2="57000"/>
                        <a14:foregroundMark x1="12000" y1="59000" x2="12500" y2="50500"/>
                        <a14:foregroundMark x1="1500" y1="61000" x2="7500" y2="60000"/>
                        <a14:foregroundMark x1="12000" y1="61000" x2="15000" y2="59000"/>
                        <a14:foregroundMark x1="15000" y1="54500" x2="16000" y2="565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0880" y="3114603"/>
            <a:ext cx="3297347" cy="32973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对话气泡: 圆角矩形 6">
            <a:extLst>
              <a:ext uri="{FF2B5EF4-FFF2-40B4-BE49-F238E27FC236}">
                <a16:creationId xmlns:a16="http://schemas.microsoft.com/office/drawing/2014/main" id="{4A5B2842-89D4-EDBC-593F-038FC91BAB88}"/>
              </a:ext>
            </a:extLst>
          </p:cNvPr>
          <p:cNvSpPr/>
          <p:nvPr/>
        </p:nvSpPr>
        <p:spPr>
          <a:xfrm>
            <a:off x="2888166" y="1884556"/>
            <a:ext cx="3622781" cy="1355858"/>
          </a:xfrm>
          <a:prstGeom prst="wedgeRoundRectCallout">
            <a:avLst>
              <a:gd name="adj1" fmla="val -39566"/>
              <a:gd name="adj2" fmla="val 65202"/>
              <a:gd name="adj3" fmla="val 16667"/>
            </a:avLst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小刘</a:t>
            </a:r>
            <a:r>
              <a:rPr lang="en-US" altLang="zh-CN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, </a:t>
            </a:r>
            <a:r>
              <a: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你是不是嫌我头发太多影响到你了 </a:t>
            </a:r>
            <a:r>
              <a:rPr lang="en-US" altLang="zh-CN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?  </a:t>
            </a:r>
          </a:p>
          <a:p>
            <a:r>
              <a: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你能不能告诉我</a:t>
            </a:r>
            <a:r>
              <a:rPr lang="en-US" altLang="zh-CN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, </a:t>
            </a:r>
            <a:r>
              <a: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你是怎么把这坨大粑粑写出来的</a:t>
            </a:r>
            <a:r>
              <a:rPr lang="en-US" altLang="zh-CN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, </a:t>
            </a:r>
            <a:r>
              <a: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收拾收拾走吧</a:t>
            </a:r>
          </a:p>
        </p:txBody>
      </p:sp>
    </p:spTree>
    <p:extLst>
      <p:ext uri="{BB962C8B-B14F-4D97-AF65-F5344CB8AC3E}">
        <p14:creationId xmlns:p14="http://schemas.microsoft.com/office/powerpoint/2010/main" val="47724413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0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0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764C089C-0935-5E44-B9F7-7E9F84DDB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>
                <a:solidFill>
                  <a:srgbClr val="AD2B26"/>
                </a:solidFill>
                <a:latin typeface="Consolas" panose="020B0609020204030204" pitchFamily="49" charset="0"/>
              </a:rPr>
              <a:t>接口的应用场景</a:t>
            </a:r>
            <a:endParaRPr kumimoji="1" lang="zh-CN" altLang="en-US" dirty="0"/>
          </a:p>
        </p:txBody>
      </p:sp>
      <p:sp>
        <p:nvSpPr>
          <p:cNvPr id="24" name="文本占位符 3">
            <a:extLst>
              <a:ext uri="{FF2B5EF4-FFF2-40B4-BE49-F238E27FC236}">
                <a16:creationId xmlns:a16="http://schemas.microsoft.com/office/drawing/2014/main" id="{C4B8F0B7-B839-4DC0-8545-B40734C46EA9}"/>
              </a:ext>
            </a:extLst>
          </p:cNvPr>
          <p:cNvSpPr txBox="1">
            <a:spLocks/>
          </p:cNvSpPr>
          <p:nvPr/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kumimoji="1" lang="zh-CN" altLang="en-US" dirty="0">
              <a:latin typeface="Consolas" panose="020B0609020204030204" pitchFamily="49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B2F13F9-8114-BCF1-F499-19041C6F5F0F}"/>
              </a:ext>
            </a:extLst>
          </p:cNvPr>
          <p:cNvSpPr txBox="1"/>
          <p:nvPr/>
        </p:nvSpPr>
        <p:spPr>
          <a:xfrm>
            <a:off x="4168994" y="1457271"/>
            <a:ext cx="3183529" cy="3277820"/>
          </a:xfrm>
          <a:prstGeom prst="rect">
            <a:avLst/>
          </a:prstGeom>
          <a:solidFill>
            <a:srgbClr val="FFFFE4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public class 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OrderService 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{</a:t>
            </a:r>
            <a:b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b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public void 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00627A"/>
                </a:solidFill>
                <a:effectLst/>
                <a:latin typeface="Consolas" panose="020B0609020204030204" pitchFamily="49" charset="0"/>
                <a:ea typeface="JetBrains Mono"/>
              </a:rPr>
              <a:t>method1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() {</a:t>
            </a:r>
            <a:b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    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System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.</a:t>
            </a:r>
            <a:r>
              <a:rPr kumimoji="0" lang="zh-CN" altLang="zh-CN" sz="900" b="0" i="1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  <a:ea typeface="JetBrains Mono"/>
              </a:rPr>
              <a:t>out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.println(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  <a:ea typeface="JetBrains Mono"/>
              </a:rPr>
              <a:t>"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</a:rPr>
              <a:t>创建订单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  <a:ea typeface="JetBrains Mono"/>
              </a:rPr>
              <a:t>"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);</a:t>
            </a:r>
            <a:b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}</a:t>
            </a:r>
            <a:b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b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public void 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00627A"/>
                </a:solidFill>
                <a:effectLst/>
                <a:latin typeface="Consolas" panose="020B0609020204030204" pitchFamily="49" charset="0"/>
                <a:ea typeface="JetBrains Mono"/>
              </a:rPr>
              <a:t>method2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() {</a:t>
            </a:r>
            <a:b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    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System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.</a:t>
            </a:r>
            <a:r>
              <a:rPr kumimoji="0" lang="zh-CN" altLang="zh-CN" sz="900" b="0" i="1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  <a:ea typeface="JetBrains Mono"/>
              </a:rPr>
              <a:t>out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.println(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  <a:ea typeface="JetBrains Mono"/>
              </a:rPr>
              <a:t>"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</a:rPr>
              <a:t>查询单个订单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  <a:ea typeface="JetBrains Mono"/>
              </a:rPr>
              <a:t>"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);</a:t>
            </a:r>
            <a:b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}</a:t>
            </a:r>
            <a:b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b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public void 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00627A"/>
                </a:solidFill>
                <a:effectLst/>
                <a:latin typeface="Consolas" panose="020B0609020204030204" pitchFamily="49" charset="0"/>
                <a:ea typeface="JetBrains Mono"/>
              </a:rPr>
              <a:t>method3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() {</a:t>
            </a:r>
            <a:b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    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System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.</a:t>
            </a:r>
            <a:r>
              <a:rPr kumimoji="0" lang="zh-CN" altLang="zh-CN" sz="900" b="0" i="1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  <a:ea typeface="JetBrains Mono"/>
              </a:rPr>
              <a:t>out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.println(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  <a:ea typeface="JetBrains Mono"/>
              </a:rPr>
              <a:t>"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</a:rPr>
              <a:t>查询订单列表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  <a:ea typeface="JetBrains Mono"/>
              </a:rPr>
              <a:t>"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);</a:t>
            </a:r>
            <a:b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}</a:t>
            </a:r>
            <a:b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b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public void 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00627A"/>
                </a:solidFill>
                <a:effectLst/>
                <a:latin typeface="Consolas" panose="020B0609020204030204" pitchFamily="49" charset="0"/>
                <a:ea typeface="JetBrains Mono"/>
              </a:rPr>
              <a:t>method4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() {</a:t>
            </a:r>
            <a:b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    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System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.</a:t>
            </a:r>
            <a:r>
              <a:rPr kumimoji="0" lang="zh-CN" altLang="zh-CN" sz="900" b="0" i="1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  <a:ea typeface="JetBrains Mono"/>
              </a:rPr>
              <a:t>out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.println(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  <a:ea typeface="JetBrains Mono"/>
              </a:rPr>
              <a:t>"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</a:rPr>
              <a:t>取消订单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  <a:ea typeface="JetBrains Mono"/>
              </a:rPr>
              <a:t>"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);</a:t>
            </a:r>
            <a:b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}</a:t>
            </a:r>
            <a:b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b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public void 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00627A"/>
                </a:solidFill>
                <a:effectLst/>
                <a:latin typeface="Consolas" panose="020B0609020204030204" pitchFamily="49" charset="0"/>
                <a:ea typeface="JetBrains Mono"/>
              </a:rPr>
              <a:t>method5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() {</a:t>
            </a:r>
            <a:b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    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System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.</a:t>
            </a:r>
            <a:r>
              <a:rPr kumimoji="0" lang="zh-CN" altLang="zh-CN" sz="900" b="0" i="1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  <a:ea typeface="JetBrains Mono"/>
              </a:rPr>
              <a:t>out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.println(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  <a:ea typeface="JetBrains Mono"/>
              </a:rPr>
              <a:t>"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</a:rPr>
              <a:t>完结订单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  <a:ea typeface="JetBrains Mono"/>
              </a:rPr>
              <a:t>"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);</a:t>
            </a:r>
            <a:b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}</a:t>
            </a:r>
            <a:b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b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}</a:t>
            </a:r>
            <a:endParaRPr kumimoji="0" lang="zh-CN" altLang="zh-CN" sz="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4099" name="Picture 3">
            <a:extLst>
              <a:ext uri="{FF2B5EF4-FFF2-40B4-BE49-F238E27FC236}">
                <a16:creationId xmlns:a16="http://schemas.microsoft.com/office/drawing/2014/main" id="{B20DDD5A-D397-6C05-3210-1F617A7C39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4000" b="99000" l="1500" r="99500">
                        <a14:foregroundMark x1="53500" y1="15000" x2="50000" y2="16500"/>
                        <a14:foregroundMark x1="60000" y1="14000" x2="43500" y2="12500"/>
                        <a14:foregroundMark x1="43500" y1="12500" x2="36000" y2="32000"/>
                        <a14:foregroundMark x1="36000" y1="32000" x2="50500" y2="37500"/>
                        <a14:foregroundMark x1="50500" y1="37500" x2="59500" y2="14000"/>
                        <a14:foregroundMark x1="59500" y1="14000" x2="51500" y2="9500"/>
                        <a14:foregroundMark x1="67500" y1="64500" x2="66500" y2="86500"/>
                        <a14:foregroundMark x1="66500" y1="86500" x2="51500" y2="87000"/>
                        <a14:foregroundMark x1="36500" y1="85000" x2="37500" y2="90500"/>
                        <a14:foregroundMark x1="23500" y1="87000" x2="99500" y2="92500"/>
                        <a14:foregroundMark x1="18500" y1="96500" x2="85000" y2="99000"/>
                        <a14:foregroundMark x1="45000" y1="5500" x2="51500" y2="4000"/>
                        <a14:foregroundMark x1="83500" y1="49500" x2="84000" y2="46500"/>
                        <a14:foregroundMark x1="88500" y1="52000" x2="88000" y2="48500"/>
                        <a14:foregroundMark x1="80000" y1="46000" x2="79500" y2="48500"/>
                        <a14:foregroundMark x1="10500" y1="54500" x2="1500" y2="57000"/>
                        <a14:foregroundMark x1="12000" y1="59000" x2="12500" y2="50500"/>
                        <a14:foregroundMark x1="1500" y1="61000" x2="7500" y2="60000"/>
                        <a14:foregroundMark x1="12000" y1="61000" x2="15000" y2="59000"/>
                        <a14:foregroundMark x1="15000" y1="54500" x2="16000" y2="565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0880" y="4323647"/>
            <a:ext cx="2088304" cy="20883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对话气泡: 圆角矩形 6">
            <a:extLst>
              <a:ext uri="{FF2B5EF4-FFF2-40B4-BE49-F238E27FC236}">
                <a16:creationId xmlns:a16="http://schemas.microsoft.com/office/drawing/2014/main" id="{4A5B2842-89D4-EDBC-593F-038FC91BAB88}"/>
              </a:ext>
            </a:extLst>
          </p:cNvPr>
          <p:cNvSpPr/>
          <p:nvPr/>
        </p:nvSpPr>
        <p:spPr>
          <a:xfrm>
            <a:off x="562232" y="3366806"/>
            <a:ext cx="2906183" cy="711588"/>
          </a:xfrm>
          <a:prstGeom prst="wedgeRoundRectCallout">
            <a:avLst>
              <a:gd name="adj1" fmla="val 8780"/>
              <a:gd name="adj2" fmla="val 72111"/>
              <a:gd name="adj3" fmla="val 16667"/>
            </a:avLst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欢迎加入我们团队</a:t>
            </a:r>
            <a:r>
              <a:rPr lang="en-US" altLang="zh-CN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, </a:t>
            </a:r>
            <a:r>
              <a: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你先把订单代码改改吧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88710AAE-FD00-EC5D-F357-E38F0A08AD1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83842" y="3889852"/>
            <a:ext cx="2832921" cy="2522099"/>
          </a:xfrm>
          <a:prstGeom prst="rect">
            <a:avLst/>
          </a:prstGeom>
        </p:spPr>
      </p:pic>
      <p:sp>
        <p:nvSpPr>
          <p:cNvPr id="6" name="对话气泡: 圆角矩形 5">
            <a:extLst>
              <a:ext uri="{FF2B5EF4-FFF2-40B4-BE49-F238E27FC236}">
                <a16:creationId xmlns:a16="http://schemas.microsoft.com/office/drawing/2014/main" id="{9A9D5970-F3E8-56CF-20BC-1D21493ADBF8}"/>
              </a:ext>
            </a:extLst>
          </p:cNvPr>
          <p:cNvSpPr/>
          <p:nvPr/>
        </p:nvSpPr>
        <p:spPr>
          <a:xfrm>
            <a:off x="7743675" y="2846393"/>
            <a:ext cx="3003031" cy="790871"/>
          </a:xfrm>
          <a:prstGeom prst="wedgeRoundRectCallout">
            <a:avLst>
              <a:gd name="adj1" fmla="val 31896"/>
              <a:gd name="adj2" fmla="val 81290"/>
              <a:gd name="adj3" fmla="val 16667"/>
            </a:avLst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改不了</a:t>
            </a:r>
            <a:r>
              <a:rPr lang="en-US" altLang="zh-CN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,  </a:t>
            </a:r>
            <a:r>
              <a:rPr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这代码哪个神人写的</a:t>
            </a:r>
            <a:r>
              <a:rPr lang="en-US" altLang="zh-CN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?</a:t>
            </a:r>
          </a:p>
          <a:p>
            <a:r>
              <a:rPr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你们公司写业务之前</a:t>
            </a:r>
            <a:r>
              <a:rPr lang="en-US" altLang="zh-CN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, </a:t>
            </a:r>
            <a:r>
              <a:rPr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都不写接口吗</a:t>
            </a:r>
            <a:r>
              <a:rPr lang="en-US" altLang="zh-CN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?</a:t>
            </a:r>
            <a:endParaRPr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31778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764C089C-0935-5E44-B9F7-7E9F84DDB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>
                <a:solidFill>
                  <a:srgbClr val="AD2B26"/>
                </a:solidFill>
                <a:latin typeface="Consolas" panose="020B0609020204030204" pitchFamily="49" charset="0"/>
              </a:rPr>
              <a:t>接口的应用场景</a:t>
            </a:r>
            <a:endParaRPr kumimoji="1" lang="zh-CN" altLang="en-US" dirty="0"/>
          </a:p>
        </p:txBody>
      </p:sp>
      <p:sp>
        <p:nvSpPr>
          <p:cNvPr id="24" name="文本占位符 3">
            <a:extLst>
              <a:ext uri="{FF2B5EF4-FFF2-40B4-BE49-F238E27FC236}">
                <a16:creationId xmlns:a16="http://schemas.microsoft.com/office/drawing/2014/main" id="{C4B8F0B7-B839-4DC0-8545-B40734C46EA9}"/>
              </a:ext>
            </a:extLst>
          </p:cNvPr>
          <p:cNvSpPr txBox="1">
            <a:spLocks/>
          </p:cNvSpPr>
          <p:nvPr/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kumimoji="1" lang="zh-CN" altLang="en-US" dirty="0">
              <a:latin typeface="Consolas" panose="020B0609020204030204" pitchFamily="49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B2F13F9-8114-BCF1-F499-19041C6F5F0F}"/>
              </a:ext>
            </a:extLst>
          </p:cNvPr>
          <p:cNvSpPr txBox="1"/>
          <p:nvPr/>
        </p:nvSpPr>
        <p:spPr>
          <a:xfrm>
            <a:off x="4168994" y="1457271"/>
            <a:ext cx="3183529" cy="3277820"/>
          </a:xfrm>
          <a:prstGeom prst="rect">
            <a:avLst/>
          </a:prstGeom>
          <a:solidFill>
            <a:srgbClr val="FFFFE4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public class 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OrderService 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{</a:t>
            </a:r>
            <a:b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b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public void 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00627A"/>
                </a:solidFill>
                <a:effectLst/>
                <a:latin typeface="Consolas" panose="020B0609020204030204" pitchFamily="49" charset="0"/>
                <a:ea typeface="JetBrains Mono"/>
              </a:rPr>
              <a:t>method1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() {</a:t>
            </a:r>
            <a:b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    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System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.</a:t>
            </a:r>
            <a:r>
              <a:rPr kumimoji="0" lang="zh-CN" altLang="zh-CN" sz="900" b="0" i="1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  <a:ea typeface="JetBrains Mono"/>
              </a:rPr>
              <a:t>out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.println(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  <a:ea typeface="JetBrains Mono"/>
              </a:rPr>
              <a:t>"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</a:rPr>
              <a:t>创建订单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  <a:ea typeface="JetBrains Mono"/>
              </a:rPr>
              <a:t>"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);</a:t>
            </a:r>
            <a:b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}</a:t>
            </a:r>
            <a:b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b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public void 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00627A"/>
                </a:solidFill>
                <a:effectLst/>
                <a:latin typeface="Consolas" panose="020B0609020204030204" pitchFamily="49" charset="0"/>
                <a:ea typeface="JetBrains Mono"/>
              </a:rPr>
              <a:t>method2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() {</a:t>
            </a:r>
            <a:b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    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System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.</a:t>
            </a:r>
            <a:r>
              <a:rPr kumimoji="0" lang="zh-CN" altLang="zh-CN" sz="900" b="0" i="1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  <a:ea typeface="JetBrains Mono"/>
              </a:rPr>
              <a:t>out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.println(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  <a:ea typeface="JetBrains Mono"/>
              </a:rPr>
              <a:t>"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</a:rPr>
              <a:t>查询单个订单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  <a:ea typeface="JetBrains Mono"/>
              </a:rPr>
              <a:t>"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);</a:t>
            </a:r>
            <a:b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}</a:t>
            </a:r>
            <a:b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b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public void 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00627A"/>
                </a:solidFill>
                <a:effectLst/>
                <a:latin typeface="Consolas" panose="020B0609020204030204" pitchFamily="49" charset="0"/>
                <a:ea typeface="JetBrains Mono"/>
              </a:rPr>
              <a:t>method3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() {</a:t>
            </a:r>
            <a:b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    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System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.</a:t>
            </a:r>
            <a:r>
              <a:rPr kumimoji="0" lang="zh-CN" altLang="zh-CN" sz="900" b="0" i="1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  <a:ea typeface="JetBrains Mono"/>
              </a:rPr>
              <a:t>out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.println(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  <a:ea typeface="JetBrains Mono"/>
              </a:rPr>
              <a:t>"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</a:rPr>
              <a:t>查询订单列表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  <a:ea typeface="JetBrains Mono"/>
              </a:rPr>
              <a:t>"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);</a:t>
            </a:r>
            <a:b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}</a:t>
            </a:r>
            <a:b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b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public void 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00627A"/>
                </a:solidFill>
                <a:effectLst/>
                <a:latin typeface="Consolas" panose="020B0609020204030204" pitchFamily="49" charset="0"/>
                <a:ea typeface="JetBrains Mono"/>
              </a:rPr>
              <a:t>method4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() {</a:t>
            </a:r>
            <a:b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    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System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.</a:t>
            </a:r>
            <a:r>
              <a:rPr kumimoji="0" lang="zh-CN" altLang="zh-CN" sz="900" b="0" i="1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  <a:ea typeface="JetBrains Mono"/>
              </a:rPr>
              <a:t>out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.println(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  <a:ea typeface="JetBrains Mono"/>
              </a:rPr>
              <a:t>"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</a:rPr>
              <a:t>取消订单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  <a:ea typeface="JetBrains Mono"/>
              </a:rPr>
              <a:t>"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);</a:t>
            </a:r>
            <a:b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}</a:t>
            </a:r>
            <a:b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b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public void 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00627A"/>
                </a:solidFill>
                <a:effectLst/>
                <a:latin typeface="Consolas" panose="020B0609020204030204" pitchFamily="49" charset="0"/>
                <a:ea typeface="JetBrains Mono"/>
              </a:rPr>
              <a:t>method5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() {</a:t>
            </a:r>
            <a:b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    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System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.</a:t>
            </a:r>
            <a:r>
              <a:rPr kumimoji="0" lang="zh-CN" altLang="zh-CN" sz="900" b="0" i="1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  <a:ea typeface="JetBrains Mono"/>
              </a:rPr>
              <a:t>out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.println(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  <a:ea typeface="JetBrains Mono"/>
              </a:rPr>
              <a:t>"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</a:rPr>
              <a:t>完结订单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  <a:ea typeface="JetBrains Mono"/>
              </a:rPr>
              <a:t>"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);</a:t>
            </a:r>
            <a:b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}</a:t>
            </a:r>
            <a:b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b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}</a:t>
            </a:r>
            <a:endParaRPr kumimoji="0" lang="zh-CN" altLang="zh-CN" sz="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4099" name="Picture 3">
            <a:extLst>
              <a:ext uri="{FF2B5EF4-FFF2-40B4-BE49-F238E27FC236}">
                <a16:creationId xmlns:a16="http://schemas.microsoft.com/office/drawing/2014/main" id="{B20DDD5A-D397-6C05-3210-1F617A7C39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4000" b="99000" l="1500" r="99500">
                        <a14:foregroundMark x1="53500" y1="15000" x2="50000" y2="16500"/>
                        <a14:foregroundMark x1="60000" y1="14000" x2="43500" y2="12500"/>
                        <a14:foregroundMark x1="43500" y1="12500" x2="36000" y2="32000"/>
                        <a14:foregroundMark x1="36000" y1="32000" x2="50500" y2="37500"/>
                        <a14:foregroundMark x1="50500" y1="37500" x2="59500" y2="14000"/>
                        <a14:foregroundMark x1="59500" y1="14000" x2="51500" y2="9500"/>
                        <a14:foregroundMark x1="67500" y1="64500" x2="66500" y2="86500"/>
                        <a14:foregroundMark x1="66500" y1="86500" x2="51500" y2="87000"/>
                        <a14:foregroundMark x1="36500" y1="85000" x2="37500" y2="90500"/>
                        <a14:foregroundMark x1="23500" y1="87000" x2="99500" y2="92500"/>
                        <a14:foregroundMark x1="18500" y1="96500" x2="85000" y2="99000"/>
                        <a14:foregroundMark x1="45000" y1="5500" x2="51500" y2="4000"/>
                        <a14:foregroundMark x1="83500" y1="49500" x2="84000" y2="46500"/>
                        <a14:foregroundMark x1="88500" y1="52000" x2="88000" y2="48500"/>
                        <a14:foregroundMark x1="80000" y1="46000" x2="79500" y2="48500"/>
                        <a14:foregroundMark x1="10500" y1="54500" x2="1500" y2="57000"/>
                        <a14:foregroundMark x1="12000" y1="59000" x2="12500" y2="50500"/>
                        <a14:foregroundMark x1="1500" y1="61000" x2="7500" y2="60000"/>
                        <a14:foregroundMark x1="12000" y1="61000" x2="15000" y2="59000"/>
                        <a14:foregroundMark x1="15000" y1="54500" x2="16000" y2="565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0880" y="4323647"/>
            <a:ext cx="2088304" cy="20883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对话气泡: 圆角矩形 6">
            <a:extLst>
              <a:ext uri="{FF2B5EF4-FFF2-40B4-BE49-F238E27FC236}">
                <a16:creationId xmlns:a16="http://schemas.microsoft.com/office/drawing/2014/main" id="{4A5B2842-89D4-EDBC-593F-038FC91BAB88}"/>
              </a:ext>
            </a:extLst>
          </p:cNvPr>
          <p:cNvSpPr/>
          <p:nvPr/>
        </p:nvSpPr>
        <p:spPr>
          <a:xfrm>
            <a:off x="710881" y="3429000"/>
            <a:ext cx="2601486" cy="649394"/>
          </a:xfrm>
          <a:prstGeom prst="wedgeRoundRectCallout">
            <a:avLst>
              <a:gd name="adj1" fmla="val 8780"/>
              <a:gd name="adj2" fmla="val 72111"/>
              <a:gd name="adj3" fmla="val 16667"/>
            </a:avLst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之前太信任那个小子了</a:t>
            </a:r>
            <a:endParaRPr lang="en-US" altLang="zh-CN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等我会</a:t>
            </a:r>
            <a:r>
              <a:rPr lang="en-US" altLang="zh-CN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, </a:t>
            </a:r>
            <a:r>
              <a: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我来写接口</a:t>
            </a:r>
            <a:r>
              <a:rPr lang="en-US" altLang="zh-CN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..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88710AAE-FD00-EC5D-F357-E38F0A08AD1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83842" y="3889852"/>
            <a:ext cx="2832921" cy="2522099"/>
          </a:xfrm>
          <a:prstGeom prst="rect">
            <a:avLst/>
          </a:prstGeom>
        </p:spPr>
      </p:pic>
      <p:sp>
        <p:nvSpPr>
          <p:cNvPr id="8" name="对话气泡: 圆角矩形 7">
            <a:extLst>
              <a:ext uri="{FF2B5EF4-FFF2-40B4-BE49-F238E27FC236}">
                <a16:creationId xmlns:a16="http://schemas.microsoft.com/office/drawing/2014/main" id="{1285A0B4-1BA7-F33C-AD44-81D30ABA6794}"/>
              </a:ext>
            </a:extLst>
          </p:cNvPr>
          <p:cNvSpPr/>
          <p:nvPr/>
        </p:nvSpPr>
        <p:spPr>
          <a:xfrm>
            <a:off x="7743675" y="2846393"/>
            <a:ext cx="3003031" cy="790871"/>
          </a:xfrm>
          <a:prstGeom prst="wedgeRoundRectCallout">
            <a:avLst>
              <a:gd name="adj1" fmla="val 31896"/>
              <a:gd name="adj2" fmla="val 81290"/>
              <a:gd name="adj3" fmla="val 16667"/>
            </a:avLst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改不了</a:t>
            </a:r>
            <a:r>
              <a:rPr lang="en-US" altLang="zh-CN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,  </a:t>
            </a:r>
            <a:r>
              <a:rPr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这代码哪个神人写的</a:t>
            </a:r>
            <a:r>
              <a:rPr lang="en-US" altLang="zh-CN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?</a:t>
            </a:r>
          </a:p>
          <a:p>
            <a:r>
              <a:rPr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你们公司写业务之前</a:t>
            </a:r>
            <a:r>
              <a:rPr lang="en-US" altLang="zh-CN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, </a:t>
            </a:r>
            <a:r>
              <a:rPr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都不写接口吗</a:t>
            </a:r>
            <a:r>
              <a:rPr lang="en-US" altLang="zh-CN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?</a:t>
            </a:r>
            <a:endParaRPr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6871417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764C089C-0935-5E44-B9F7-7E9F84DDB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>
                <a:solidFill>
                  <a:srgbClr val="AD2B26"/>
                </a:solidFill>
                <a:latin typeface="Consolas" panose="020B0609020204030204" pitchFamily="49" charset="0"/>
              </a:rPr>
              <a:t>接口的应用场景</a:t>
            </a:r>
            <a:endParaRPr kumimoji="1" lang="zh-CN" altLang="en-US" dirty="0"/>
          </a:p>
        </p:txBody>
      </p:sp>
      <p:sp>
        <p:nvSpPr>
          <p:cNvPr id="24" name="文本占位符 3">
            <a:extLst>
              <a:ext uri="{FF2B5EF4-FFF2-40B4-BE49-F238E27FC236}">
                <a16:creationId xmlns:a16="http://schemas.microsoft.com/office/drawing/2014/main" id="{C4B8F0B7-B839-4DC0-8545-B40734C46EA9}"/>
              </a:ext>
            </a:extLst>
          </p:cNvPr>
          <p:cNvSpPr txBox="1">
            <a:spLocks/>
          </p:cNvSpPr>
          <p:nvPr/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kumimoji="1" lang="zh-CN" altLang="en-US" dirty="0">
              <a:latin typeface="Consolas" panose="020B0609020204030204" pitchFamily="49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B2F13F9-8114-BCF1-F499-19041C6F5F0F}"/>
              </a:ext>
            </a:extLst>
          </p:cNvPr>
          <p:cNvSpPr txBox="1"/>
          <p:nvPr/>
        </p:nvSpPr>
        <p:spPr>
          <a:xfrm>
            <a:off x="710880" y="1566189"/>
            <a:ext cx="3183529" cy="4939814"/>
          </a:xfrm>
          <a:prstGeom prst="rect">
            <a:avLst/>
          </a:prstGeom>
          <a:solidFill>
            <a:srgbClr val="FFFFE4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960A9F"/>
                </a:solidFill>
                <a:effectLst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/**</a:t>
            </a:r>
            <a:b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960A9F"/>
                </a:solidFill>
                <a:effectLst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</a:b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960A9F"/>
                </a:solidFill>
                <a:effectLst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* 订单业务接口</a:t>
            </a:r>
            <a:b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960A9F"/>
                </a:solidFill>
                <a:effectLst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</a:b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960A9F"/>
                </a:solidFill>
                <a:effectLst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*/</a:t>
            </a:r>
            <a:b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960A9F"/>
                </a:solidFill>
                <a:effectLst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</a:b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public interface 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OrderService 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{</a:t>
            </a:r>
            <a:b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</a:b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960A9F"/>
                </a:solidFill>
                <a:effectLst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/**</a:t>
            </a:r>
            <a:b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960A9F"/>
                </a:solidFill>
                <a:effectLst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</a:b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960A9F"/>
                </a:solidFill>
                <a:effectLst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* </a:t>
            </a:r>
            <a:r>
              <a:rPr lang="zh-CN" altLang="en-US" sz="900" dirty="0">
                <a:solidFill>
                  <a:srgbClr val="960A9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创建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960A9F"/>
                </a:solidFill>
                <a:effectLst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订单</a:t>
            </a:r>
            <a:b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960A9F"/>
                </a:solidFill>
                <a:effectLst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</a:b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960A9F"/>
                </a:solidFill>
                <a:effectLst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*/</a:t>
            </a:r>
            <a:b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960A9F"/>
                </a:solidFill>
                <a:effectLst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</a:b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960A9F"/>
                </a:solidFill>
                <a:effectLst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void 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00627A"/>
                </a:solidFill>
                <a:effectLst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create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();</a:t>
            </a:r>
            <a:b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</a:br>
            <a:b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</a:b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960A9F"/>
                </a:solidFill>
                <a:effectLst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/**</a:t>
            </a:r>
            <a:b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960A9F"/>
                </a:solidFill>
                <a:effectLst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</a:b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960A9F"/>
                </a:solidFill>
                <a:effectLst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* 查询单个订单</a:t>
            </a:r>
            <a:b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960A9F"/>
                </a:solidFill>
                <a:effectLst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</a:b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960A9F"/>
                </a:solidFill>
                <a:effectLst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*/</a:t>
            </a:r>
            <a:b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960A9F"/>
                </a:solidFill>
                <a:effectLst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</a:b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960A9F"/>
                </a:solidFill>
                <a:effectLst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void 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00627A"/>
                </a:solidFill>
                <a:effectLst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findOne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();</a:t>
            </a:r>
            <a:b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</a:br>
            <a:b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</a:b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960A9F"/>
                </a:solidFill>
                <a:effectLst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/**</a:t>
            </a:r>
            <a:b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960A9F"/>
                </a:solidFill>
                <a:effectLst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</a:b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960A9F"/>
                </a:solidFill>
                <a:effectLst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* 查询订单列表</a:t>
            </a:r>
            <a:b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960A9F"/>
                </a:solidFill>
                <a:effectLst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</a:b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960A9F"/>
                </a:solidFill>
                <a:effectLst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*/</a:t>
            </a:r>
            <a:b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960A9F"/>
                </a:solidFill>
                <a:effectLst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</a:b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960A9F"/>
                </a:solidFill>
                <a:effectLst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void 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00627A"/>
                </a:solidFill>
                <a:effectLst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findList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();</a:t>
            </a:r>
            <a:b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</a:br>
            <a:b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</a:b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960A9F"/>
                </a:solidFill>
                <a:effectLst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/**</a:t>
            </a:r>
            <a:b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960A9F"/>
                </a:solidFill>
                <a:effectLst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</a:b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960A9F"/>
                </a:solidFill>
                <a:effectLst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* 取消订单</a:t>
            </a:r>
            <a:b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960A9F"/>
                </a:solidFill>
                <a:effectLst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</a:b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960A9F"/>
                </a:solidFill>
                <a:effectLst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*/</a:t>
            </a:r>
            <a:b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960A9F"/>
                </a:solidFill>
                <a:effectLst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</a:b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960A9F"/>
                </a:solidFill>
                <a:effectLst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void 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00627A"/>
                </a:solidFill>
                <a:effectLst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cancel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();</a:t>
            </a:r>
            <a:b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</a:br>
            <a:b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</a:b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960A9F"/>
                </a:solidFill>
                <a:effectLst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/**</a:t>
            </a:r>
            <a:b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960A9F"/>
                </a:solidFill>
                <a:effectLst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</a:b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960A9F"/>
                </a:solidFill>
                <a:effectLst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* 完结订单</a:t>
            </a:r>
            <a:b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960A9F"/>
                </a:solidFill>
                <a:effectLst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</a:b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960A9F"/>
                </a:solidFill>
                <a:effectLst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*/</a:t>
            </a:r>
            <a:b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960A9F"/>
                </a:solidFill>
                <a:effectLst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</a:b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960A9F"/>
                </a:solidFill>
                <a:effectLst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void 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00627A"/>
                </a:solidFill>
                <a:effectLst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finish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();</a:t>
            </a:r>
            <a:b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</a:br>
            <a:b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</a:b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960A9F"/>
                </a:solidFill>
                <a:effectLst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/**</a:t>
            </a:r>
            <a:b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960A9F"/>
                </a:solidFill>
                <a:effectLst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</a:b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960A9F"/>
                </a:solidFill>
                <a:effectLst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* 支付订单</a:t>
            </a:r>
            <a:b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960A9F"/>
                </a:solidFill>
                <a:effectLst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</a:b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960A9F"/>
                </a:solidFill>
                <a:effectLst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*/</a:t>
            </a:r>
            <a:b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960A9F"/>
                </a:solidFill>
                <a:effectLst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</a:b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960A9F"/>
                </a:solidFill>
                <a:effectLst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void 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00627A"/>
                </a:solidFill>
                <a:effectLst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paid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();</a:t>
            </a:r>
            <a:b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</a:b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}</a:t>
            </a:r>
            <a:b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</a:br>
            <a:endParaRPr kumimoji="0" lang="zh-CN" altLang="zh-CN" sz="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88710AAE-FD00-EC5D-F357-E38F0A08AD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83842" y="3889852"/>
            <a:ext cx="2832921" cy="2522099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30AE8934-FEA0-2DD0-3D42-EEA7B0BEB171}"/>
              </a:ext>
            </a:extLst>
          </p:cNvPr>
          <p:cNvSpPr txBox="1"/>
          <p:nvPr/>
        </p:nvSpPr>
        <p:spPr>
          <a:xfrm>
            <a:off x="4125884" y="1566189"/>
            <a:ext cx="4019740" cy="4524315"/>
          </a:xfrm>
          <a:prstGeom prst="rect">
            <a:avLst/>
          </a:prstGeom>
          <a:solidFill>
            <a:srgbClr val="FFFFE4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public class 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OrderServiceImpl 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implements 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OrderService</a:t>
            </a:r>
            <a:r>
              <a:rPr kumimoji="0" lang="en-US" altLang="zh-CN" sz="9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 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{</a:t>
            </a:r>
            <a:b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9E880D"/>
                </a:solidFill>
                <a:effectLst/>
                <a:latin typeface="Consolas" panose="020B0609020204030204" pitchFamily="49" charset="0"/>
                <a:ea typeface="JetBrains Mono"/>
              </a:rPr>
              <a:t>@Override</a:t>
            </a:r>
            <a:b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9E880D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9E880D"/>
                </a:solidFill>
                <a:effectLst/>
                <a:latin typeface="Consolas" panose="020B0609020204030204" pitchFamily="49" charset="0"/>
                <a:ea typeface="JetBrains Mono"/>
              </a:rPr>
              <a:t>    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public void 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00627A"/>
                </a:solidFill>
                <a:effectLst/>
                <a:latin typeface="Consolas" panose="020B0609020204030204" pitchFamily="49" charset="0"/>
                <a:ea typeface="JetBrains Mono"/>
              </a:rPr>
              <a:t>create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() {</a:t>
            </a:r>
            <a:b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lang="en-US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...</a:t>
            </a:r>
            <a:b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}</a:t>
            </a:r>
            <a:b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b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9E880D"/>
                </a:solidFill>
                <a:effectLst/>
                <a:latin typeface="Consolas" panose="020B0609020204030204" pitchFamily="49" charset="0"/>
                <a:ea typeface="JetBrains Mono"/>
              </a:rPr>
              <a:t>@Override</a:t>
            </a:r>
            <a:b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9E880D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9E880D"/>
                </a:solidFill>
                <a:effectLst/>
                <a:latin typeface="Consolas" panose="020B0609020204030204" pitchFamily="49" charset="0"/>
                <a:ea typeface="JetBrains Mono"/>
              </a:rPr>
              <a:t>    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public void 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00627A"/>
                </a:solidFill>
                <a:effectLst/>
                <a:latin typeface="Consolas" panose="020B0609020204030204" pitchFamily="49" charset="0"/>
                <a:ea typeface="JetBrains Mono"/>
              </a:rPr>
              <a:t>findOne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() {</a:t>
            </a:r>
            <a:b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lang="en-US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...</a:t>
            </a:r>
            <a:b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}</a:t>
            </a:r>
            <a:b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b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9E880D"/>
                </a:solidFill>
                <a:effectLst/>
                <a:latin typeface="Consolas" panose="020B0609020204030204" pitchFamily="49" charset="0"/>
                <a:ea typeface="JetBrains Mono"/>
              </a:rPr>
              <a:t>@Override</a:t>
            </a:r>
            <a:b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9E880D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9E880D"/>
                </a:solidFill>
                <a:effectLst/>
                <a:latin typeface="Consolas" panose="020B0609020204030204" pitchFamily="49" charset="0"/>
                <a:ea typeface="JetBrains Mono"/>
              </a:rPr>
              <a:t>    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public void 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00627A"/>
                </a:solidFill>
                <a:effectLst/>
                <a:latin typeface="Consolas" panose="020B0609020204030204" pitchFamily="49" charset="0"/>
                <a:ea typeface="JetBrains Mono"/>
              </a:rPr>
              <a:t>findList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() {</a:t>
            </a:r>
            <a:b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lang="en-US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...</a:t>
            </a:r>
            <a:b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}</a:t>
            </a:r>
            <a:b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b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9E880D"/>
                </a:solidFill>
                <a:effectLst/>
                <a:latin typeface="Consolas" panose="020B0609020204030204" pitchFamily="49" charset="0"/>
                <a:ea typeface="JetBrains Mono"/>
              </a:rPr>
              <a:t>@Override</a:t>
            </a:r>
            <a:b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9E880D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9E880D"/>
                </a:solidFill>
                <a:effectLst/>
                <a:latin typeface="Consolas" panose="020B0609020204030204" pitchFamily="49" charset="0"/>
                <a:ea typeface="JetBrains Mono"/>
              </a:rPr>
              <a:t>    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public void 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00627A"/>
                </a:solidFill>
                <a:effectLst/>
                <a:latin typeface="Consolas" panose="020B0609020204030204" pitchFamily="49" charset="0"/>
                <a:ea typeface="JetBrains Mono"/>
              </a:rPr>
              <a:t>cancel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() {</a:t>
            </a:r>
            <a:b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lang="en-US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...</a:t>
            </a:r>
            <a:b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}</a:t>
            </a:r>
            <a:b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b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9E880D"/>
                </a:solidFill>
                <a:effectLst/>
                <a:latin typeface="Consolas" panose="020B0609020204030204" pitchFamily="49" charset="0"/>
                <a:ea typeface="JetBrains Mono"/>
              </a:rPr>
              <a:t>@Override</a:t>
            </a:r>
            <a:b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9E880D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9E880D"/>
                </a:solidFill>
                <a:effectLst/>
                <a:latin typeface="Consolas" panose="020B0609020204030204" pitchFamily="49" charset="0"/>
                <a:ea typeface="JetBrains Mono"/>
              </a:rPr>
              <a:t>    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public void 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00627A"/>
                </a:solidFill>
                <a:effectLst/>
                <a:latin typeface="Consolas" panose="020B0609020204030204" pitchFamily="49" charset="0"/>
                <a:ea typeface="JetBrains Mono"/>
              </a:rPr>
              <a:t>finish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() {</a:t>
            </a:r>
            <a:b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lang="en-US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...</a:t>
            </a:r>
            <a:b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}</a:t>
            </a:r>
            <a:b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b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9E880D"/>
                </a:solidFill>
                <a:effectLst/>
                <a:latin typeface="Consolas" panose="020B0609020204030204" pitchFamily="49" charset="0"/>
                <a:ea typeface="JetBrains Mono"/>
              </a:rPr>
              <a:t>@Override</a:t>
            </a:r>
            <a:b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9E880D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9E880D"/>
                </a:solidFill>
                <a:effectLst/>
                <a:latin typeface="Consolas" panose="020B0609020204030204" pitchFamily="49" charset="0"/>
                <a:ea typeface="JetBrains Mono"/>
              </a:rPr>
              <a:t>    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public void 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00627A"/>
                </a:solidFill>
                <a:effectLst/>
                <a:latin typeface="Consolas" panose="020B0609020204030204" pitchFamily="49" charset="0"/>
                <a:ea typeface="JetBrains Mono"/>
              </a:rPr>
              <a:t>paid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() {</a:t>
            </a:r>
            <a:b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lang="en-US" altLang="zh-CN" sz="9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...</a:t>
            </a:r>
            <a:b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}</a:t>
            </a:r>
            <a:b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}</a:t>
            </a:r>
            <a:endParaRPr kumimoji="0" lang="zh-CN" altLang="zh-CN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00388CDD-D49B-E05C-B4E6-7024F4FD0EA8}"/>
              </a:ext>
            </a:extLst>
          </p:cNvPr>
          <p:cNvSpPr/>
          <p:nvPr/>
        </p:nvSpPr>
        <p:spPr>
          <a:xfrm>
            <a:off x="8285585" y="1635973"/>
            <a:ext cx="3657600" cy="861307"/>
          </a:xfrm>
          <a:prstGeom prst="roundRect">
            <a:avLst/>
          </a:prstGeom>
          <a:solidFill>
            <a:srgbClr val="AD2B26"/>
          </a:solidFill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800" dirty="0">
                <a:solidFill>
                  <a:srgbClr val="F9F9F9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接口可以为程序制定规则</a:t>
            </a:r>
            <a:endParaRPr lang="en-US" altLang="zh-CN" sz="1800" dirty="0">
              <a:solidFill>
                <a:srgbClr val="F9F9F9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1800" dirty="0">
                <a:solidFill>
                  <a:srgbClr val="F9F9F9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代码更加规范</a:t>
            </a:r>
            <a:endParaRPr lang="en-US" altLang="zh-CN" sz="1800" dirty="0">
              <a:solidFill>
                <a:srgbClr val="F9F9F9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792733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" grpId="0" animBg="1"/>
      <p:bldP spid="11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6C3942-2FCE-4940-0A7C-8C37EFABAA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D2B49940-CF8B-3EB9-5771-27FFBF8730A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>
              <a:spcBef>
                <a:spcPts val="0"/>
              </a:spcBef>
              <a:defRPr/>
            </a:pPr>
            <a:r>
              <a:rPr lang="zh-CN" altLang="en-US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抽象类对事物做抽象 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描述事物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)</a:t>
            </a:r>
            <a:endParaRPr lang="zh-CN" altLang="en-US" dirty="0">
              <a:solidFill>
                <a:schemeClr val="tx1">
                  <a:lumMod val="50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>
              <a:spcBef>
                <a:spcPts val="0"/>
              </a:spcBef>
              <a:defRPr/>
            </a:pPr>
            <a:r>
              <a:rPr lang="zh-CN" altLang="en-US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接口对行为抽象 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制定规则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)</a:t>
            </a: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0493B517-79CE-0793-3A31-7F832D51E7DE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244475"/>
            <a:ext cx="8770938" cy="517525"/>
          </a:xfrm>
          <a:prstGeom prst="rect">
            <a:avLst/>
          </a:prstGeom>
        </p:spPr>
        <p:txBody>
          <a:bodyPr/>
          <a:lstStyle/>
          <a:p>
            <a:r>
              <a:rPr kumimoji="1" lang="zh-CN" alt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448537401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9BBD60CA-526F-5A83-77BD-136C198FC2F2}"/>
              </a:ext>
            </a:extLst>
          </p:cNvPr>
          <p:cNvSpPr txBox="1"/>
          <p:nvPr/>
        </p:nvSpPr>
        <p:spPr>
          <a:xfrm>
            <a:off x="679451" y="1884490"/>
            <a:ext cx="6669616" cy="427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594" indent="-228594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en-US" altLang="zh-CN" sz="1600" b="1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JDK8</a:t>
            </a:r>
            <a:r>
              <a:rPr lang="zh-CN" altLang="en-US" sz="1600" b="1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的新特性</a:t>
            </a: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：接口中可以定义有方法体的方法。（默认、静态）</a:t>
            </a:r>
            <a:endParaRPr lang="en-US" altLang="zh-CN" sz="1600" dirty="0">
              <a:solidFill>
                <a:schemeClr val="tx1">
                  <a:lumMod val="50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BFB7475-B0B7-4A31-2B64-8630C5F5AC11}"/>
              </a:ext>
            </a:extLst>
          </p:cNvPr>
          <p:cNvSpPr txBox="1"/>
          <p:nvPr/>
        </p:nvSpPr>
        <p:spPr>
          <a:xfrm>
            <a:off x="679451" y="2398848"/>
            <a:ext cx="4314001" cy="42710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228594" indent="-228594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en-US" altLang="zh-CN" sz="1600" b="1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JDK9</a:t>
            </a:r>
            <a:r>
              <a:rPr lang="zh-CN" altLang="en-US" sz="1600" b="1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的新特性</a:t>
            </a: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：接口中可以定义私有方法。</a:t>
            </a:r>
            <a:endParaRPr lang="en-US" altLang="zh-CN" sz="1600" dirty="0">
              <a:solidFill>
                <a:schemeClr val="tx1">
                  <a:lumMod val="50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A8386788-5EFD-D67D-A1A1-0198CF0DD9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接口新特性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9">
            <a:extLst>
              <a:ext uri="{FF2B5EF4-FFF2-40B4-BE49-F238E27FC236}">
                <a16:creationId xmlns:a16="http://schemas.microsoft.com/office/drawing/2014/main" id="{64F762D4-8216-440B-0103-49F2B350FF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9451" y="3123686"/>
            <a:ext cx="2275341" cy="22753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BE3A70E4-8EA5-BB05-BFB7-233C1CF8F43D}"/>
              </a:ext>
            </a:extLst>
          </p:cNvPr>
          <p:cNvSpPr txBox="1"/>
          <p:nvPr/>
        </p:nvSpPr>
        <p:spPr>
          <a:xfrm>
            <a:off x="3825162" y="1622523"/>
            <a:ext cx="4922288" cy="1754326"/>
          </a:xfrm>
          <a:prstGeom prst="rect">
            <a:avLst/>
          </a:prstGeom>
          <a:solidFill>
            <a:srgbClr val="FFFFE4"/>
          </a:solidFill>
          <a:ln w="12700"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interface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Inter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{ }</a:t>
            </a:r>
            <a:b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b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class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AInterImpl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implements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Inter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{}</a:t>
            </a:r>
            <a:b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b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class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BInterImpl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implements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Inter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{}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rgbClr val="080808"/>
              </a:solidFill>
              <a:effectLst/>
              <a:latin typeface="Consolas" panose="020B0609020204030204" pitchFamily="49" charset="0"/>
              <a:ea typeface="JetBrains Mono"/>
            </a:endParaRPr>
          </a:p>
          <a:p>
            <a:endParaRPr kumimoji="0" lang="zh-CN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5B6A2F1B-9740-4103-AC57-3D5671E8FB84}"/>
              </a:ext>
            </a:extLst>
          </p:cNvPr>
          <p:cNvSpPr/>
          <p:nvPr/>
        </p:nvSpPr>
        <p:spPr>
          <a:xfrm>
            <a:off x="3825161" y="3672153"/>
            <a:ext cx="4329793" cy="643813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800" b="1" dirty="0">
                <a:solidFill>
                  <a:srgbClr val="F9F9F9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项目</a:t>
            </a:r>
            <a:r>
              <a:rPr lang="en-US" altLang="zh-CN" sz="1800" b="1" dirty="0">
                <a:solidFill>
                  <a:srgbClr val="F9F9F9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Version1.0  </a:t>
            </a:r>
            <a:r>
              <a:rPr lang="zh-CN" altLang="en-US" sz="1800" b="1" dirty="0">
                <a:solidFill>
                  <a:srgbClr val="F9F9F9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成功上线没有问题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C7B72204-F353-528C-1D0C-08AD6E3F420E}"/>
              </a:ext>
            </a:extLst>
          </p:cNvPr>
          <p:cNvSpPr/>
          <p:nvPr/>
        </p:nvSpPr>
        <p:spPr>
          <a:xfrm>
            <a:off x="3825161" y="4649443"/>
            <a:ext cx="4922288" cy="1026367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800" b="1" dirty="0">
                <a:solidFill>
                  <a:srgbClr val="F9F9F9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项目</a:t>
            </a:r>
            <a:r>
              <a:rPr lang="en-US" altLang="zh-CN" sz="1800" b="1" dirty="0">
                <a:solidFill>
                  <a:srgbClr val="F9F9F9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Version2.0  </a:t>
            </a:r>
            <a:r>
              <a:rPr lang="zh-CN" altLang="en-US" sz="1800" b="1" dirty="0">
                <a:solidFill>
                  <a:srgbClr val="F9F9F9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研发任务</a:t>
            </a:r>
            <a:endParaRPr lang="en-US" altLang="zh-CN" sz="1800" b="1" dirty="0">
              <a:solidFill>
                <a:srgbClr val="F9F9F9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800" b="1" dirty="0">
                <a:solidFill>
                  <a:srgbClr val="F9F9F9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需要对</a:t>
            </a:r>
            <a:r>
              <a:rPr lang="en-US" altLang="zh-CN" sz="1800" b="1" dirty="0">
                <a:solidFill>
                  <a:srgbClr val="F9F9F9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Inter</a:t>
            </a:r>
            <a:r>
              <a:rPr lang="zh-CN" altLang="en-US" sz="1800" b="1" dirty="0">
                <a:solidFill>
                  <a:srgbClr val="F9F9F9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接口丰富，加入</a:t>
            </a:r>
            <a:r>
              <a:rPr lang="en-US" altLang="zh-CN" sz="1800" b="1" dirty="0">
                <a:solidFill>
                  <a:srgbClr val="F9F9F9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10</a:t>
            </a:r>
            <a:r>
              <a:rPr lang="zh-CN" altLang="en-US" sz="1800" b="1" dirty="0">
                <a:solidFill>
                  <a:srgbClr val="F9F9F9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个新的方法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29D8FD7F-9A05-D1EC-8252-F0C5D18ED7E8}"/>
              </a:ext>
            </a:extLst>
          </p:cNvPr>
          <p:cNvSpPr/>
          <p:nvPr/>
        </p:nvSpPr>
        <p:spPr>
          <a:xfrm>
            <a:off x="3890479" y="2146040"/>
            <a:ext cx="4572390" cy="996205"/>
          </a:xfrm>
          <a:custGeom>
            <a:avLst/>
            <a:gdLst>
              <a:gd name="connsiteX0" fmla="*/ 0 w 4572390"/>
              <a:gd name="connsiteY0" fmla="*/ 166037 h 996205"/>
              <a:gd name="connsiteX1" fmla="*/ 166037 w 4572390"/>
              <a:gd name="connsiteY1" fmla="*/ 0 h 996205"/>
              <a:gd name="connsiteX2" fmla="*/ 856603 w 4572390"/>
              <a:gd name="connsiteY2" fmla="*/ 0 h 996205"/>
              <a:gd name="connsiteX3" fmla="*/ 1419959 w 4572390"/>
              <a:gd name="connsiteY3" fmla="*/ 0 h 996205"/>
              <a:gd name="connsiteX4" fmla="*/ 1940912 w 4572390"/>
              <a:gd name="connsiteY4" fmla="*/ 0 h 996205"/>
              <a:gd name="connsiteX5" fmla="*/ 2589075 w 4572390"/>
              <a:gd name="connsiteY5" fmla="*/ 0 h 996205"/>
              <a:gd name="connsiteX6" fmla="*/ 3152431 w 4572390"/>
              <a:gd name="connsiteY6" fmla="*/ 0 h 996205"/>
              <a:gd name="connsiteX7" fmla="*/ 3842997 w 4572390"/>
              <a:gd name="connsiteY7" fmla="*/ 0 h 996205"/>
              <a:gd name="connsiteX8" fmla="*/ 4406353 w 4572390"/>
              <a:gd name="connsiteY8" fmla="*/ 0 h 996205"/>
              <a:gd name="connsiteX9" fmla="*/ 4572390 w 4572390"/>
              <a:gd name="connsiteY9" fmla="*/ 166037 h 996205"/>
              <a:gd name="connsiteX10" fmla="*/ 4572390 w 4572390"/>
              <a:gd name="connsiteY10" fmla="*/ 830168 h 996205"/>
              <a:gd name="connsiteX11" fmla="*/ 4406353 w 4572390"/>
              <a:gd name="connsiteY11" fmla="*/ 996205 h 996205"/>
              <a:gd name="connsiteX12" fmla="*/ 3927803 w 4572390"/>
              <a:gd name="connsiteY12" fmla="*/ 996205 h 996205"/>
              <a:gd name="connsiteX13" fmla="*/ 3237237 w 4572390"/>
              <a:gd name="connsiteY13" fmla="*/ 996205 h 996205"/>
              <a:gd name="connsiteX14" fmla="*/ 2716284 w 4572390"/>
              <a:gd name="connsiteY14" fmla="*/ 996205 h 996205"/>
              <a:gd name="connsiteX15" fmla="*/ 2110525 w 4572390"/>
              <a:gd name="connsiteY15" fmla="*/ 996205 h 996205"/>
              <a:gd name="connsiteX16" fmla="*/ 1419959 w 4572390"/>
              <a:gd name="connsiteY16" fmla="*/ 996205 h 996205"/>
              <a:gd name="connsiteX17" fmla="*/ 814200 w 4572390"/>
              <a:gd name="connsiteY17" fmla="*/ 996205 h 996205"/>
              <a:gd name="connsiteX18" fmla="*/ 166037 w 4572390"/>
              <a:gd name="connsiteY18" fmla="*/ 996205 h 996205"/>
              <a:gd name="connsiteX19" fmla="*/ 0 w 4572390"/>
              <a:gd name="connsiteY19" fmla="*/ 830168 h 996205"/>
              <a:gd name="connsiteX20" fmla="*/ 0 w 4572390"/>
              <a:gd name="connsiteY20" fmla="*/ 166037 h 9962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4572390" h="996205" extrusionOk="0">
                <a:moveTo>
                  <a:pt x="0" y="166037"/>
                </a:moveTo>
                <a:cubicBezTo>
                  <a:pt x="-3799" y="71994"/>
                  <a:pt x="54118" y="7589"/>
                  <a:pt x="166037" y="0"/>
                </a:cubicBezTo>
                <a:cubicBezTo>
                  <a:pt x="390181" y="-13452"/>
                  <a:pt x="591557" y="13431"/>
                  <a:pt x="856603" y="0"/>
                </a:cubicBezTo>
                <a:cubicBezTo>
                  <a:pt x="1121649" y="-13431"/>
                  <a:pt x="1239023" y="3153"/>
                  <a:pt x="1419959" y="0"/>
                </a:cubicBezTo>
                <a:cubicBezTo>
                  <a:pt x="1600895" y="-3153"/>
                  <a:pt x="1742739" y="19740"/>
                  <a:pt x="1940912" y="0"/>
                </a:cubicBezTo>
                <a:cubicBezTo>
                  <a:pt x="2139085" y="-19740"/>
                  <a:pt x="2324299" y="25895"/>
                  <a:pt x="2589075" y="0"/>
                </a:cubicBezTo>
                <a:cubicBezTo>
                  <a:pt x="2853851" y="-25895"/>
                  <a:pt x="2872832" y="-12174"/>
                  <a:pt x="3152431" y="0"/>
                </a:cubicBezTo>
                <a:cubicBezTo>
                  <a:pt x="3432030" y="12174"/>
                  <a:pt x="3652978" y="30199"/>
                  <a:pt x="3842997" y="0"/>
                </a:cubicBezTo>
                <a:cubicBezTo>
                  <a:pt x="4033016" y="-30199"/>
                  <a:pt x="4221190" y="10300"/>
                  <a:pt x="4406353" y="0"/>
                </a:cubicBezTo>
                <a:cubicBezTo>
                  <a:pt x="4492437" y="9291"/>
                  <a:pt x="4561992" y="62276"/>
                  <a:pt x="4572390" y="166037"/>
                </a:cubicBezTo>
                <a:cubicBezTo>
                  <a:pt x="4565197" y="407612"/>
                  <a:pt x="4589842" y="581691"/>
                  <a:pt x="4572390" y="830168"/>
                </a:cubicBezTo>
                <a:cubicBezTo>
                  <a:pt x="4575715" y="926817"/>
                  <a:pt x="4499943" y="1015782"/>
                  <a:pt x="4406353" y="996205"/>
                </a:cubicBezTo>
                <a:cubicBezTo>
                  <a:pt x="4261361" y="1003561"/>
                  <a:pt x="4025409" y="1008524"/>
                  <a:pt x="3927803" y="996205"/>
                </a:cubicBezTo>
                <a:cubicBezTo>
                  <a:pt x="3830197" y="983887"/>
                  <a:pt x="3475857" y="976769"/>
                  <a:pt x="3237237" y="996205"/>
                </a:cubicBezTo>
                <a:cubicBezTo>
                  <a:pt x="2998617" y="1015641"/>
                  <a:pt x="2850902" y="978014"/>
                  <a:pt x="2716284" y="996205"/>
                </a:cubicBezTo>
                <a:cubicBezTo>
                  <a:pt x="2581666" y="1014396"/>
                  <a:pt x="2316251" y="1002060"/>
                  <a:pt x="2110525" y="996205"/>
                </a:cubicBezTo>
                <a:cubicBezTo>
                  <a:pt x="1904799" y="990350"/>
                  <a:pt x="1764260" y="1010663"/>
                  <a:pt x="1419959" y="996205"/>
                </a:cubicBezTo>
                <a:cubicBezTo>
                  <a:pt x="1075658" y="981747"/>
                  <a:pt x="1060796" y="1009793"/>
                  <a:pt x="814200" y="996205"/>
                </a:cubicBezTo>
                <a:cubicBezTo>
                  <a:pt x="567604" y="982617"/>
                  <a:pt x="297525" y="982257"/>
                  <a:pt x="166037" y="996205"/>
                </a:cubicBezTo>
                <a:cubicBezTo>
                  <a:pt x="66921" y="996510"/>
                  <a:pt x="5684" y="911621"/>
                  <a:pt x="0" y="830168"/>
                </a:cubicBezTo>
                <a:cubicBezTo>
                  <a:pt x="30161" y="561490"/>
                  <a:pt x="-5510" y="421265"/>
                  <a:pt x="0" y="166037"/>
                </a:cubicBezTo>
                <a:close/>
              </a:path>
            </a:pathLst>
          </a:custGeom>
          <a:noFill/>
          <a:ln w="25400">
            <a:solidFill>
              <a:srgbClr val="C00000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ound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D3B85B5A-9CEE-16AD-AEF9-6595E294E0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接口新特性</a:t>
            </a:r>
          </a:p>
        </p:txBody>
      </p:sp>
    </p:spTree>
    <p:extLst>
      <p:ext uri="{BB962C8B-B14F-4D97-AF65-F5344CB8AC3E}">
        <p14:creationId xmlns:p14="http://schemas.microsoft.com/office/powerpoint/2010/main" val="4799032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4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3" grpId="0" animBg="1"/>
      <p:bldP spid="14" grpId="0" animBg="1"/>
      <p:bldP spid="15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9">
            <a:extLst>
              <a:ext uri="{FF2B5EF4-FFF2-40B4-BE49-F238E27FC236}">
                <a16:creationId xmlns:a16="http://schemas.microsoft.com/office/drawing/2014/main" id="{64F762D4-8216-440B-0103-49F2B350FF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9451" y="3123686"/>
            <a:ext cx="2275341" cy="22753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BE3A70E4-8EA5-BB05-BFB7-233C1CF8F43D}"/>
              </a:ext>
            </a:extLst>
          </p:cNvPr>
          <p:cNvSpPr txBox="1"/>
          <p:nvPr/>
        </p:nvSpPr>
        <p:spPr>
          <a:xfrm>
            <a:off x="6782966" y="2246523"/>
            <a:ext cx="4922288" cy="1754326"/>
          </a:xfrm>
          <a:prstGeom prst="rect">
            <a:avLst/>
          </a:prstGeom>
          <a:solidFill>
            <a:srgbClr val="FFFFE4"/>
          </a:solidFill>
          <a:ln w="12700"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interface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Inter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{ }</a:t>
            </a:r>
            <a:b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b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class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AInterImpl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implements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Inter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{}</a:t>
            </a:r>
            <a:b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b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class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BInterImpl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implements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Inter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{}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rgbClr val="080808"/>
              </a:solidFill>
              <a:effectLst/>
              <a:latin typeface="Consolas" panose="020B0609020204030204" pitchFamily="49" charset="0"/>
              <a:ea typeface="JetBrains Mono"/>
            </a:endParaRPr>
          </a:p>
          <a:p>
            <a:endParaRPr kumimoji="0" lang="zh-CN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5B6A2F1B-9740-4103-AC57-3D5671E8FB84}"/>
              </a:ext>
            </a:extLst>
          </p:cNvPr>
          <p:cNvSpPr/>
          <p:nvPr/>
        </p:nvSpPr>
        <p:spPr>
          <a:xfrm>
            <a:off x="6782965" y="4296153"/>
            <a:ext cx="4329793" cy="643813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800" b="1" dirty="0">
                <a:solidFill>
                  <a:srgbClr val="F9F9F9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项目</a:t>
            </a:r>
            <a:r>
              <a:rPr lang="en-US" altLang="zh-CN" sz="1800" b="1" dirty="0">
                <a:solidFill>
                  <a:srgbClr val="F9F9F9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Version1.0  </a:t>
            </a:r>
            <a:r>
              <a:rPr lang="zh-CN" altLang="en-US" sz="1800" b="1" dirty="0">
                <a:solidFill>
                  <a:srgbClr val="F9F9F9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成功上线没有问题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C7B72204-F353-528C-1D0C-08AD6E3F420E}"/>
              </a:ext>
            </a:extLst>
          </p:cNvPr>
          <p:cNvSpPr/>
          <p:nvPr/>
        </p:nvSpPr>
        <p:spPr>
          <a:xfrm>
            <a:off x="6782965" y="5273443"/>
            <a:ext cx="4922288" cy="1026367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800" b="1" dirty="0">
                <a:solidFill>
                  <a:srgbClr val="F9F9F9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项目</a:t>
            </a:r>
            <a:r>
              <a:rPr lang="en-US" altLang="zh-CN" sz="1800" b="1" dirty="0">
                <a:solidFill>
                  <a:srgbClr val="F9F9F9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Version2.0  </a:t>
            </a:r>
            <a:r>
              <a:rPr lang="zh-CN" altLang="en-US" sz="1800" b="1" dirty="0">
                <a:solidFill>
                  <a:srgbClr val="F9F9F9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研发任务</a:t>
            </a:r>
            <a:endParaRPr lang="en-US" altLang="zh-CN" sz="1800" b="1" dirty="0">
              <a:solidFill>
                <a:srgbClr val="F9F9F9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800" b="1" dirty="0">
                <a:solidFill>
                  <a:srgbClr val="F9F9F9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需要对</a:t>
            </a:r>
            <a:r>
              <a:rPr lang="en-US" altLang="zh-CN" sz="1800" b="1" dirty="0">
                <a:solidFill>
                  <a:srgbClr val="F9F9F9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Inter</a:t>
            </a:r>
            <a:r>
              <a:rPr lang="zh-CN" altLang="en-US" sz="1800" b="1" dirty="0">
                <a:solidFill>
                  <a:srgbClr val="F9F9F9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接口丰富，加入</a:t>
            </a:r>
            <a:r>
              <a:rPr lang="en-US" altLang="zh-CN" sz="1800" b="1" dirty="0">
                <a:solidFill>
                  <a:srgbClr val="F9F9F9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10</a:t>
            </a:r>
            <a:r>
              <a:rPr lang="zh-CN" altLang="en-US" sz="1800" b="1" dirty="0">
                <a:solidFill>
                  <a:srgbClr val="F9F9F9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个新的方法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29D8FD7F-9A05-D1EC-8252-F0C5D18ED7E8}"/>
              </a:ext>
            </a:extLst>
          </p:cNvPr>
          <p:cNvSpPr/>
          <p:nvPr/>
        </p:nvSpPr>
        <p:spPr>
          <a:xfrm>
            <a:off x="6848283" y="2770040"/>
            <a:ext cx="4572390" cy="996205"/>
          </a:xfrm>
          <a:custGeom>
            <a:avLst/>
            <a:gdLst>
              <a:gd name="connsiteX0" fmla="*/ 0 w 4572390"/>
              <a:gd name="connsiteY0" fmla="*/ 166037 h 996205"/>
              <a:gd name="connsiteX1" fmla="*/ 166037 w 4572390"/>
              <a:gd name="connsiteY1" fmla="*/ 0 h 996205"/>
              <a:gd name="connsiteX2" fmla="*/ 856603 w 4572390"/>
              <a:gd name="connsiteY2" fmla="*/ 0 h 996205"/>
              <a:gd name="connsiteX3" fmla="*/ 1419959 w 4572390"/>
              <a:gd name="connsiteY3" fmla="*/ 0 h 996205"/>
              <a:gd name="connsiteX4" fmla="*/ 1940912 w 4572390"/>
              <a:gd name="connsiteY4" fmla="*/ 0 h 996205"/>
              <a:gd name="connsiteX5" fmla="*/ 2589075 w 4572390"/>
              <a:gd name="connsiteY5" fmla="*/ 0 h 996205"/>
              <a:gd name="connsiteX6" fmla="*/ 3152431 w 4572390"/>
              <a:gd name="connsiteY6" fmla="*/ 0 h 996205"/>
              <a:gd name="connsiteX7" fmla="*/ 3842997 w 4572390"/>
              <a:gd name="connsiteY7" fmla="*/ 0 h 996205"/>
              <a:gd name="connsiteX8" fmla="*/ 4406353 w 4572390"/>
              <a:gd name="connsiteY8" fmla="*/ 0 h 996205"/>
              <a:gd name="connsiteX9" fmla="*/ 4572390 w 4572390"/>
              <a:gd name="connsiteY9" fmla="*/ 166037 h 996205"/>
              <a:gd name="connsiteX10" fmla="*/ 4572390 w 4572390"/>
              <a:gd name="connsiteY10" fmla="*/ 830168 h 996205"/>
              <a:gd name="connsiteX11" fmla="*/ 4406353 w 4572390"/>
              <a:gd name="connsiteY11" fmla="*/ 996205 h 996205"/>
              <a:gd name="connsiteX12" fmla="*/ 3927803 w 4572390"/>
              <a:gd name="connsiteY12" fmla="*/ 996205 h 996205"/>
              <a:gd name="connsiteX13" fmla="*/ 3237237 w 4572390"/>
              <a:gd name="connsiteY13" fmla="*/ 996205 h 996205"/>
              <a:gd name="connsiteX14" fmla="*/ 2716284 w 4572390"/>
              <a:gd name="connsiteY14" fmla="*/ 996205 h 996205"/>
              <a:gd name="connsiteX15" fmla="*/ 2110525 w 4572390"/>
              <a:gd name="connsiteY15" fmla="*/ 996205 h 996205"/>
              <a:gd name="connsiteX16" fmla="*/ 1419959 w 4572390"/>
              <a:gd name="connsiteY16" fmla="*/ 996205 h 996205"/>
              <a:gd name="connsiteX17" fmla="*/ 814200 w 4572390"/>
              <a:gd name="connsiteY17" fmla="*/ 996205 h 996205"/>
              <a:gd name="connsiteX18" fmla="*/ 166037 w 4572390"/>
              <a:gd name="connsiteY18" fmla="*/ 996205 h 996205"/>
              <a:gd name="connsiteX19" fmla="*/ 0 w 4572390"/>
              <a:gd name="connsiteY19" fmla="*/ 830168 h 996205"/>
              <a:gd name="connsiteX20" fmla="*/ 0 w 4572390"/>
              <a:gd name="connsiteY20" fmla="*/ 166037 h 9962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4572390" h="996205" extrusionOk="0">
                <a:moveTo>
                  <a:pt x="0" y="166037"/>
                </a:moveTo>
                <a:cubicBezTo>
                  <a:pt x="-3799" y="71994"/>
                  <a:pt x="54118" y="7589"/>
                  <a:pt x="166037" y="0"/>
                </a:cubicBezTo>
                <a:cubicBezTo>
                  <a:pt x="390181" y="-13452"/>
                  <a:pt x="591557" y="13431"/>
                  <a:pt x="856603" y="0"/>
                </a:cubicBezTo>
                <a:cubicBezTo>
                  <a:pt x="1121649" y="-13431"/>
                  <a:pt x="1239023" y="3153"/>
                  <a:pt x="1419959" y="0"/>
                </a:cubicBezTo>
                <a:cubicBezTo>
                  <a:pt x="1600895" y="-3153"/>
                  <a:pt x="1742739" y="19740"/>
                  <a:pt x="1940912" y="0"/>
                </a:cubicBezTo>
                <a:cubicBezTo>
                  <a:pt x="2139085" y="-19740"/>
                  <a:pt x="2324299" y="25895"/>
                  <a:pt x="2589075" y="0"/>
                </a:cubicBezTo>
                <a:cubicBezTo>
                  <a:pt x="2853851" y="-25895"/>
                  <a:pt x="2872832" y="-12174"/>
                  <a:pt x="3152431" y="0"/>
                </a:cubicBezTo>
                <a:cubicBezTo>
                  <a:pt x="3432030" y="12174"/>
                  <a:pt x="3652978" y="30199"/>
                  <a:pt x="3842997" y="0"/>
                </a:cubicBezTo>
                <a:cubicBezTo>
                  <a:pt x="4033016" y="-30199"/>
                  <a:pt x="4221190" y="10300"/>
                  <a:pt x="4406353" y="0"/>
                </a:cubicBezTo>
                <a:cubicBezTo>
                  <a:pt x="4492437" y="9291"/>
                  <a:pt x="4561992" y="62276"/>
                  <a:pt x="4572390" y="166037"/>
                </a:cubicBezTo>
                <a:cubicBezTo>
                  <a:pt x="4565197" y="407612"/>
                  <a:pt x="4589842" y="581691"/>
                  <a:pt x="4572390" y="830168"/>
                </a:cubicBezTo>
                <a:cubicBezTo>
                  <a:pt x="4575715" y="926817"/>
                  <a:pt x="4499943" y="1015782"/>
                  <a:pt x="4406353" y="996205"/>
                </a:cubicBezTo>
                <a:cubicBezTo>
                  <a:pt x="4261361" y="1003561"/>
                  <a:pt x="4025409" y="1008524"/>
                  <a:pt x="3927803" y="996205"/>
                </a:cubicBezTo>
                <a:cubicBezTo>
                  <a:pt x="3830197" y="983887"/>
                  <a:pt x="3475857" y="976769"/>
                  <a:pt x="3237237" y="996205"/>
                </a:cubicBezTo>
                <a:cubicBezTo>
                  <a:pt x="2998617" y="1015641"/>
                  <a:pt x="2850902" y="978014"/>
                  <a:pt x="2716284" y="996205"/>
                </a:cubicBezTo>
                <a:cubicBezTo>
                  <a:pt x="2581666" y="1014396"/>
                  <a:pt x="2316251" y="1002060"/>
                  <a:pt x="2110525" y="996205"/>
                </a:cubicBezTo>
                <a:cubicBezTo>
                  <a:pt x="1904799" y="990350"/>
                  <a:pt x="1764260" y="1010663"/>
                  <a:pt x="1419959" y="996205"/>
                </a:cubicBezTo>
                <a:cubicBezTo>
                  <a:pt x="1075658" y="981747"/>
                  <a:pt x="1060796" y="1009793"/>
                  <a:pt x="814200" y="996205"/>
                </a:cubicBezTo>
                <a:cubicBezTo>
                  <a:pt x="567604" y="982617"/>
                  <a:pt x="297525" y="982257"/>
                  <a:pt x="166037" y="996205"/>
                </a:cubicBezTo>
                <a:cubicBezTo>
                  <a:pt x="66921" y="996510"/>
                  <a:pt x="5684" y="911621"/>
                  <a:pt x="0" y="830168"/>
                </a:cubicBezTo>
                <a:cubicBezTo>
                  <a:pt x="30161" y="561490"/>
                  <a:pt x="-5510" y="421265"/>
                  <a:pt x="0" y="166037"/>
                </a:cubicBezTo>
                <a:close/>
              </a:path>
            </a:pathLst>
          </a:custGeom>
          <a:noFill/>
          <a:ln w="25400">
            <a:solidFill>
              <a:srgbClr val="C00000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ound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思想气泡: 云 2">
            <a:extLst>
              <a:ext uri="{FF2B5EF4-FFF2-40B4-BE49-F238E27FC236}">
                <a16:creationId xmlns:a16="http://schemas.microsoft.com/office/drawing/2014/main" id="{A4ACC145-1B0C-EF27-5BD5-B65DB4C136FE}"/>
              </a:ext>
            </a:extLst>
          </p:cNvPr>
          <p:cNvSpPr/>
          <p:nvPr/>
        </p:nvSpPr>
        <p:spPr>
          <a:xfrm>
            <a:off x="2613610" y="1746248"/>
            <a:ext cx="3884775" cy="1521894"/>
          </a:xfrm>
          <a:prstGeom prst="cloudCallout">
            <a:avLst>
              <a:gd name="adj1" fmla="val -33680"/>
              <a:gd name="adj2" fmla="val 59932"/>
            </a:avLst>
          </a:prstGeom>
          <a:ln w="25400">
            <a:solidFill>
              <a:schemeClr val="tx1">
                <a:lumMod val="5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如何能丰富接口功能的同时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, 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又不对实现类代码更改呢 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?</a:t>
            </a:r>
            <a:endParaRPr lang="zh-CN" altLang="en-US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4" name="标题 3">
            <a:extLst>
              <a:ext uri="{FF2B5EF4-FFF2-40B4-BE49-F238E27FC236}">
                <a16:creationId xmlns:a16="http://schemas.microsoft.com/office/drawing/2014/main" id="{93231160-3655-FC3D-8E54-FAB89ACFE5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接口新特性</a:t>
            </a:r>
          </a:p>
        </p:txBody>
      </p:sp>
    </p:spTree>
    <p:extLst>
      <p:ext uri="{BB962C8B-B14F-4D97-AF65-F5344CB8AC3E}">
        <p14:creationId xmlns:p14="http://schemas.microsoft.com/office/powerpoint/2010/main" val="35160224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C3DCDE3F-1B45-80EB-7586-CEF3BCD3B479}"/>
              </a:ext>
            </a:extLst>
          </p:cNvPr>
          <p:cNvSpPr txBox="1"/>
          <p:nvPr/>
        </p:nvSpPr>
        <p:spPr>
          <a:xfrm>
            <a:off x="676555" y="1376178"/>
            <a:ext cx="906170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0" lang="zh-CN" altLang="en-US" sz="16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允许在接口中定义非抽象方法，但是需要使用关键字 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default </a:t>
            </a:r>
            <a:r>
              <a:rPr kumimoji="0" lang="zh-CN" altLang="en-US" sz="16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修饰，这些方法就是默认方法</a:t>
            </a:r>
          </a:p>
          <a:p>
            <a:pPr algn="l"/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	</a:t>
            </a:r>
          </a:p>
          <a:p>
            <a:pPr algn="l"/>
            <a:r>
              <a:rPr lang="en-US" altLang="zh-CN" sz="1600" dirty="0">
                <a:solidFill>
                  <a:srgbClr val="0033B3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	</a:t>
            </a:r>
            <a:r>
              <a:rPr kumimoji="0" lang="zh-CN" altLang="en-US" sz="16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作用：解决接口升级的问题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1043E8A9-47B7-F949-1720-126675308063}"/>
              </a:ext>
            </a:extLst>
          </p:cNvPr>
          <p:cNvSpPr txBox="1"/>
          <p:nvPr/>
        </p:nvSpPr>
        <p:spPr>
          <a:xfrm>
            <a:off x="676555" y="2521280"/>
            <a:ext cx="10190712" cy="1165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接口中默认方法的定义格式：</a:t>
            </a:r>
            <a:endParaRPr lang="en-US" altLang="zh-CN" sz="1600" dirty="0">
              <a:solidFill>
                <a:schemeClr val="tx1">
                  <a:lumMod val="50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268288" indent="-268288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l"/>
              <a:defRPr/>
            </a:pP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格式：</a:t>
            </a:r>
            <a:r>
              <a:rPr lang="en-US" altLang="zh-CN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public </a:t>
            </a:r>
            <a:r>
              <a:rPr lang="en-US" altLang="zh-CN" sz="1600" dirty="0">
                <a:solidFill>
                  <a:srgbClr val="C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default</a:t>
            </a:r>
            <a:r>
              <a:rPr lang="en-US" altLang="zh-CN" sz="1600" dirty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返回值类型 方法名</a:t>
            </a:r>
            <a:r>
              <a:rPr lang="en-US" altLang="zh-CN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</a:t>
            </a: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参数列表</a:t>
            </a:r>
            <a:r>
              <a:rPr lang="en-US" altLang="zh-CN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) {}</a:t>
            </a:r>
          </a:p>
          <a:p>
            <a:pPr marL="268288" indent="-268288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l"/>
              <a:defRPr/>
            </a:pP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范例：</a:t>
            </a:r>
            <a:r>
              <a:rPr lang="en-US" altLang="zh-CN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public </a:t>
            </a:r>
            <a:r>
              <a:rPr lang="en-US" altLang="zh-CN" sz="1600" dirty="0">
                <a:solidFill>
                  <a:srgbClr val="C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default</a:t>
            </a:r>
            <a:r>
              <a:rPr lang="en-US" altLang="zh-CN" sz="1600" dirty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void show() {}</a:t>
            </a:r>
          </a:p>
        </p:txBody>
      </p:sp>
      <p:sp>
        <p:nvSpPr>
          <p:cNvPr id="12" name="三角形 9">
            <a:extLst>
              <a:ext uri="{FF2B5EF4-FFF2-40B4-BE49-F238E27FC236}">
                <a16:creationId xmlns:a16="http://schemas.microsoft.com/office/drawing/2014/main" id="{626C7324-FF01-E013-1E72-F28581D300C9}"/>
              </a:ext>
            </a:extLst>
          </p:cNvPr>
          <p:cNvSpPr/>
          <p:nvPr/>
        </p:nvSpPr>
        <p:spPr>
          <a:xfrm rot="2651319">
            <a:off x="583241" y="4646100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600"/>
          </a:p>
        </p:txBody>
      </p:sp>
      <p:sp>
        <p:nvSpPr>
          <p:cNvPr id="16" name="TextBox 6">
            <a:extLst>
              <a:ext uri="{FF2B5EF4-FFF2-40B4-BE49-F238E27FC236}">
                <a16:creationId xmlns:a16="http://schemas.microsoft.com/office/drawing/2014/main" id="{59B357D9-66E8-4FAD-B1B8-05CF1856318F}"/>
              </a:ext>
            </a:extLst>
          </p:cNvPr>
          <p:cNvSpPr txBox="1"/>
          <p:nvPr/>
        </p:nvSpPr>
        <p:spPr>
          <a:xfrm>
            <a:off x="835432" y="4289516"/>
            <a:ext cx="9489037" cy="152618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endParaRPr lang="zh-CN" altLang="en-US" sz="1600" dirty="0">
              <a:solidFill>
                <a:schemeClr val="tx1">
                  <a:lumMod val="50000"/>
                </a:schemeClr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默认方法不是抽象方法，所以不强制被重写  </a:t>
            </a:r>
            <a:r>
              <a:rPr lang="en-US" altLang="zh-CN" sz="1600" dirty="0">
                <a:solidFill>
                  <a:schemeClr val="tx1">
                    <a:lumMod val="50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(</a:t>
            </a: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但是可以被重写，重写的时候去掉</a:t>
            </a:r>
            <a:r>
              <a:rPr lang="en-US" altLang="zh-CN" sz="1600" dirty="0">
                <a:solidFill>
                  <a:schemeClr val="tx1">
                    <a:lumMod val="50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default</a:t>
            </a: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关键字</a:t>
            </a:r>
            <a:r>
              <a:rPr lang="en-US" altLang="zh-CN" sz="1600" dirty="0">
                <a:solidFill>
                  <a:schemeClr val="tx1">
                    <a:lumMod val="50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)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altLang="zh-CN" sz="1600" dirty="0">
                <a:solidFill>
                  <a:schemeClr val="tx1">
                    <a:lumMod val="50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public</a:t>
            </a: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可以省略，</a:t>
            </a:r>
            <a:r>
              <a:rPr lang="en-US" altLang="zh-CN" sz="1600" dirty="0">
                <a:solidFill>
                  <a:schemeClr val="tx1">
                    <a:lumMod val="50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default</a:t>
            </a: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不能省略</a:t>
            </a:r>
            <a:endParaRPr lang="en-US" altLang="zh-CN" sz="1600" dirty="0">
              <a:solidFill>
                <a:schemeClr val="tx1">
                  <a:lumMod val="50000"/>
                </a:schemeClr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如果实现了多个接口，多个接口中存在相同的方法声明，子类就必须对该方法进行重写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A7144D5-4294-4285-EA20-00DADA9CB8B3}"/>
              </a:ext>
            </a:extLst>
          </p:cNvPr>
          <p:cNvSpPr/>
          <p:nvPr/>
        </p:nvSpPr>
        <p:spPr>
          <a:xfrm>
            <a:off x="676555" y="4289516"/>
            <a:ext cx="10302240" cy="1566823"/>
          </a:xfrm>
          <a:prstGeom prst="rect">
            <a:avLst/>
          </a:prstGeom>
          <a:noFill/>
          <a:ln w="9525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600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D51374C9-6A98-0690-C529-906B30A6168D}"/>
              </a:ext>
            </a:extLst>
          </p:cNvPr>
          <p:cNvSpPr/>
          <p:nvPr/>
        </p:nvSpPr>
        <p:spPr>
          <a:xfrm>
            <a:off x="576627" y="4361987"/>
            <a:ext cx="1053296" cy="300942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注意事项</a:t>
            </a: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91AB4AC8-7FD1-A270-E1EF-AB26B1FF3C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JDK8 </a:t>
            </a:r>
            <a:r>
              <a:rPr lang="zh-CN" altLang="en-US" dirty="0"/>
              <a:t>接口特性</a:t>
            </a:r>
          </a:p>
        </p:txBody>
      </p:sp>
    </p:spTree>
    <p:extLst>
      <p:ext uri="{BB962C8B-B14F-4D97-AF65-F5344CB8AC3E}">
        <p14:creationId xmlns:p14="http://schemas.microsoft.com/office/powerpoint/2010/main" val="325822316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6" grpId="0"/>
      <p:bldP spid="17" grpId="0" animBg="1"/>
      <p:bldP spid="18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C3DCDE3F-1B45-80EB-7586-CEF3BCD3B479}"/>
              </a:ext>
            </a:extLst>
          </p:cNvPr>
          <p:cNvSpPr txBox="1"/>
          <p:nvPr/>
        </p:nvSpPr>
        <p:spPr>
          <a:xfrm>
            <a:off x="576626" y="1201739"/>
            <a:ext cx="90617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0" lang="zh-CN" altLang="en-US" sz="16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接口中允许定义 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static </a:t>
            </a: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静态方法</a:t>
            </a:r>
            <a:endParaRPr kumimoji="0" lang="zh-CN" altLang="en-US" sz="1600" b="0" i="0" u="none" strike="noStrike" cap="none" normalizeH="0" baseline="0" dirty="0">
              <a:ln>
                <a:noFill/>
              </a:ln>
              <a:solidFill>
                <a:schemeClr val="tx1">
                  <a:lumMod val="50000"/>
                </a:schemeClr>
              </a:solidFill>
              <a:effectLst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2" name="三角形 9">
            <a:extLst>
              <a:ext uri="{FF2B5EF4-FFF2-40B4-BE49-F238E27FC236}">
                <a16:creationId xmlns:a16="http://schemas.microsoft.com/office/drawing/2014/main" id="{626C7324-FF01-E013-1E72-F28581D300C9}"/>
              </a:ext>
            </a:extLst>
          </p:cNvPr>
          <p:cNvSpPr/>
          <p:nvPr/>
        </p:nvSpPr>
        <p:spPr>
          <a:xfrm rot="2651319">
            <a:off x="583241" y="4221097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6" name="TextBox 6">
            <a:extLst>
              <a:ext uri="{FF2B5EF4-FFF2-40B4-BE49-F238E27FC236}">
                <a16:creationId xmlns:a16="http://schemas.microsoft.com/office/drawing/2014/main" id="{59B357D9-66E8-4FAD-B1B8-05CF1856318F}"/>
              </a:ext>
            </a:extLst>
          </p:cNvPr>
          <p:cNvSpPr txBox="1"/>
          <p:nvPr/>
        </p:nvSpPr>
        <p:spPr>
          <a:xfrm>
            <a:off x="980519" y="4020831"/>
            <a:ext cx="9489037" cy="116576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endParaRPr lang="zh-CN" altLang="en-US" sz="1600" dirty="0">
              <a:solidFill>
                <a:schemeClr val="tx1">
                  <a:lumMod val="50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342900" indent="-3429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AutoNum type="arabicPeriod"/>
              <a:defRPr/>
            </a:pP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静态方法只能通过接口名调用，不能通过实现类名或者对象名调用</a:t>
            </a:r>
            <a:endParaRPr lang="en-US" altLang="zh-CN" sz="1600" dirty="0">
              <a:solidFill>
                <a:schemeClr val="tx1">
                  <a:lumMod val="50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342900" indent="-3429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AutoNum type="arabicPeriod"/>
              <a:defRPr/>
            </a:pPr>
            <a:r>
              <a:rPr lang="en-US" altLang="zh-CN" sz="1600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public</a:t>
            </a: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可以省略，</a:t>
            </a:r>
            <a:r>
              <a:rPr lang="en-US" altLang="zh-CN" sz="1600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static</a:t>
            </a: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不能省略</a:t>
            </a:r>
            <a:endParaRPr lang="en-US" altLang="zh-CN" sz="1600" dirty="0">
              <a:solidFill>
                <a:schemeClr val="tx1">
                  <a:lumMod val="50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A7144D5-4294-4285-EA20-00DADA9CB8B3}"/>
              </a:ext>
            </a:extLst>
          </p:cNvPr>
          <p:cNvSpPr/>
          <p:nvPr/>
        </p:nvSpPr>
        <p:spPr>
          <a:xfrm>
            <a:off x="676555" y="3864513"/>
            <a:ext cx="10302240" cy="1566823"/>
          </a:xfrm>
          <a:prstGeom prst="rect">
            <a:avLst/>
          </a:prstGeom>
          <a:noFill/>
          <a:ln w="9525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D51374C9-6A98-0690-C529-906B30A6168D}"/>
              </a:ext>
            </a:extLst>
          </p:cNvPr>
          <p:cNvSpPr/>
          <p:nvPr/>
        </p:nvSpPr>
        <p:spPr>
          <a:xfrm>
            <a:off x="576627" y="3936984"/>
            <a:ext cx="1053296" cy="300942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注意事项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D51D02B0-724F-A692-112B-0BDE9B6A5DDA}"/>
              </a:ext>
            </a:extLst>
          </p:cNvPr>
          <p:cNvSpPr txBox="1"/>
          <p:nvPr/>
        </p:nvSpPr>
        <p:spPr>
          <a:xfrm>
            <a:off x="576626" y="2096371"/>
            <a:ext cx="9589537" cy="11646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接口中静态方法的定义格式：</a:t>
            </a:r>
            <a:endParaRPr lang="en-US" altLang="zh-CN" sz="1600" dirty="0">
              <a:solidFill>
                <a:schemeClr val="tx1">
                  <a:lumMod val="50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268288" indent="-268288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l"/>
              <a:defRPr/>
            </a:pP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格式：</a:t>
            </a:r>
            <a:r>
              <a:rPr lang="en-US" altLang="zh-CN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public </a:t>
            </a:r>
            <a:r>
              <a:rPr lang="en-US" altLang="zh-CN" sz="1600" dirty="0">
                <a:solidFill>
                  <a:srgbClr val="C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static</a:t>
            </a:r>
            <a:r>
              <a:rPr lang="en-US" altLang="zh-CN" sz="1600" dirty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返回值类型 方法名</a:t>
            </a:r>
            <a:r>
              <a:rPr lang="en-US" altLang="zh-CN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</a:t>
            </a: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参数列表</a:t>
            </a:r>
            <a:r>
              <a:rPr lang="en-US" altLang="zh-CN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) {}</a:t>
            </a:r>
          </a:p>
          <a:p>
            <a:pPr marL="268288" indent="-268288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l"/>
              <a:defRPr/>
            </a:pP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范例：</a:t>
            </a:r>
            <a:r>
              <a:rPr lang="en-US" altLang="zh-CN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public </a:t>
            </a:r>
            <a:r>
              <a:rPr lang="en-US" altLang="zh-CN" sz="1600" dirty="0">
                <a:solidFill>
                  <a:srgbClr val="C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static</a:t>
            </a:r>
            <a:r>
              <a:rPr lang="en-US" altLang="zh-CN" sz="1600" dirty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void show() {}</a:t>
            </a: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1FD1FDB0-F2A2-5B2C-70A7-5C7904F250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JDK8 </a:t>
            </a:r>
            <a:r>
              <a:rPr lang="zh-CN" altLang="en-US" dirty="0"/>
              <a:t>接口特性</a:t>
            </a:r>
          </a:p>
        </p:txBody>
      </p:sp>
    </p:spTree>
    <p:extLst>
      <p:ext uri="{BB962C8B-B14F-4D97-AF65-F5344CB8AC3E}">
        <p14:creationId xmlns:p14="http://schemas.microsoft.com/office/powerpoint/2010/main" val="27616919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6" grpId="0"/>
      <p:bldP spid="17" grpId="0" animBg="1"/>
      <p:bldP spid="18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C3DCDE3F-1B45-80EB-7586-CEF3BCD3B479}"/>
              </a:ext>
            </a:extLst>
          </p:cNvPr>
          <p:cNvSpPr txBox="1"/>
          <p:nvPr/>
        </p:nvSpPr>
        <p:spPr>
          <a:xfrm>
            <a:off x="576626" y="1234510"/>
            <a:ext cx="90617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0" lang="zh-CN" altLang="en-US" sz="16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接口中允许定义 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private </a:t>
            </a:r>
            <a:r>
              <a:rPr kumimoji="0" lang="zh-CN" altLang="en-US" sz="16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私有</a:t>
            </a: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方法</a:t>
            </a:r>
            <a:endParaRPr kumimoji="0" lang="zh-CN" altLang="en-US" sz="1600" b="0" i="0" u="none" strike="noStrike" cap="none" normalizeH="0" baseline="0" dirty="0">
              <a:ln>
                <a:noFill/>
              </a:ln>
              <a:solidFill>
                <a:schemeClr val="tx1">
                  <a:lumMod val="50000"/>
                </a:schemeClr>
              </a:solidFill>
              <a:effectLst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756FDE9-0112-4965-10CC-FF6286C45966}"/>
              </a:ext>
            </a:extLst>
          </p:cNvPr>
          <p:cNvSpPr txBox="1"/>
          <p:nvPr/>
        </p:nvSpPr>
        <p:spPr>
          <a:xfrm>
            <a:off x="576626" y="2129142"/>
            <a:ext cx="9589537" cy="22648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接口中私有方法的定义格式：</a:t>
            </a:r>
            <a:endParaRPr lang="en-US" altLang="zh-CN" sz="1600" dirty="0">
              <a:solidFill>
                <a:schemeClr val="tx1">
                  <a:lumMod val="50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268288" indent="-268288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l"/>
              <a:defRPr/>
            </a:pP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格式</a:t>
            </a:r>
            <a:r>
              <a:rPr lang="en-US" altLang="zh-CN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1</a:t>
            </a: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：</a:t>
            </a:r>
            <a:r>
              <a:rPr lang="en-US" altLang="zh-CN" sz="1600" dirty="0">
                <a:solidFill>
                  <a:srgbClr val="C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private</a:t>
            </a:r>
            <a:r>
              <a:rPr lang="en-US" altLang="zh-CN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返回值类型 方法名</a:t>
            </a:r>
            <a:r>
              <a:rPr lang="en-US" altLang="zh-CN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</a:t>
            </a: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参数列表</a:t>
            </a:r>
            <a:r>
              <a:rPr lang="en-US" altLang="zh-CN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) {}</a:t>
            </a:r>
          </a:p>
          <a:p>
            <a:pPr marL="268288" indent="-268288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l"/>
              <a:defRPr/>
            </a:pP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范例</a:t>
            </a:r>
            <a:r>
              <a:rPr lang="en-US" altLang="zh-CN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1</a:t>
            </a: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：</a:t>
            </a:r>
            <a:r>
              <a:rPr lang="en-US" altLang="zh-CN" sz="1600" dirty="0">
                <a:solidFill>
                  <a:srgbClr val="C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private</a:t>
            </a:r>
            <a:r>
              <a:rPr lang="en-US" altLang="zh-CN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void show() {}</a:t>
            </a:r>
          </a:p>
          <a:p>
            <a:pPr marL="268288" indent="-268288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l"/>
              <a:defRPr/>
            </a:pPr>
            <a:endParaRPr lang="en-US" altLang="zh-CN" sz="1600" dirty="0">
              <a:solidFill>
                <a:schemeClr val="tx1">
                  <a:lumMod val="50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268288" indent="-268288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l"/>
              <a:defRPr/>
            </a:pP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格式</a:t>
            </a:r>
            <a:r>
              <a:rPr lang="en-US" altLang="zh-CN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2</a:t>
            </a: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：</a:t>
            </a:r>
            <a:r>
              <a:rPr lang="en-US" altLang="zh-CN" sz="1600" dirty="0">
                <a:solidFill>
                  <a:srgbClr val="C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private</a:t>
            </a:r>
            <a:r>
              <a:rPr lang="en-US" altLang="zh-CN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static </a:t>
            </a: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返回值类型 方法名</a:t>
            </a:r>
            <a:r>
              <a:rPr lang="en-US" altLang="zh-CN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</a:t>
            </a: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参数列表</a:t>
            </a:r>
            <a:r>
              <a:rPr lang="en-US" altLang="zh-CN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) {}</a:t>
            </a:r>
          </a:p>
          <a:p>
            <a:pPr marL="268288" indent="-268288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l"/>
              <a:defRPr/>
            </a:pP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范例</a:t>
            </a:r>
            <a:r>
              <a:rPr lang="en-US" altLang="zh-CN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2</a:t>
            </a: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：</a:t>
            </a:r>
            <a:r>
              <a:rPr lang="en-US" altLang="zh-CN" sz="1600" dirty="0">
                <a:solidFill>
                  <a:srgbClr val="C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private</a:t>
            </a:r>
            <a:r>
              <a:rPr lang="en-US" altLang="zh-CN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static void method() {}</a:t>
            </a:r>
          </a:p>
        </p:txBody>
      </p:sp>
      <p:sp>
        <p:nvSpPr>
          <p:cNvPr id="4" name="标题 3">
            <a:extLst>
              <a:ext uri="{FF2B5EF4-FFF2-40B4-BE49-F238E27FC236}">
                <a16:creationId xmlns:a16="http://schemas.microsoft.com/office/drawing/2014/main" id="{7C1A2F29-64CD-EAD9-F175-A39D4C4F3D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JDK9 </a:t>
            </a:r>
            <a:r>
              <a:rPr lang="zh-CN" altLang="en-US" dirty="0"/>
              <a:t>接口特性</a:t>
            </a:r>
          </a:p>
        </p:txBody>
      </p:sp>
    </p:spTree>
    <p:extLst>
      <p:ext uri="{BB962C8B-B14F-4D97-AF65-F5344CB8AC3E}">
        <p14:creationId xmlns:p14="http://schemas.microsoft.com/office/powerpoint/2010/main" val="17819514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>
            <a:extLst>
              <a:ext uri="{FF2B5EF4-FFF2-40B4-BE49-F238E27FC236}">
                <a16:creationId xmlns:a16="http://schemas.microsoft.com/office/drawing/2014/main" id="{E609F62D-6B07-2B4C-8030-A9E2F0AE75D6}"/>
              </a:ext>
            </a:extLst>
          </p:cNvPr>
          <p:cNvSpPr txBox="1"/>
          <p:nvPr/>
        </p:nvSpPr>
        <p:spPr>
          <a:xfrm>
            <a:off x="679451" y="1810455"/>
            <a:ext cx="5504025" cy="3785652"/>
          </a:xfrm>
          <a:prstGeom prst="rect">
            <a:avLst/>
          </a:prstGeom>
          <a:solidFill>
            <a:srgbClr val="FFFFE4"/>
          </a:solidFill>
          <a:ln w="12700"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6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interface </a:t>
            </a:r>
            <a:r>
              <a:rPr lang="zh-CN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Inter </a:t>
            </a:r>
            <a:r>
              <a:rPr lang="zh-CN" altLang="zh-CN" sz="16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{</a:t>
            </a:r>
            <a:br>
              <a:rPr lang="zh-CN" altLang="zh-CN" sz="16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6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</a:t>
            </a:r>
            <a:r>
              <a:rPr lang="zh-CN" altLang="zh-CN" sz="16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public default void </a:t>
            </a:r>
            <a:r>
              <a:rPr lang="zh-CN" altLang="zh-CN" sz="1600" dirty="0">
                <a:solidFill>
                  <a:srgbClr val="00627A"/>
                </a:solidFill>
                <a:latin typeface="Consolas" panose="020B0609020204030204" pitchFamily="49" charset="0"/>
                <a:ea typeface="JetBrains Mono"/>
              </a:rPr>
              <a:t>start</a:t>
            </a:r>
            <a:r>
              <a:rPr lang="zh-CN" altLang="zh-CN" sz="16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(){</a:t>
            </a:r>
            <a:br>
              <a:rPr lang="zh-CN" altLang="zh-CN" sz="16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br>
              <a:rPr lang="zh-CN" altLang="zh-CN" sz="16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6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System</a:t>
            </a:r>
            <a:r>
              <a:rPr lang="zh-CN" altLang="zh-CN" sz="16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</a:t>
            </a:r>
            <a:r>
              <a:rPr lang="zh-CN" altLang="zh-CN" sz="1600" i="1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out</a:t>
            </a:r>
            <a:r>
              <a:rPr lang="zh-CN" altLang="zh-CN" sz="16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.println(</a:t>
            </a:r>
            <a:r>
              <a:rPr lang="zh-CN" altLang="zh-CN" sz="16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"start</a:t>
            </a:r>
            <a:r>
              <a:rPr lang="zh-CN" altLang="zh-CN" sz="1600" dirty="0">
                <a:solidFill>
                  <a:srgbClr val="067D17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方法执行</a:t>
            </a:r>
            <a:r>
              <a:rPr lang="zh-CN" altLang="zh-CN" sz="16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..."</a:t>
            </a:r>
            <a:r>
              <a:rPr lang="zh-CN" altLang="zh-CN" sz="16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);</a:t>
            </a:r>
            <a:br>
              <a:rPr lang="zh-CN" altLang="zh-CN" sz="16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6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System</a:t>
            </a:r>
            <a:r>
              <a:rPr lang="zh-CN" altLang="zh-CN" sz="16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</a:t>
            </a:r>
            <a:r>
              <a:rPr lang="zh-CN" altLang="zh-CN" sz="1600" i="1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out</a:t>
            </a:r>
            <a:r>
              <a:rPr lang="zh-CN" altLang="zh-CN" sz="16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.println(</a:t>
            </a:r>
            <a:r>
              <a:rPr lang="zh-CN" altLang="zh-CN" sz="16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1600" dirty="0">
                <a:solidFill>
                  <a:srgbClr val="067D17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日志记录</a:t>
            </a:r>
            <a:r>
              <a:rPr lang="zh-CN" altLang="zh-CN" sz="16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16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);</a:t>
            </a:r>
            <a:br>
              <a:rPr lang="zh-CN" altLang="zh-CN" sz="16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br>
              <a:rPr lang="zh-CN" altLang="zh-CN" sz="16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6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}</a:t>
            </a:r>
            <a:br>
              <a:rPr lang="zh-CN" altLang="zh-CN" sz="16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br>
              <a:rPr lang="zh-CN" altLang="zh-CN" sz="16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6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</a:t>
            </a:r>
            <a:r>
              <a:rPr lang="zh-CN" altLang="zh-CN" sz="16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public default void </a:t>
            </a:r>
            <a:r>
              <a:rPr lang="zh-CN" altLang="zh-CN" sz="1600" dirty="0">
                <a:solidFill>
                  <a:srgbClr val="00627A"/>
                </a:solidFill>
                <a:latin typeface="Consolas" panose="020B0609020204030204" pitchFamily="49" charset="0"/>
                <a:ea typeface="JetBrains Mono"/>
              </a:rPr>
              <a:t>end</a:t>
            </a:r>
            <a:r>
              <a:rPr lang="zh-CN" altLang="zh-CN" sz="16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(){</a:t>
            </a:r>
            <a:br>
              <a:rPr lang="zh-CN" altLang="zh-CN" sz="16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endParaRPr lang="en-US" altLang="zh-CN" sz="1600" dirty="0">
              <a:solidFill>
                <a:srgbClr val="080808"/>
              </a:solidFill>
              <a:latin typeface="Consolas" panose="020B0609020204030204" pitchFamily="49" charset="0"/>
              <a:ea typeface="JetBrains Mono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6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System</a:t>
            </a:r>
            <a:r>
              <a:rPr lang="zh-CN" altLang="zh-CN" sz="16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</a:t>
            </a:r>
            <a:r>
              <a:rPr lang="zh-CN" altLang="zh-CN" sz="1600" i="1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out</a:t>
            </a:r>
            <a:r>
              <a:rPr lang="zh-CN" altLang="zh-CN" sz="16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.println(</a:t>
            </a:r>
            <a:r>
              <a:rPr lang="zh-CN" altLang="zh-CN" sz="16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"end</a:t>
            </a:r>
            <a:r>
              <a:rPr lang="zh-CN" altLang="zh-CN" sz="1600" dirty="0">
                <a:solidFill>
                  <a:srgbClr val="067D17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方法执行</a:t>
            </a:r>
            <a:r>
              <a:rPr lang="zh-CN" altLang="zh-CN" sz="16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..."</a:t>
            </a:r>
            <a:r>
              <a:rPr lang="zh-CN" altLang="zh-CN" sz="16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);</a:t>
            </a:r>
            <a:br>
              <a:rPr lang="zh-CN" altLang="zh-CN" sz="16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6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System</a:t>
            </a:r>
            <a:r>
              <a:rPr lang="zh-CN" altLang="zh-CN" sz="16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</a:t>
            </a:r>
            <a:r>
              <a:rPr lang="zh-CN" altLang="zh-CN" sz="1600" i="1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out</a:t>
            </a:r>
            <a:r>
              <a:rPr lang="zh-CN" altLang="zh-CN" sz="16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.println(</a:t>
            </a:r>
            <a:r>
              <a:rPr lang="zh-CN" altLang="zh-CN" sz="16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1600" dirty="0">
                <a:solidFill>
                  <a:srgbClr val="067D17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日志记录</a:t>
            </a:r>
            <a:r>
              <a:rPr lang="zh-CN" altLang="zh-CN" sz="16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16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);</a:t>
            </a:r>
            <a:br>
              <a:rPr lang="zh-CN" altLang="zh-CN" sz="16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br>
              <a:rPr lang="zh-CN" altLang="zh-CN" sz="16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6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}</a:t>
            </a:r>
            <a:br>
              <a:rPr lang="zh-CN" altLang="zh-CN" sz="16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6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}</a:t>
            </a:r>
            <a:endParaRPr lang="zh-CN" altLang="zh-CN" sz="3600" dirty="0">
              <a:latin typeface="Consolas" panose="020B0609020204030204" pitchFamily="49" charset="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BFA42C02-BC84-7910-BE19-0322AD2B22A5}"/>
              </a:ext>
            </a:extLst>
          </p:cNvPr>
          <p:cNvSpPr txBox="1"/>
          <p:nvPr/>
        </p:nvSpPr>
        <p:spPr>
          <a:xfrm>
            <a:off x="7073642" y="3013501"/>
            <a:ext cx="4141755" cy="830997"/>
          </a:xfrm>
          <a:prstGeom prst="rect">
            <a:avLst/>
          </a:prstGeom>
          <a:solidFill>
            <a:srgbClr val="FFFFE4"/>
          </a:solidFill>
          <a:ln w="12700"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6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public default void </a:t>
            </a:r>
            <a:r>
              <a:rPr lang="en-US" altLang="zh-CN" sz="1600" dirty="0">
                <a:solidFill>
                  <a:srgbClr val="00627A"/>
                </a:solidFill>
                <a:latin typeface="Consolas" panose="020B0609020204030204" pitchFamily="49" charset="0"/>
                <a:ea typeface="JetBrains Mono"/>
              </a:rPr>
              <a:t>log</a:t>
            </a:r>
            <a:r>
              <a:rPr lang="zh-CN" altLang="zh-CN" sz="16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()</a:t>
            </a:r>
            <a:r>
              <a:rPr lang="en-US" altLang="zh-CN" sz="16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</a:t>
            </a:r>
            <a:r>
              <a:rPr lang="zh-CN" altLang="zh-CN" sz="16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{</a:t>
            </a:r>
            <a:br>
              <a:rPr lang="zh-CN" altLang="zh-CN" sz="16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en-US" altLang="zh-CN" sz="16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</a:t>
            </a:r>
            <a:r>
              <a:rPr lang="zh-CN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System</a:t>
            </a:r>
            <a:r>
              <a:rPr lang="zh-CN" altLang="zh-CN" sz="16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</a:t>
            </a:r>
            <a:r>
              <a:rPr lang="zh-CN" altLang="zh-CN" sz="1600" i="1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out</a:t>
            </a:r>
            <a:r>
              <a:rPr lang="zh-CN" altLang="zh-CN" sz="16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.println(</a:t>
            </a:r>
            <a:r>
              <a:rPr lang="zh-CN" altLang="zh-CN" sz="16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1600" dirty="0">
                <a:solidFill>
                  <a:srgbClr val="067D17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日志记录</a:t>
            </a:r>
            <a:r>
              <a:rPr lang="zh-CN" altLang="zh-CN" sz="16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16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);</a:t>
            </a:r>
            <a:br>
              <a:rPr lang="zh-CN" altLang="zh-CN" sz="16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6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}</a:t>
            </a:r>
            <a:endParaRPr lang="zh-CN" altLang="zh-CN" sz="3600" dirty="0">
              <a:latin typeface="Consolas" panose="020B0609020204030204" pitchFamily="49" charset="0"/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16A8B989-55D7-2BDC-15C7-1811AD200D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JDK9 </a:t>
            </a:r>
            <a:r>
              <a:rPr lang="zh-CN" altLang="en-US" dirty="0"/>
              <a:t>接口特性</a:t>
            </a:r>
          </a:p>
        </p:txBody>
      </p:sp>
    </p:spTree>
    <p:extLst>
      <p:ext uri="{BB962C8B-B14F-4D97-AF65-F5344CB8AC3E}">
        <p14:creationId xmlns:p14="http://schemas.microsoft.com/office/powerpoint/2010/main" val="483810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>
            <a:extLst>
              <a:ext uri="{FF2B5EF4-FFF2-40B4-BE49-F238E27FC236}">
                <a16:creationId xmlns:a16="http://schemas.microsoft.com/office/drawing/2014/main" id="{E609F62D-6B07-2B4C-8030-A9E2F0AE75D6}"/>
              </a:ext>
            </a:extLst>
          </p:cNvPr>
          <p:cNvSpPr txBox="1"/>
          <p:nvPr/>
        </p:nvSpPr>
        <p:spPr>
          <a:xfrm>
            <a:off x="679451" y="1810455"/>
            <a:ext cx="5504025" cy="4770537"/>
          </a:xfrm>
          <a:prstGeom prst="rect">
            <a:avLst/>
          </a:prstGeom>
          <a:solidFill>
            <a:srgbClr val="FFFFE4"/>
          </a:solidFill>
          <a:ln w="12700"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6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interface </a:t>
            </a:r>
            <a:r>
              <a:rPr lang="zh-CN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Inter </a:t>
            </a:r>
            <a:r>
              <a:rPr lang="zh-CN" altLang="zh-CN" sz="16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{</a:t>
            </a:r>
            <a:br>
              <a:rPr lang="zh-CN" altLang="zh-CN" sz="16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6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</a:t>
            </a:r>
            <a:r>
              <a:rPr lang="zh-CN" altLang="zh-CN" sz="16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public default void </a:t>
            </a:r>
            <a:r>
              <a:rPr lang="zh-CN" altLang="zh-CN" sz="1600" dirty="0">
                <a:solidFill>
                  <a:srgbClr val="00627A"/>
                </a:solidFill>
                <a:latin typeface="Consolas" panose="020B0609020204030204" pitchFamily="49" charset="0"/>
                <a:ea typeface="JetBrains Mono"/>
              </a:rPr>
              <a:t>start</a:t>
            </a:r>
            <a:r>
              <a:rPr lang="zh-CN" altLang="zh-CN" sz="16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(){</a:t>
            </a:r>
            <a:br>
              <a:rPr lang="zh-CN" altLang="zh-CN" sz="16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br>
              <a:rPr lang="zh-CN" altLang="zh-CN" sz="16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6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System</a:t>
            </a:r>
            <a:r>
              <a:rPr lang="zh-CN" altLang="zh-CN" sz="16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</a:t>
            </a:r>
            <a:r>
              <a:rPr lang="zh-CN" altLang="zh-CN" sz="1600" i="1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out</a:t>
            </a:r>
            <a:r>
              <a:rPr lang="zh-CN" altLang="zh-CN" sz="16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.println(</a:t>
            </a:r>
            <a:r>
              <a:rPr lang="zh-CN" altLang="zh-CN" sz="16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"start</a:t>
            </a:r>
            <a:r>
              <a:rPr lang="zh-CN" altLang="zh-CN" sz="1600" dirty="0">
                <a:solidFill>
                  <a:srgbClr val="067D17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方法执行</a:t>
            </a:r>
            <a:r>
              <a:rPr lang="zh-CN" altLang="zh-CN" sz="16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..."</a:t>
            </a:r>
            <a:r>
              <a:rPr lang="zh-CN" altLang="zh-CN" sz="16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);</a:t>
            </a:r>
            <a:br>
              <a:rPr lang="zh-CN" altLang="zh-CN" sz="16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6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</a:t>
            </a:r>
            <a:r>
              <a:rPr lang="en-US" altLang="zh-CN" sz="16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	log();</a:t>
            </a:r>
            <a:br>
              <a:rPr lang="zh-CN" altLang="zh-CN" sz="16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br>
              <a:rPr lang="zh-CN" altLang="zh-CN" sz="16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6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}</a:t>
            </a:r>
            <a:br>
              <a:rPr lang="zh-CN" altLang="zh-CN" sz="16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br>
              <a:rPr lang="zh-CN" altLang="zh-CN" sz="16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6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</a:t>
            </a:r>
            <a:r>
              <a:rPr lang="zh-CN" altLang="zh-CN" sz="16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public default void </a:t>
            </a:r>
            <a:r>
              <a:rPr lang="zh-CN" altLang="zh-CN" sz="1600" dirty="0">
                <a:solidFill>
                  <a:srgbClr val="00627A"/>
                </a:solidFill>
                <a:latin typeface="Consolas" panose="020B0609020204030204" pitchFamily="49" charset="0"/>
                <a:ea typeface="JetBrains Mono"/>
              </a:rPr>
              <a:t>end</a:t>
            </a:r>
            <a:r>
              <a:rPr lang="zh-CN" altLang="zh-CN" sz="16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(){</a:t>
            </a:r>
            <a:br>
              <a:rPr lang="zh-CN" altLang="zh-CN" sz="16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endParaRPr lang="en-US" altLang="zh-CN" sz="1600" dirty="0">
              <a:solidFill>
                <a:srgbClr val="080808"/>
              </a:solidFill>
              <a:latin typeface="Consolas" panose="020B0609020204030204" pitchFamily="49" charset="0"/>
              <a:ea typeface="JetBrains Mono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6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System</a:t>
            </a:r>
            <a:r>
              <a:rPr lang="zh-CN" altLang="zh-CN" sz="16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</a:t>
            </a:r>
            <a:r>
              <a:rPr lang="zh-CN" altLang="zh-CN" sz="1600" i="1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out</a:t>
            </a:r>
            <a:r>
              <a:rPr lang="zh-CN" altLang="zh-CN" sz="16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.println(</a:t>
            </a:r>
            <a:r>
              <a:rPr lang="zh-CN" altLang="zh-CN" sz="16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"end</a:t>
            </a:r>
            <a:r>
              <a:rPr lang="zh-CN" altLang="zh-CN" sz="1600" dirty="0">
                <a:solidFill>
                  <a:srgbClr val="067D17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方法执行</a:t>
            </a:r>
            <a:r>
              <a:rPr lang="zh-CN" altLang="zh-CN" sz="16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..."</a:t>
            </a:r>
            <a:r>
              <a:rPr lang="zh-CN" altLang="zh-CN" sz="16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);</a:t>
            </a:r>
            <a:br>
              <a:rPr lang="zh-CN" altLang="zh-CN" sz="16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6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en-US" altLang="zh-CN" sz="16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log();</a:t>
            </a:r>
            <a:br>
              <a:rPr lang="zh-CN" altLang="zh-CN" sz="16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6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}</a:t>
            </a:r>
            <a:endParaRPr lang="en-US" altLang="zh-CN" sz="1600" dirty="0">
              <a:solidFill>
                <a:srgbClr val="080808"/>
              </a:solidFill>
              <a:latin typeface="Consolas" panose="020B0609020204030204" pitchFamily="49" charset="0"/>
              <a:ea typeface="JetBrains Mono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6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6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</a:t>
            </a:r>
            <a:r>
              <a:rPr lang="zh-CN" altLang="zh-CN" sz="16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public default void </a:t>
            </a:r>
            <a:r>
              <a:rPr lang="en-US" altLang="zh-CN" sz="1600" dirty="0">
                <a:solidFill>
                  <a:srgbClr val="00627A"/>
                </a:solidFill>
                <a:latin typeface="Consolas" panose="020B0609020204030204" pitchFamily="49" charset="0"/>
                <a:ea typeface="JetBrains Mono"/>
              </a:rPr>
              <a:t>log</a:t>
            </a:r>
            <a:r>
              <a:rPr lang="zh-CN" altLang="zh-CN" sz="16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()</a:t>
            </a:r>
            <a:r>
              <a:rPr lang="en-US" altLang="zh-CN" sz="16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</a:t>
            </a:r>
            <a:r>
              <a:rPr lang="zh-CN" altLang="zh-CN" sz="16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{</a:t>
            </a:r>
            <a:br>
              <a:rPr lang="zh-CN" altLang="zh-CN" sz="16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en-US" altLang="zh-CN" sz="16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System</a:t>
            </a:r>
            <a:r>
              <a:rPr lang="zh-CN" altLang="zh-CN" sz="16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</a:t>
            </a:r>
            <a:r>
              <a:rPr lang="zh-CN" altLang="zh-CN" sz="1600" i="1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out</a:t>
            </a:r>
            <a:r>
              <a:rPr lang="zh-CN" altLang="zh-CN" sz="16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.println(</a:t>
            </a:r>
            <a:r>
              <a:rPr lang="zh-CN" altLang="zh-CN" sz="16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1600" dirty="0">
                <a:solidFill>
                  <a:srgbClr val="067D17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日志记录</a:t>
            </a:r>
            <a:r>
              <a:rPr lang="zh-CN" altLang="zh-CN" sz="16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16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);</a:t>
            </a:r>
            <a:br>
              <a:rPr lang="zh-CN" altLang="zh-CN" sz="16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en-US" altLang="zh-CN" sz="16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</a:t>
            </a:r>
            <a:r>
              <a:rPr lang="zh-CN" altLang="zh-CN" sz="16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}</a:t>
            </a:r>
            <a:endParaRPr lang="zh-CN" altLang="zh-CN" sz="3600" dirty="0">
              <a:latin typeface="Consolas" panose="020B06090202040302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br>
              <a:rPr lang="zh-CN" altLang="zh-CN" sz="16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6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}</a:t>
            </a:r>
            <a:endParaRPr lang="zh-CN" altLang="zh-CN" sz="3600" dirty="0">
              <a:latin typeface="Consolas" panose="020B0609020204030204" pitchFamily="49" charset="0"/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1ACA0BFD-ECDC-8CBD-BE81-169F2CB455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JDK9 </a:t>
            </a:r>
            <a:r>
              <a:rPr lang="zh-CN" altLang="en-US" dirty="0"/>
              <a:t>接口特性</a:t>
            </a:r>
          </a:p>
        </p:txBody>
      </p:sp>
    </p:spTree>
    <p:extLst>
      <p:ext uri="{BB962C8B-B14F-4D97-AF65-F5344CB8AC3E}">
        <p14:creationId xmlns:p14="http://schemas.microsoft.com/office/powerpoint/2010/main" val="28667881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C3B102-E029-7098-9D31-323C300D48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>
            <a:extLst>
              <a:ext uri="{FF2B5EF4-FFF2-40B4-BE49-F238E27FC236}">
                <a16:creationId xmlns:a16="http://schemas.microsoft.com/office/drawing/2014/main" id="{1E283A2C-273E-1748-5F25-C3BD88B317F7}"/>
              </a:ext>
            </a:extLst>
          </p:cNvPr>
          <p:cNvSpPr txBox="1"/>
          <p:nvPr/>
        </p:nvSpPr>
        <p:spPr>
          <a:xfrm>
            <a:off x="679451" y="1810455"/>
            <a:ext cx="5504025" cy="4770537"/>
          </a:xfrm>
          <a:prstGeom prst="rect">
            <a:avLst/>
          </a:prstGeom>
          <a:solidFill>
            <a:srgbClr val="FFFFE4"/>
          </a:solidFill>
          <a:ln w="12700"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6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interface </a:t>
            </a:r>
            <a:r>
              <a:rPr lang="zh-CN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Inter </a:t>
            </a:r>
            <a:r>
              <a:rPr lang="zh-CN" altLang="zh-CN" sz="16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{</a:t>
            </a:r>
            <a:br>
              <a:rPr lang="zh-CN" altLang="zh-CN" sz="16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6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</a:t>
            </a:r>
            <a:r>
              <a:rPr lang="zh-CN" altLang="zh-CN" sz="16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public default void </a:t>
            </a:r>
            <a:r>
              <a:rPr lang="zh-CN" altLang="zh-CN" sz="1600" dirty="0">
                <a:solidFill>
                  <a:srgbClr val="00627A"/>
                </a:solidFill>
                <a:latin typeface="Consolas" panose="020B0609020204030204" pitchFamily="49" charset="0"/>
                <a:ea typeface="JetBrains Mono"/>
              </a:rPr>
              <a:t>start</a:t>
            </a:r>
            <a:r>
              <a:rPr lang="zh-CN" altLang="zh-CN" sz="16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(){</a:t>
            </a:r>
            <a:br>
              <a:rPr lang="zh-CN" altLang="zh-CN" sz="16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br>
              <a:rPr lang="zh-CN" altLang="zh-CN" sz="16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6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System</a:t>
            </a:r>
            <a:r>
              <a:rPr lang="zh-CN" altLang="zh-CN" sz="16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</a:t>
            </a:r>
            <a:r>
              <a:rPr lang="zh-CN" altLang="zh-CN" sz="1600" i="1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out</a:t>
            </a:r>
            <a:r>
              <a:rPr lang="zh-CN" altLang="zh-CN" sz="16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.println(</a:t>
            </a:r>
            <a:r>
              <a:rPr lang="zh-CN" altLang="zh-CN" sz="16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"start</a:t>
            </a:r>
            <a:r>
              <a:rPr lang="zh-CN" altLang="zh-CN" sz="1600" dirty="0">
                <a:solidFill>
                  <a:srgbClr val="067D17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方法执行</a:t>
            </a:r>
            <a:r>
              <a:rPr lang="zh-CN" altLang="zh-CN" sz="16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..."</a:t>
            </a:r>
            <a:r>
              <a:rPr lang="zh-CN" altLang="zh-CN" sz="16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);</a:t>
            </a:r>
            <a:br>
              <a:rPr lang="zh-CN" altLang="zh-CN" sz="16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6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</a:t>
            </a:r>
            <a:r>
              <a:rPr lang="en-US" altLang="zh-CN" sz="16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	log();</a:t>
            </a:r>
            <a:br>
              <a:rPr lang="zh-CN" altLang="zh-CN" sz="16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br>
              <a:rPr lang="zh-CN" altLang="zh-CN" sz="16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6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}</a:t>
            </a:r>
            <a:br>
              <a:rPr lang="zh-CN" altLang="zh-CN" sz="16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br>
              <a:rPr lang="zh-CN" altLang="zh-CN" sz="16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6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</a:t>
            </a:r>
            <a:r>
              <a:rPr lang="zh-CN" altLang="zh-CN" sz="16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public default void </a:t>
            </a:r>
            <a:r>
              <a:rPr lang="zh-CN" altLang="zh-CN" sz="1600" dirty="0">
                <a:solidFill>
                  <a:srgbClr val="00627A"/>
                </a:solidFill>
                <a:latin typeface="Consolas" panose="020B0609020204030204" pitchFamily="49" charset="0"/>
                <a:ea typeface="JetBrains Mono"/>
              </a:rPr>
              <a:t>end</a:t>
            </a:r>
            <a:r>
              <a:rPr lang="zh-CN" altLang="zh-CN" sz="16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(){</a:t>
            </a:r>
            <a:br>
              <a:rPr lang="zh-CN" altLang="zh-CN" sz="16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endParaRPr lang="en-US" altLang="zh-CN" sz="1600" dirty="0">
              <a:solidFill>
                <a:srgbClr val="080808"/>
              </a:solidFill>
              <a:latin typeface="Consolas" panose="020B0609020204030204" pitchFamily="49" charset="0"/>
              <a:ea typeface="JetBrains Mono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6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System</a:t>
            </a:r>
            <a:r>
              <a:rPr lang="zh-CN" altLang="zh-CN" sz="16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</a:t>
            </a:r>
            <a:r>
              <a:rPr lang="zh-CN" altLang="zh-CN" sz="1600" i="1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out</a:t>
            </a:r>
            <a:r>
              <a:rPr lang="zh-CN" altLang="zh-CN" sz="16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.println(</a:t>
            </a:r>
            <a:r>
              <a:rPr lang="zh-CN" altLang="zh-CN" sz="16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"end</a:t>
            </a:r>
            <a:r>
              <a:rPr lang="zh-CN" altLang="zh-CN" sz="1600" dirty="0">
                <a:solidFill>
                  <a:srgbClr val="067D17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方法执行</a:t>
            </a:r>
            <a:r>
              <a:rPr lang="zh-CN" altLang="zh-CN" sz="16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..."</a:t>
            </a:r>
            <a:r>
              <a:rPr lang="zh-CN" altLang="zh-CN" sz="16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);</a:t>
            </a:r>
            <a:br>
              <a:rPr lang="zh-CN" altLang="zh-CN" sz="16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6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en-US" altLang="zh-CN" sz="16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log();</a:t>
            </a:r>
            <a:br>
              <a:rPr lang="zh-CN" altLang="zh-CN" sz="16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6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}</a:t>
            </a:r>
            <a:endParaRPr lang="en-US" altLang="zh-CN" sz="1600" dirty="0">
              <a:solidFill>
                <a:srgbClr val="080808"/>
              </a:solidFill>
              <a:latin typeface="Consolas" panose="020B0609020204030204" pitchFamily="49" charset="0"/>
              <a:ea typeface="JetBrains Mono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6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6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</a:t>
            </a:r>
            <a:r>
              <a:rPr lang="en-US" altLang="zh-CN" sz="16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private</a:t>
            </a:r>
            <a:r>
              <a:rPr lang="zh-CN" altLang="zh-CN" sz="16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 void </a:t>
            </a:r>
            <a:r>
              <a:rPr lang="en-US" altLang="zh-CN" sz="1600" dirty="0">
                <a:solidFill>
                  <a:srgbClr val="00627A"/>
                </a:solidFill>
                <a:latin typeface="Consolas" panose="020B0609020204030204" pitchFamily="49" charset="0"/>
                <a:ea typeface="JetBrains Mono"/>
              </a:rPr>
              <a:t>log</a:t>
            </a:r>
            <a:r>
              <a:rPr lang="zh-CN" altLang="zh-CN" sz="16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()</a:t>
            </a:r>
            <a:r>
              <a:rPr lang="en-US" altLang="zh-CN" sz="16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</a:t>
            </a:r>
            <a:r>
              <a:rPr lang="zh-CN" altLang="zh-CN" sz="16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{</a:t>
            </a:r>
            <a:br>
              <a:rPr lang="zh-CN" altLang="zh-CN" sz="16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en-US" altLang="zh-CN" sz="16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    </a:t>
            </a:r>
            <a:r>
              <a:rPr lang="zh-CN" altLang="zh-CN" sz="16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System</a:t>
            </a:r>
            <a:r>
              <a:rPr lang="zh-CN" altLang="zh-CN" sz="16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</a:t>
            </a:r>
            <a:r>
              <a:rPr lang="zh-CN" altLang="zh-CN" sz="1600" i="1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out</a:t>
            </a:r>
            <a:r>
              <a:rPr lang="zh-CN" altLang="zh-CN" sz="16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.println(</a:t>
            </a:r>
            <a:r>
              <a:rPr lang="zh-CN" altLang="zh-CN" sz="16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1600" dirty="0">
                <a:solidFill>
                  <a:srgbClr val="067D17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日志记录</a:t>
            </a:r>
            <a:r>
              <a:rPr lang="zh-CN" altLang="zh-CN" sz="16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</a:t>
            </a:r>
            <a:r>
              <a:rPr lang="zh-CN" altLang="zh-CN" sz="16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);</a:t>
            </a:r>
            <a:br>
              <a:rPr lang="zh-CN" altLang="zh-CN" sz="16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en-US" altLang="zh-CN" sz="16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</a:t>
            </a:r>
            <a:r>
              <a:rPr lang="zh-CN" altLang="zh-CN" sz="16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}</a:t>
            </a:r>
            <a:endParaRPr lang="zh-CN" altLang="zh-CN" sz="3600" dirty="0">
              <a:latin typeface="Consolas" panose="020B06090202040302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br>
              <a:rPr lang="zh-CN" altLang="zh-CN" sz="16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6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}</a:t>
            </a:r>
            <a:endParaRPr lang="zh-CN" altLang="zh-CN" sz="3600" dirty="0">
              <a:latin typeface="Consolas" panose="020B0609020204030204" pitchFamily="49" charset="0"/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689689F3-47D2-DD57-53D7-BC7F5CE56A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JDK9 </a:t>
            </a:r>
            <a:r>
              <a:rPr lang="zh-CN" altLang="en-US" dirty="0"/>
              <a:t>接口特性</a:t>
            </a:r>
          </a:p>
        </p:txBody>
      </p:sp>
    </p:spTree>
    <p:extLst>
      <p:ext uri="{BB962C8B-B14F-4D97-AF65-F5344CB8AC3E}">
        <p14:creationId xmlns:p14="http://schemas.microsoft.com/office/powerpoint/2010/main" val="352295645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947BC4DF-A351-96A4-C65B-8E1213A8765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JDK8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的新特性：接口中可以定义有方法体的方法。（默认、静态）</a:t>
            </a:r>
            <a:endParaRPr lang="en-US" altLang="zh-CN" dirty="0">
              <a:solidFill>
                <a:schemeClr val="tx1">
                  <a:lumMod val="50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en-US" altLang="zh-CN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JDK9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的新特性：接口中可以定义私有方法。</a:t>
            </a:r>
            <a:endParaRPr lang="en-US" altLang="zh-CN" dirty="0">
              <a:solidFill>
                <a:schemeClr val="tx1">
                  <a:lumMod val="50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764C089C-0935-5E44-B9F7-7E9F84DDBA17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244475"/>
            <a:ext cx="8770938" cy="517525"/>
          </a:xfrm>
          <a:prstGeom prst="rect">
            <a:avLst/>
          </a:prstGeom>
        </p:spPr>
        <p:txBody>
          <a:bodyPr/>
          <a:lstStyle/>
          <a:p>
            <a:r>
              <a:rPr kumimoji="1" lang="zh-CN" alt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708118507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4D3DCD-A9ED-EB76-5763-F291EDC76C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FE2BD1C-5B4B-1DD2-8543-1942EEF2BB2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34080" y="2465278"/>
            <a:ext cx="4831831" cy="901700"/>
          </a:xfrm>
        </p:spPr>
        <p:txBody>
          <a:bodyPr/>
          <a:lstStyle/>
          <a:p>
            <a:r>
              <a:rPr lang="zh-CN" altLang="en-US" dirty="0"/>
              <a:t>多态</a:t>
            </a:r>
          </a:p>
        </p:txBody>
      </p:sp>
      <p:sp>
        <p:nvSpPr>
          <p:cNvPr id="10" name="文本占位符 9">
            <a:extLst>
              <a:ext uri="{FF2B5EF4-FFF2-40B4-BE49-F238E27FC236}">
                <a16:creationId xmlns:a16="http://schemas.microsoft.com/office/drawing/2014/main" id="{6D802A9A-34E8-1E8F-8D57-7808786CC60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 dirty="0"/>
              <a:t>2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560269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764C089C-0935-5E44-B9F7-7E9F84DDB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 多态介绍</a:t>
            </a:r>
          </a:p>
        </p:txBody>
      </p:sp>
      <p:sp>
        <p:nvSpPr>
          <p:cNvPr id="24" name="文本占位符 3">
            <a:extLst>
              <a:ext uri="{FF2B5EF4-FFF2-40B4-BE49-F238E27FC236}">
                <a16:creationId xmlns:a16="http://schemas.microsoft.com/office/drawing/2014/main" id="{C4B8F0B7-B839-4DC0-8545-B40734C46EA9}"/>
              </a:ext>
            </a:extLst>
          </p:cNvPr>
          <p:cNvSpPr txBox="1">
            <a:spLocks/>
          </p:cNvSpPr>
          <p:nvPr/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kumimoji="1" lang="zh-CN" altLang="en-US" dirty="0">
              <a:latin typeface="Consolas" panose="020B0609020204030204" pitchFamily="49" charset="0"/>
            </a:endParaRPr>
          </a:p>
        </p:txBody>
      </p:sp>
      <p:sp>
        <p:nvSpPr>
          <p:cNvPr id="25" name="TextBox 10">
            <a:extLst>
              <a:ext uri="{FF2B5EF4-FFF2-40B4-BE49-F238E27FC236}">
                <a16:creationId xmlns:a16="http://schemas.microsoft.com/office/drawing/2014/main" id="{5CEDA0AC-9FC3-495B-94E2-8298260DFCB4}"/>
              </a:ext>
            </a:extLst>
          </p:cNvPr>
          <p:cNvSpPr txBox="1"/>
          <p:nvPr/>
        </p:nvSpPr>
        <p:spPr>
          <a:xfrm>
            <a:off x="710880" y="1030166"/>
            <a:ext cx="7762875" cy="42710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同一个行为具有多个不同表现形式或形态的能力</a:t>
            </a:r>
            <a:endParaRPr lang="en-US" altLang="zh-CN" sz="1400" dirty="0">
              <a:solidFill>
                <a:schemeClr val="tx1">
                  <a:lumMod val="50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733787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764C089C-0935-5E44-B9F7-7E9F84DDB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 多态前提 </a:t>
            </a:r>
          </a:p>
        </p:txBody>
      </p:sp>
      <p:sp>
        <p:nvSpPr>
          <p:cNvPr id="24" name="文本占位符 3">
            <a:extLst>
              <a:ext uri="{FF2B5EF4-FFF2-40B4-BE49-F238E27FC236}">
                <a16:creationId xmlns:a16="http://schemas.microsoft.com/office/drawing/2014/main" id="{C4B8F0B7-B839-4DC0-8545-B40734C46EA9}"/>
              </a:ext>
            </a:extLst>
          </p:cNvPr>
          <p:cNvSpPr txBox="1">
            <a:spLocks/>
          </p:cNvSpPr>
          <p:nvPr/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kumimoji="1" lang="zh-CN" altLang="en-US" dirty="0">
              <a:latin typeface="Consolas" panose="020B0609020204030204" pitchFamily="49" charset="0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D5935F30-63A3-4BDB-A1FE-5CC6DC07B5A3}"/>
              </a:ext>
            </a:extLst>
          </p:cNvPr>
          <p:cNvSpPr txBox="1"/>
          <p:nvPr/>
        </p:nvSpPr>
        <p:spPr>
          <a:xfrm>
            <a:off x="710880" y="1198676"/>
            <a:ext cx="6097554" cy="11646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68288" indent="-268288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l"/>
              <a:defRPr/>
            </a:pPr>
            <a:r>
              <a:rPr lang="zh-CN" altLang="en-US" sz="1600" dirty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有继承 </a:t>
            </a:r>
            <a:r>
              <a:rPr lang="en-US" altLang="zh-CN" sz="1600" dirty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/ </a:t>
            </a:r>
            <a:r>
              <a:rPr lang="zh-CN" altLang="en-US" sz="1600" dirty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实现关系</a:t>
            </a:r>
          </a:p>
          <a:p>
            <a:pPr marL="268288" indent="-268288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l"/>
              <a:defRPr/>
            </a:pPr>
            <a:r>
              <a:rPr lang="zh-CN" altLang="en-US" sz="1600" dirty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有方法重写</a:t>
            </a:r>
          </a:p>
          <a:p>
            <a:pPr marL="268288" indent="-268288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l"/>
              <a:defRPr/>
            </a:pPr>
            <a:r>
              <a:rPr lang="zh-CN" altLang="en-US" sz="1600" dirty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有父类引用指向子类对象</a:t>
            </a:r>
            <a:endParaRPr lang="en-US" altLang="zh-CN" sz="1600" dirty="0"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6964760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764C089C-0935-5E44-B9F7-7E9F84DDB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 多态的成员访问特点 </a:t>
            </a:r>
          </a:p>
        </p:txBody>
      </p:sp>
      <p:sp>
        <p:nvSpPr>
          <p:cNvPr id="24" name="文本占位符 3">
            <a:extLst>
              <a:ext uri="{FF2B5EF4-FFF2-40B4-BE49-F238E27FC236}">
                <a16:creationId xmlns:a16="http://schemas.microsoft.com/office/drawing/2014/main" id="{C4B8F0B7-B839-4DC0-8545-B40734C46EA9}"/>
              </a:ext>
            </a:extLst>
          </p:cNvPr>
          <p:cNvSpPr txBox="1">
            <a:spLocks/>
          </p:cNvSpPr>
          <p:nvPr/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kumimoji="1" lang="zh-CN" altLang="en-US" dirty="0">
              <a:latin typeface="Consolas" panose="020B0609020204030204" pitchFamily="49" charset="0"/>
            </a:endParaRPr>
          </a:p>
        </p:txBody>
      </p:sp>
      <p:sp>
        <p:nvSpPr>
          <p:cNvPr id="21" name="TextBox 10">
            <a:extLst>
              <a:ext uri="{FF2B5EF4-FFF2-40B4-BE49-F238E27FC236}">
                <a16:creationId xmlns:a16="http://schemas.microsoft.com/office/drawing/2014/main" id="{0C345EC0-6CD7-42D4-B21E-9ADA6A444A41}"/>
              </a:ext>
            </a:extLst>
          </p:cNvPr>
          <p:cNvSpPr txBox="1"/>
          <p:nvPr/>
        </p:nvSpPr>
        <p:spPr>
          <a:xfrm>
            <a:off x="576626" y="1146694"/>
            <a:ext cx="7762875" cy="116076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268288" indent="-268288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l"/>
              <a:defRPr/>
            </a:pPr>
            <a:r>
              <a:rPr lang="zh-CN" altLang="en-US" sz="1600" b="1" dirty="0">
                <a:solidFill>
                  <a:srgbClr val="C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成员变量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：</a:t>
            </a: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编译看左边（父类），执行看左边（父类）</a:t>
            </a:r>
            <a:endParaRPr lang="en-US" altLang="zh-CN" sz="1600" dirty="0">
              <a:solidFill>
                <a:schemeClr val="tx1">
                  <a:lumMod val="50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268288" indent="-268288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l"/>
              <a:defRPr/>
            </a:pPr>
            <a:r>
              <a:rPr lang="zh-CN" altLang="en-US" sz="1600" b="1" dirty="0">
                <a:solidFill>
                  <a:srgbClr val="C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成员方法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：</a:t>
            </a: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编译看左边（父类），执行看右边（子类）</a:t>
            </a: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71168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0C6D89-1317-120B-08CA-151E59CEE0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FB913D02-D112-AC1F-2F3A-3DA29689424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>
              <a:spcBef>
                <a:spcPts val="0"/>
              </a:spcBef>
              <a:defRPr/>
            </a:pPr>
            <a:r>
              <a:rPr lang="zh-CN" altLang="en-US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多态的三个前提条件是？</a:t>
            </a:r>
            <a:endParaRPr lang="en-US" altLang="zh-CN" dirty="0">
              <a:solidFill>
                <a:schemeClr val="tx1">
                  <a:lumMod val="50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>
              <a:spcBef>
                <a:spcPts val="0"/>
              </a:spcBef>
              <a:defRPr/>
            </a:pPr>
            <a:r>
              <a:rPr lang="en-US" altLang="zh-CN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	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继承 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| 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实现关系</a:t>
            </a:r>
            <a:endParaRPr lang="en-US" altLang="zh-CN" dirty="0">
              <a:solidFill>
                <a:schemeClr val="tx1">
                  <a:lumMod val="50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>
              <a:spcBef>
                <a:spcPts val="0"/>
              </a:spcBef>
              <a:defRPr/>
            </a:pPr>
            <a:r>
              <a:rPr lang="en-US" altLang="zh-CN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	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方法重写</a:t>
            </a:r>
            <a:endParaRPr lang="en-US" altLang="zh-CN" dirty="0">
              <a:solidFill>
                <a:schemeClr val="tx1">
                  <a:lumMod val="50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>
              <a:spcBef>
                <a:spcPts val="0"/>
              </a:spcBef>
              <a:defRPr/>
            </a:pPr>
            <a:r>
              <a:rPr lang="en-US" altLang="zh-CN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	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父类引用指向子类对象</a:t>
            </a:r>
            <a:endParaRPr lang="en-US" altLang="zh-CN" dirty="0">
              <a:solidFill>
                <a:schemeClr val="tx1">
                  <a:lumMod val="50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>
              <a:spcBef>
                <a:spcPts val="0"/>
              </a:spcBef>
              <a:defRPr/>
            </a:pPr>
            <a:r>
              <a:rPr lang="zh-CN" altLang="en-US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多态创建对象后，成员访问特点是？</a:t>
            </a:r>
            <a:endParaRPr lang="en-US" altLang="zh-CN" dirty="0">
              <a:solidFill>
                <a:schemeClr val="tx1">
                  <a:lumMod val="50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>
              <a:spcBef>
                <a:spcPts val="0"/>
              </a:spcBef>
              <a:defRPr/>
            </a:pPr>
            <a:r>
              <a:rPr lang="en-US" altLang="zh-CN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	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成员变量：编译看父类，运行看父类</a:t>
            </a:r>
            <a:endParaRPr lang="en-US" altLang="zh-CN" dirty="0">
              <a:solidFill>
                <a:schemeClr val="tx1">
                  <a:lumMod val="50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>
              <a:spcBef>
                <a:spcPts val="0"/>
              </a:spcBef>
              <a:defRPr/>
            </a:pPr>
            <a:r>
              <a:rPr lang="en-US" altLang="zh-CN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	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成员方法：编译看父类，运行看子类</a:t>
            </a:r>
            <a:endParaRPr lang="en-US" altLang="zh-CN" dirty="0">
              <a:solidFill>
                <a:schemeClr val="tx1">
                  <a:lumMod val="50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>
              <a:spcBef>
                <a:spcPts val="0"/>
              </a:spcBef>
              <a:defRPr/>
            </a:pPr>
            <a:r>
              <a:rPr lang="en-US" altLang="zh-CN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	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静态成员：编译看父类，运行看父类</a:t>
            </a:r>
            <a:endParaRPr lang="en-US" altLang="zh-CN" dirty="0">
              <a:solidFill>
                <a:schemeClr val="tx1">
                  <a:lumMod val="50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28B289CB-F3B5-AF7D-2D0B-1D57E372B34D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244475"/>
            <a:ext cx="8770938" cy="517525"/>
          </a:xfrm>
          <a:prstGeom prst="rect">
            <a:avLst/>
          </a:prstGeom>
        </p:spPr>
        <p:txBody>
          <a:bodyPr/>
          <a:lstStyle/>
          <a:p>
            <a:r>
              <a:rPr kumimoji="1" lang="zh-CN" alt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61737272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764C089C-0935-5E44-B9F7-7E9F84DDB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 多态的好处和弊端</a:t>
            </a:r>
          </a:p>
        </p:txBody>
      </p:sp>
      <p:sp>
        <p:nvSpPr>
          <p:cNvPr id="24" name="文本占位符 3">
            <a:extLst>
              <a:ext uri="{FF2B5EF4-FFF2-40B4-BE49-F238E27FC236}">
                <a16:creationId xmlns:a16="http://schemas.microsoft.com/office/drawing/2014/main" id="{C4B8F0B7-B839-4DC0-8545-B40734C46EA9}"/>
              </a:ext>
            </a:extLst>
          </p:cNvPr>
          <p:cNvSpPr txBox="1">
            <a:spLocks/>
          </p:cNvSpPr>
          <p:nvPr/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kumimoji="1" lang="zh-CN" altLang="en-US" dirty="0">
              <a:latin typeface="Consolas" panose="020B0609020204030204" pitchFamily="49" charset="0"/>
            </a:endParaRPr>
          </a:p>
        </p:txBody>
      </p:sp>
      <p:sp>
        <p:nvSpPr>
          <p:cNvPr id="20" name="TextBox 10">
            <a:extLst>
              <a:ext uri="{FF2B5EF4-FFF2-40B4-BE49-F238E27FC236}">
                <a16:creationId xmlns:a16="http://schemas.microsoft.com/office/drawing/2014/main" id="{47C0C364-B7C4-43D8-BC53-98B775E77573}"/>
              </a:ext>
            </a:extLst>
          </p:cNvPr>
          <p:cNvSpPr txBox="1"/>
          <p:nvPr/>
        </p:nvSpPr>
        <p:spPr>
          <a:xfrm>
            <a:off x="576626" y="1051742"/>
            <a:ext cx="9412834" cy="11646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68288" indent="-268288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l"/>
              <a:defRPr/>
            </a:pP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多态的好处 ：提高了程序的扩展性</a:t>
            </a:r>
            <a:endParaRPr lang="en-US" altLang="zh-CN" sz="1600" dirty="0">
              <a:solidFill>
                <a:schemeClr val="tx1">
                  <a:lumMod val="50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lvl="1">
              <a:lnSpc>
                <a:spcPct val="150000"/>
              </a:lnSpc>
              <a:defRPr/>
            </a:pP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对象多态 </a:t>
            </a:r>
            <a:r>
              <a:rPr lang="en-US" altLang="zh-CN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: </a:t>
            </a: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将方法的形参定义为父类类型</a:t>
            </a:r>
            <a:r>
              <a:rPr lang="en-US" altLang="zh-CN" sz="1600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,</a:t>
            </a:r>
            <a:r>
              <a:rPr lang="en-US" altLang="zh-CN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这个方法可以接收该父类的任意子类对象</a:t>
            </a:r>
            <a:r>
              <a:rPr lang="en-US" altLang="zh-CN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</a:p>
          <a:p>
            <a:pPr lvl="1">
              <a:lnSpc>
                <a:spcPct val="150000"/>
              </a:lnSpc>
              <a:defRPr/>
            </a:pP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行为多态 </a:t>
            </a:r>
            <a:r>
              <a:rPr lang="en-US" altLang="zh-CN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: </a:t>
            </a: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同一个行为</a:t>
            </a:r>
            <a:r>
              <a:rPr lang="en-US" altLang="zh-CN" sz="1600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, </a:t>
            </a: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具有多个不同表现形式或形态的能力</a:t>
            </a:r>
            <a:endParaRPr lang="en-US" altLang="zh-CN" sz="1400" dirty="0">
              <a:solidFill>
                <a:schemeClr val="tx1">
                  <a:lumMod val="50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6BE11A1F-0AD8-6463-5E6E-F61B3572C33B}"/>
              </a:ext>
            </a:extLst>
          </p:cNvPr>
          <p:cNvSpPr txBox="1"/>
          <p:nvPr/>
        </p:nvSpPr>
        <p:spPr>
          <a:xfrm>
            <a:off x="694094" y="2975442"/>
            <a:ext cx="6430460" cy="1754326"/>
          </a:xfrm>
          <a:prstGeom prst="rect">
            <a:avLst/>
          </a:prstGeom>
          <a:solidFill>
            <a:srgbClr val="FFFFE4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2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public static void </a:t>
            </a:r>
            <a:r>
              <a:rPr lang="zh-CN" altLang="zh-CN" sz="1200" dirty="0">
                <a:solidFill>
                  <a:srgbClr val="00627A"/>
                </a:solidFill>
                <a:latin typeface="Consolas" panose="020B0609020204030204" pitchFamily="49" charset="0"/>
                <a:ea typeface="JetBrains Mono"/>
              </a:rPr>
              <a:t>main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(</a:t>
            </a:r>
            <a:r>
              <a:rPr lang="zh-CN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String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[] args) {</a:t>
            </a:r>
            <a:b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</a:t>
            </a:r>
            <a:r>
              <a:rPr lang="zh-CN" altLang="zh-CN" sz="1200" i="1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useAnimal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(</a:t>
            </a:r>
            <a:r>
              <a:rPr lang="zh-CN" altLang="zh-CN" sz="12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new 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Dog());</a:t>
            </a:r>
            <a:b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    </a:t>
            </a:r>
            <a:r>
              <a:rPr lang="zh-CN" altLang="zh-CN" sz="1200" i="1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useAnimal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(</a:t>
            </a:r>
            <a:r>
              <a:rPr lang="zh-CN" altLang="zh-CN" sz="12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new 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Cat());</a:t>
            </a:r>
            <a:b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b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}</a:t>
            </a:r>
            <a:b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b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200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public static void </a:t>
            </a:r>
            <a:r>
              <a:rPr lang="zh-CN" altLang="zh-CN" sz="1200" dirty="0">
                <a:solidFill>
                  <a:srgbClr val="00627A"/>
                </a:solidFill>
                <a:latin typeface="Consolas" panose="020B0609020204030204" pitchFamily="49" charset="0"/>
                <a:ea typeface="JetBrains Mono"/>
              </a:rPr>
              <a:t>useAnimal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(</a:t>
            </a:r>
            <a:r>
              <a:rPr lang="zh-CN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Animal 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a) {        </a:t>
            </a:r>
            <a:r>
              <a:rPr lang="zh-CN" altLang="zh-CN" sz="1200" dirty="0">
                <a:solidFill>
                  <a:srgbClr val="960A9F"/>
                </a:solidFill>
                <a:latin typeface="Consolas" panose="020B0609020204030204" pitchFamily="49" charset="0"/>
                <a:ea typeface="JetBrains Mono"/>
              </a:rPr>
              <a:t>// Animal a = new Dog();</a:t>
            </a:r>
            <a:br>
              <a:rPr lang="zh-CN" altLang="zh-CN" sz="1200" dirty="0">
                <a:solidFill>
                  <a:srgbClr val="960A9F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200" dirty="0">
                <a:solidFill>
                  <a:srgbClr val="960A9F"/>
                </a:solidFill>
                <a:latin typeface="Consolas" panose="020B0609020204030204" pitchFamily="49" charset="0"/>
                <a:ea typeface="JetBrains Mono"/>
              </a:rPr>
              <a:t>      </a:t>
            </a: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a.eat();                                  </a:t>
            </a:r>
            <a:r>
              <a:rPr lang="zh-CN" altLang="zh-CN" sz="1200" dirty="0">
                <a:solidFill>
                  <a:srgbClr val="960A9F"/>
                </a:solidFill>
                <a:latin typeface="Consolas" panose="020B0609020204030204" pitchFamily="49" charset="0"/>
                <a:ea typeface="JetBrains Mono"/>
              </a:rPr>
              <a:t>// Animal a = new Cat();</a:t>
            </a:r>
            <a:br>
              <a:rPr lang="zh-CN" altLang="zh-CN" sz="1200" dirty="0">
                <a:solidFill>
                  <a:srgbClr val="960A9F"/>
                </a:solidFill>
                <a:latin typeface="Consolas" panose="020B0609020204030204" pitchFamily="49" charset="0"/>
                <a:ea typeface="JetBrains Mono"/>
              </a:rPr>
            </a:br>
            <a:r>
              <a:rPr lang="zh-CN" altLang="zh-CN" sz="12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}</a:t>
            </a:r>
            <a:endParaRPr lang="zh-CN" altLang="zh-CN" sz="28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623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764C089C-0935-5E44-B9F7-7E9F84DDB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 多态的好处和弊端</a:t>
            </a:r>
          </a:p>
        </p:txBody>
      </p:sp>
      <p:sp>
        <p:nvSpPr>
          <p:cNvPr id="24" name="文本占位符 3">
            <a:extLst>
              <a:ext uri="{FF2B5EF4-FFF2-40B4-BE49-F238E27FC236}">
                <a16:creationId xmlns:a16="http://schemas.microsoft.com/office/drawing/2014/main" id="{C4B8F0B7-B839-4DC0-8545-B40734C46EA9}"/>
              </a:ext>
            </a:extLst>
          </p:cNvPr>
          <p:cNvSpPr txBox="1">
            <a:spLocks/>
          </p:cNvSpPr>
          <p:nvPr/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kumimoji="1" lang="zh-CN" altLang="en-US" dirty="0">
              <a:latin typeface="Consolas" panose="020B0609020204030204" pitchFamily="49" charset="0"/>
            </a:endParaRPr>
          </a:p>
        </p:txBody>
      </p:sp>
      <p:sp>
        <p:nvSpPr>
          <p:cNvPr id="2" name="TextBox 10">
            <a:extLst>
              <a:ext uri="{FF2B5EF4-FFF2-40B4-BE49-F238E27FC236}">
                <a16:creationId xmlns:a16="http://schemas.microsoft.com/office/drawing/2014/main" id="{9F941E49-F476-28BA-35EB-93D4747B674C}"/>
              </a:ext>
            </a:extLst>
          </p:cNvPr>
          <p:cNvSpPr txBox="1"/>
          <p:nvPr/>
        </p:nvSpPr>
        <p:spPr>
          <a:xfrm>
            <a:off x="576626" y="1051742"/>
            <a:ext cx="9412834" cy="7952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68288" indent="-268288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l"/>
              <a:defRPr/>
            </a:pP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多态的好处 ：提高了程序的扩展性</a:t>
            </a:r>
            <a:endParaRPr lang="en-US" altLang="zh-CN" sz="1600" dirty="0">
              <a:solidFill>
                <a:schemeClr val="tx1">
                  <a:lumMod val="50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268288" indent="-268288">
              <a:lnSpc>
                <a:spcPct val="150000"/>
              </a:lnSpc>
              <a:buFont typeface="Wingdings" pitchFamily="2" charset="2"/>
              <a:buChar char="l"/>
              <a:defRPr/>
            </a:pP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多态的弊端 ：不能使用子类的特有成员</a:t>
            </a:r>
            <a:endParaRPr lang="en-US" altLang="zh-CN" sz="1600" dirty="0">
              <a:solidFill>
                <a:schemeClr val="tx1">
                  <a:lumMod val="50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7013563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86E70FC7-B4F1-018E-5929-419A613118B6}"/>
              </a:ext>
            </a:extLst>
          </p:cNvPr>
          <p:cNvSpPr/>
          <p:nvPr/>
        </p:nvSpPr>
        <p:spPr bwMode="auto">
          <a:xfrm>
            <a:off x="7675072" y="2074703"/>
            <a:ext cx="2448642" cy="3653841"/>
          </a:xfrm>
          <a:prstGeom prst="rect">
            <a:avLst/>
          </a:prstGeom>
          <a:solidFill>
            <a:srgbClr val="047FFD">
              <a:alpha val="10000"/>
            </a:srgbClr>
          </a:solidFill>
          <a:ln w="38100">
            <a:solidFill>
              <a:srgbClr val="047FFD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2400"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764C089C-0935-5E44-B9F7-7E9F84DDB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 多态中的转型 </a:t>
            </a:r>
          </a:p>
        </p:txBody>
      </p:sp>
      <p:sp>
        <p:nvSpPr>
          <p:cNvPr id="24" name="文本占位符 3">
            <a:extLst>
              <a:ext uri="{FF2B5EF4-FFF2-40B4-BE49-F238E27FC236}">
                <a16:creationId xmlns:a16="http://schemas.microsoft.com/office/drawing/2014/main" id="{C4B8F0B7-B839-4DC0-8545-B40734C46EA9}"/>
              </a:ext>
            </a:extLst>
          </p:cNvPr>
          <p:cNvSpPr txBox="1">
            <a:spLocks/>
          </p:cNvSpPr>
          <p:nvPr/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kumimoji="1" lang="zh-CN" altLang="en-US" dirty="0">
              <a:latin typeface="Consolas" panose="020B0609020204030204" pitchFamily="49" charset="0"/>
            </a:endParaRPr>
          </a:p>
        </p:txBody>
      </p:sp>
      <p:sp>
        <p:nvSpPr>
          <p:cNvPr id="20" name="TextBox 10">
            <a:extLst>
              <a:ext uri="{FF2B5EF4-FFF2-40B4-BE49-F238E27FC236}">
                <a16:creationId xmlns:a16="http://schemas.microsoft.com/office/drawing/2014/main" id="{47C0C364-B7C4-43D8-BC53-98B775E77573}"/>
              </a:ext>
            </a:extLst>
          </p:cNvPr>
          <p:cNvSpPr txBox="1"/>
          <p:nvPr/>
        </p:nvSpPr>
        <p:spPr>
          <a:xfrm>
            <a:off x="710880" y="1635973"/>
            <a:ext cx="9412834" cy="2641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57708" indent="-357708">
              <a:lnSpc>
                <a:spcPct val="150000"/>
              </a:lnSpc>
              <a:buFont typeface="Wingdings" pitchFamily="2" charset="2"/>
              <a:buChar char="l"/>
              <a:defRPr/>
            </a:pP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向上转型</a:t>
            </a:r>
            <a:endParaRPr lang="en-US" altLang="zh-CN" sz="1600" dirty="0">
              <a:solidFill>
                <a:schemeClr val="tx1">
                  <a:lumMod val="50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lvl="1"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	</a:t>
            </a: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从子到父（父类引用指向子类对象）</a:t>
            </a:r>
            <a:endParaRPr lang="en-US" altLang="zh-CN" sz="1600" dirty="0">
              <a:solidFill>
                <a:schemeClr val="tx1">
                  <a:lumMod val="50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lvl="1"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	</a:t>
            </a:r>
          </a:p>
          <a:p>
            <a:pPr lvl="1">
              <a:lnSpc>
                <a:spcPct val="150000"/>
              </a:lnSpc>
              <a:defRPr/>
            </a:pPr>
            <a:endParaRPr lang="en-US" altLang="zh-CN" sz="1600" dirty="0">
              <a:solidFill>
                <a:schemeClr val="tx1">
                  <a:lumMod val="50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lvl="1">
              <a:lnSpc>
                <a:spcPct val="150000"/>
              </a:lnSpc>
              <a:defRPr/>
            </a:pPr>
            <a:endParaRPr lang="en-US" altLang="zh-CN" sz="1600" dirty="0">
              <a:solidFill>
                <a:schemeClr val="tx1">
                  <a:lumMod val="50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357708" indent="-357708">
              <a:lnSpc>
                <a:spcPct val="150000"/>
              </a:lnSpc>
              <a:buFont typeface="Wingdings" pitchFamily="2" charset="2"/>
              <a:buChar char="l"/>
              <a:defRPr/>
            </a:pP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向下转型</a:t>
            </a:r>
            <a:endParaRPr lang="en-US" altLang="zh-CN" sz="1600" dirty="0">
              <a:solidFill>
                <a:schemeClr val="tx1">
                  <a:lumMod val="50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lvl="1"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	</a:t>
            </a: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从父到子（将父类引用所指向的对象</a:t>
            </a:r>
            <a:r>
              <a:rPr lang="en-US" altLang="zh-CN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, </a:t>
            </a: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转交给子类类型）</a:t>
            </a:r>
            <a:endParaRPr lang="en-US" altLang="zh-CN" sz="1600" dirty="0">
              <a:solidFill>
                <a:schemeClr val="tx1">
                  <a:lumMod val="50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11B08973-618A-60FC-1778-19533AD7CC7A}"/>
              </a:ext>
            </a:extLst>
          </p:cNvPr>
          <p:cNvSpPr txBox="1"/>
          <p:nvPr/>
        </p:nvSpPr>
        <p:spPr>
          <a:xfrm>
            <a:off x="1683139" y="2618390"/>
            <a:ext cx="3168779" cy="369332"/>
          </a:xfrm>
          <a:prstGeom prst="rect">
            <a:avLst/>
          </a:prstGeom>
          <a:solidFill>
            <a:srgbClr val="FFFFE4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Fu f </a:t>
            </a:r>
            <a:r>
              <a:rPr lang="zh-CN" altLang="zh-CN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= </a:t>
            </a:r>
            <a:r>
              <a:rPr lang="zh-CN" altLang="zh-CN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new </a:t>
            </a:r>
            <a:r>
              <a:rPr lang="zh-CN" altLang="zh-CN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Zi();</a:t>
            </a:r>
            <a:endParaRPr lang="zh-CN" altLang="zh-CN" dirty="0">
              <a:latin typeface="Consolas" panose="020B0609020204030204" pitchFamily="49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8494274-CED3-87F6-65F6-FC2549DD315C}"/>
              </a:ext>
            </a:extLst>
          </p:cNvPr>
          <p:cNvSpPr txBox="1"/>
          <p:nvPr/>
        </p:nvSpPr>
        <p:spPr>
          <a:xfrm>
            <a:off x="1683139" y="4553679"/>
            <a:ext cx="3168779" cy="369332"/>
          </a:xfrm>
          <a:prstGeom prst="rect">
            <a:avLst/>
          </a:prstGeom>
          <a:solidFill>
            <a:srgbClr val="FFFFE4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Zi z </a:t>
            </a:r>
            <a:r>
              <a:rPr lang="zh-CN" altLang="zh-CN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= 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f</a:t>
            </a:r>
            <a:r>
              <a:rPr lang="zh-CN" altLang="zh-CN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;</a:t>
            </a:r>
            <a:endParaRPr lang="zh-CN" altLang="zh-CN" dirty="0">
              <a:latin typeface="Consolas" panose="020B0609020204030204" pitchFamily="49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90BFBD1-B59C-7CEF-847E-9A9ACF28F0AB}"/>
              </a:ext>
            </a:extLst>
          </p:cNvPr>
          <p:cNvSpPr/>
          <p:nvPr/>
        </p:nvSpPr>
        <p:spPr>
          <a:xfrm>
            <a:off x="7988106" y="3001247"/>
            <a:ext cx="1822573" cy="1652010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dirty="0">
                <a:solidFill>
                  <a:srgbClr val="0033B3"/>
                </a:solidFill>
                <a:latin typeface="Consolas" panose="020B0609020204030204" pitchFamily="49" charset="0"/>
                <a:ea typeface="JetBrains Mono"/>
              </a:rPr>
              <a:t>new </a:t>
            </a:r>
            <a:r>
              <a:rPr lang="zh-CN" altLang="zh-CN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Zi();</a:t>
            </a:r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1AD3A4B-F2DF-B1B0-8B2E-63773545D258}"/>
              </a:ext>
            </a:extLst>
          </p:cNvPr>
          <p:cNvSpPr txBox="1"/>
          <p:nvPr/>
        </p:nvSpPr>
        <p:spPr>
          <a:xfrm>
            <a:off x="7947309" y="2713820"/>
            <a:ext cx="11196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b="1" dirty="0">
                <a:solidFill>
                  <a:srgbClr val="7030A0"/>
                </a:solidFill>
                <a:latin typeface="Consolas" panose="020B0609020204030204" pitchFamily="49" charset="0"/>
              </a:rPr>
              <a:t>7ef20235</a:t>
            </a:r>
            <a:endParaRPr lang="zh-CN" altLang="en-US" sz="1200" b="1" dirty="0">
              <a:solidFill>
                <a:srgbClr val="7030A0"/>
              </a:solidFill>
              <a:latin typeface="Consolas" panose="020B0609020204030204" pitchFamily="49" charset="0"/>
            </a:endParaRPr>
          </a:p>
        </p:txBody>
      </p:sp>
      <p:sp>
        <p:nvSpPr>
          <p:cNvPr id="10" name="TextBox 2">
            <a:extLst>
              <a:ext uri="{FF2B5EF4-FFF2-40B4-BE49-F238E27FC236}">
                <a16:creationId xmlns:a16="http://schemas.microsoft.com/office/drawing/2014/main" id="{5C230EEF-607C-AF7B-B5DF-2C8BFB264D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85790" y="1468913"/>
            <a:ext cx="1563644" cy="5927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zh-CN" altLang="en-US" sz="2400" b="1" dirty="0">
                <a:solidFill>
                  <a:srgbClr val="047FFD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堆内存</a:t>
            </a:r>
          </a:p>
        </p:txBody>
      </p:sp>
      <p:cxnSp>
        <p:nvCxnSpPr>
          <p:cNvPr id="12" name="连接符: 肘形 11">
            <a:extLst>
              <a:ext uri="{FF2B5EF4-FFF2-40B4-BE49-F238E27FC236}">
                <a16:creationId xmlns:a16="http://schemas.microsoft.com/office/drawing/2014/main" id="{E8B9FBB4-B454-7CD6-4391-9209A9F231B5}"/>
              </a:ext>
            </a:extLst>
          </p:cNvPr>
          <p:cNvCxnSpPr>
            <a:cxnSpLocks/>
            <a:endCxn id="6" idx="1"/>
          </p:cNvCxnSpPr>
          <p:nvPr/>
        </p:nvCxnSpPr>
        <p:spPr>
          <a:xfrm>
            <a:off x="2211355" y="3023228"/>
            <a:ext cx="5776751" cy="804024"/>
          </a:xfrm>
          <a:prstGeom prst="bentConnector3">
            <a:avLst>
              <a:gd name="adj1" fmla="val 197"/>
            </a:avLst>
          </a:prstGeom>
          <a:ln w="38100">
            <a:solidFill>
              <a:srgbClr val="AD2B2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框 17">
            <a:extLst>
              <a:ext uri="{FF2B5EF4-FFF2-40B4-BE49-F238E27FC236}">
                <a16:creationId xmlns:a16="http://schemas.microsoft.com/office/drawing/2014/main" id="{08D7FA87-D0BA-2166-5DCC-8527FC9849D4}"/>
              </a:ext>
            </a:extLst>
          </p:cNvPr>
          <p:cNvSpPr txBox="1"/>
          <p:nvPr/>
        </p:nvSpPr>
        <p:spPr>
          <a:xfrm>
            <a:off x="7947308" y="2716032"/>
            <a:ext cx="11196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b="1" dirty="0">
                <a:solidFill>
                  <a:srgbClr val="7030A0"/>
                </a:solidFill>
                <a:latin typeface="Consolas" panose="020B0609020204030204" pitchFamily="49" charset="0"/>
              </a:rPr>
              <a:t>7ef20235</a:t>
            </a:r>
            <a:endParaRPr lang="zh-CN" altLang="en-US" sz="1200" b="1" dirty="0">
              <a:solidFill>
                <a:srgbClr val="7030A0"/>
              </a:solidFill>
              <a:latin typeface="Consolas" panose="020B0609020204030204" pitchFamily="49" charset="0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40DD91E9-2E1D-DD7A-FCC8-F1DB53C3A04C}"/>
              </a:ext>
            </a:extLst>
          </p:cNvPr>
          <p:cNvSpPr txBox="1"/>
          <p:nvPr/>
        </p:nvSpPr>
        <p:spPr>
          <a:xfrm>
            <a:off x="2513467" y="3263486"/>
            <a:ext cx="11196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b="1" dirty="0">
                <a:solidFill>
                  <a:srgbClr val="7030A0"/>
                </a:solidFill>
                <a:latin typeface="Consolas" panose="020B0609020204030204" pitchFamily="49" charset="0"/>
              </a:rPr>
              <a:t>7ef20235</a:t>
            </a:r>
            <a:endParaRPr lang="zh-CN" altLang="en-US" sz="1200" b="1" dirty="0">
              <a:solidFill>
                <a:srgbClr val="7030A0"/>
              </a:solidFill>
              <a:latin typeface="Consolas" panose="020B0609020204030204" pitchFamily="49" charset="0"/>
            </a:endParaRPr>
          </a:p>
        </p:txBody>
      </p:sp>
      <p:cxnSp>
        <p:nvCxnSpPr>
          <p:cNvPr id="23" name="连接符: 肘形 22">
            <a:extLst>
              <a:ext uri="{FF2B5EF4-FFF2-40B4-BE49-F238E27FC236}">
                <a16:creationId xmlns:a16="http://schemas.microsoft.com/office/drawing/2014/main" id="{0F1A62B4-355C-0414-2182-B9A2BF45A96E}"/>
              </a:ext>
            </a:extLst>
          </p:cNvPr>
          <p:cNvCxnSpPr>
            <a:cxnSpLocks/>
            <a:stCxn id="5" idx="1"/>
            <a:endCxn id="6" idx="2"/>
          </p:cNvCxnSpPr>
          <p:nvPr/>
        </p:nvCxnSpPr>
        <p:spPr>
          <a:xfrm rot="10800000" flipH="1">
            <a:off x="1683139" y="4653257"/>
            <a:ext cx="7216254" cy="85088"/>
          </a:xfrm>
          <a:prstGeom prst="bentConnector4">
            <a:avLst>
              <a:gd name="adj1" fmla="val -3168"/>
              <a:gd name="adj2" fmla="val -485692"/>
            </a:avLst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文本框 32">
            <a:extLst>
              <a:ext uri="{FF2B5EF4-FFF2-40B4-BE49-F238E27FC236}">
                <a16:creationId xmlns:a16="http://schemas.microsoft.com/office/drawing/2014/main" id="{4CBC1373-0C6A-08D1-0533-406CCE51F2FF}"/>
              </a:ext>
            </a:extLst>
          </p:cNvPr>
          <p:cNvSpPr txBox="1"/>
          <p:nvPr/>
        </p:nvSpPr>
        <p:spPr>
          <a:xfrm>
            <a:off x="1683139" y="4553679"/>
            <a:ext cx="3168779" cy="369332"/>
          </a:xfrm>
          <a:prstGeom prst="rect">
            <a:avLst/>
          </a:prstGeom>
          <a:solidFill>
            <a:srgbClr val="FFFFE4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Zi z </a:t>
            </a:r>
            <a:r>
              <a:rPr lang="zh-CN" altLang="zh-CN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= </a:t>
            </a:r>
            <a:r>
              <a:rPr lang="en-US" altLang="zh-CN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(Zi)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f</a:t>
            </a:r>
            <a:r>
              <a:rPr lang="zh-CN" altLang="zh-CN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;</a:t>
            </a:r>
            <a:endParaRPr lang="zh-CN" altLang="zh-CN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26551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pat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75E-6 -3.7037E-6 L -0.44506 0.0801 " pathEditMode="relative" rAng="0" ptsTypes="AA">
                                      <p:cBhvr>
                                        <p:cTn id="41" dur="7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2253" y="400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2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42" presetClass="pat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-4.81481E-6 L -3.33333E-6 0.2875 " pathEditMode="relative" rAng="0" ptsTypes="AA">
                                      <p:cBhvr>
                                        <p:cTn id="63" dur="7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437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2" grpId="0" animBg="1"/>
      <p:bldP spid="5" grpId="0" animBg="1"/>
      <p:bldP spid="6" grpId="0" animBg="1"/>
      <p:bldP spid="7" grpId="0"/>
      <p:bldP spid="10" grpId="0"/>
      <p:bldP spid="18" grpId="0"/>
      <p:bldP spid="18" grpId="1"/>
      <p:bldP spid="21" grpId="0"/>
      <p:bldP spid="21" grpId="1"/>
      <p:bldP spid="33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764C089C-0935-5E44-B9F7-7E9F84DDB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 多态中的转型问题 </a:t>
            </a:r>
          </a:p>
        </p:txBody>
      </p:sp>
      <p:sp>
        <p:nvSpPr>
          <p:cNvPr id="24" name="文本占位符 3">
            <a:extLst>
              <a:ext uri="{FF2B5EF4-FFF2-40B4-BE49-F238E27FC236}">
                <a16:creationId xmlns:a16="http://schemas.microsoft.com/office/drawing/2014/main" id="{C4B8F0B7-B839-4DC0-8545-B40734C46EA9}"/>
              </a:ext>
            </a:extLst>
          </p:cNvPr>
          <p:cNvSpPr txBox="1">
            <a:spLocks/>
          </p:cNvSpPr>
          <p:nvPr/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kumimoji="1" lang="zh-CN" altLang="en-US" dirty="0">
              <a:latin typeface="Consolas" panose="020B0609020204030204" pitchFamily="49" charset="0"/>
            </a:endParaRPr>
          </a:p>
        </p:txBody>
      </p:sp>
      <p:sp>
        <p:nvSpPr>
          <p:cNvPr id="20" name="TextBox 10">
            <a:extLst>
              <a:ext uri="{FF2B5EF4-FFF2-40B4-BE49-F238E27FC236}">
                <a16:creationId xmlns:a16="http://schemas.microsoft.com/office/drawing/2014/main" id="{47C0C364-B7C4-43D8-BC53-98B775E77573}"/>
              </a:ext>
            </a:extLst>
          </p:cNvPr>
          <p:cNvSpPr txBox="1"/>
          <p:nvPr/>
        </p:nvSpPr>
        <p:spPr>
          <a:xfrm>
            <a:off x="576626" y="1059053"/>
            <a:ext cx="9412834" cy="7964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594" indent="-228594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zh-CN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概述：如果被转的引用类型变量</a:t>
            </a: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，</a:t>
            </a:r>
            <a:r>
              <a:rPr lang="zh-CN" altLang="zh-CN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对应的实际类型和目标类型不是同一种类型，那么在转换的时候就会出现</a:t>
            </a:r>
            <a:r>
              <a:rPr lang="zh-CN" altLang="zh-CN" sz="1600" dirty="0">
                <a:solidFill>
                  <a:srgbClr val="AD2B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ClassCastException</a:t>
            </a:r>
            <a:r>
              <a:rPr lang="zh-CN" altLang="zh-CN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0465185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764C089C-0935-5E44-B9F7-7E9F84DDB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 多态中的转型问题 </a:t>
            </a:r>
          </a:p>
        </p:txBody>
      </p:sp>
      <p:sp>
        <p:nvSpPr>
          <p:cNvPr id="24" name="文本占位符 3">
            <a:extLst>
              <a:ext uri="{FF2B5EF4-FFF2-40B4-BE49-F238E27FC236}">
                <a16:creationId xmlns:a16="http://schemas.microsoft.com/office/drawing/2014/main" id="{C4B8F0B7-B839-4DC0-8545-B40734C46EA9}"/>
              </a:ext>
            </a:extLst>
          </p:cNvPr>
          <p:cNvSpPr txBox="1">
            <a:spLocks/>
          </p:cNvSpPr>
          <p:nvPr/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kumimoji="1" lang="zh-CN" altLang="en-US" dirty="0">
              <a:latin typeface="Consolas" panose="020B0609020204030204" pitchFamily="49" charset="0"/>
            </a:endParaRPr>
          </a:p>
        </p:txBody>
      </p:sp>
      <p:sp>
        <p:nvSpPr>
          <p:cNvPr id="20" name="TextBox 10">
            <a:extLst>
              <a:ext uri="{FF2B5EF4-FFF2-40B4-BE49-F238E27FC236}">
                <a16:creationId xmlns:a16="http://schemas.microsoft.com/office/drawing/2014/main" id="{47C0C364-B7C4-43D8-BC53-98B775E77573}"/>
              </a:ext>
            </a:extLst>
          </p:cNvPr>
          <p:cNvSpPr txBox="1"/>
          <p:nvPr/>
        </p:nvSpPr>
        <p:spPr>
          <a:xfrm>
            <a:off x="576626" y="940081"/>
            <a:ext cx="9412834" cy="1904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600" dirty="0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关键字 </a:t>
            </a:r>
            <a:r>
              <a:rPr lang="en-US" altLang="zh-CN" sz="1600" dirty="0" err="1">
                <a:solidFill>
                  <a:srgbClr val="C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instanceof</a:t>
            </a:r>
            <a:endParaRPr lang="en-US" altLang="zh-CN" sz="1600" dirty="0">
              <a:solidFill>
                <a:srgbClr val="C0000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600" dirty="0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使用格式：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lvl="1">
              <a:lnSpc>
                <a:spcPct val="150000"/>
              </a:lnSpc>
            </a:pPr>
            <a:r>
              <a:rPr lang="zh-CN" altLang="en-US" sz="1600" dirty="0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对象名 </a:t>
            </a:r>
            <a:r>
              <a:rPr lang="en-US" altLang="zh-CN" sz="1600" dirty="0" err="1">
                <a:solidFill>
                  <a:srgbClr val="C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instanceof</a:t>
            </a:r>
            <a:r>
              <a:rPr lang="en-US" altLang="zh-CN" sz="1600" b="1" dirty="0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zh-CN" altLang="en-US" sz="1600" dirty="0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类型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lvl="1">
              <a:lnSpc>
                <a:spcPct val="150000"/>
              </a:lnSpc>
            </a:pPr>
            <a:r>
              <a:rPr lang="zh-CN" altLang="en-US" sz="1600" dirty="0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判断一个对象是否是一个类的实例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lvl="1">
              <a:lnSpc>
                <a:spcPct val="150000"/>
              </a:lnSpc>
            </a:pPr>
            <a:r>
              <a:rPr lang="zh-CN" altLang="en-US" sz="1600" dirty="0">
                <a:solidFill>
                  <a:srgbClr val="0070C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通俗的理解：判断关键字左边的对象，是否是右边的类型，返回</a:t>
            </a:r>
            <a:r>
              <a:rPr lang="en-US" altLang="zh-CN" sz="1600" dirty="0" err="1">
                <a:solidFill>
                  <a:srgbClr val="0070C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boolean</a:t>
            </a:r>
            <a:r>
              <a:rPr lang="zh-CN" altLang="en-US" sz="1600" dirty="0">
                <a:solidFill>
                  <a:srgbClr val="0070C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类型结果</a:t>
            </a:r>
            <a:endParaRPr lang="zh-CN" altLang="zh-CN" sz="1600" dirty="0">
              <a:solidFill>
                <a:srgbClr val="0070C0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028300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CC9750-ED9F-702A-EB3F-DC59FF9F36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52F3E090-8473-7F37-588A-5A7738BE3AFA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zh-CN" altLang="en-US" dirty="0"/>
              <a:t>订单业务</a:t>
            </a:r>
            <a:endParaRPr kumimoji="1" lang="zh-CN" altLang="en-US" dirty="0"/>
          </a:p>
        </p:txBody>
      </p:sp>
      <p:sp>
        <p:nvSpPr>
          <p:cNvPr id="2" name="文本占位符 1">
            <a:extLst>
              <a:ext uri="{FF2B5EF4-FFF2-40B4-BE49-F238E27FC236}">
                <a16:creationId xmlns:a16="http://schemas.microsoft.com/office/drawing/2014/main" id="{213D4419-B262-CBF8-E321-EB1362336E1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24" name="文本占位符 3">
            <a:extLst>
              <a:ext uri="{FF2B5EF4-FFF2-40B4-BE49-F238E27FC236}">
                <a16:creationId xmlns:a16="http://schemas.microsoft.com/office/drawing/2014/main" id="{211DC414-11A8-9809-DDDC-6308302C842D}"/>
              </a:ext>
            </a:extLst>
          </p:cNvPr>
          <p:cNvSpPr txBox="1">
            <a:spLocks/>
          </p:cNvSpPr>
          <p:nvPr/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kumimoji="1" lang="zh-CN" altLang="en-US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715971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764C089C-0935-5E44-B9F7-7E9F84DDBA17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zh-CN" altLang="en-US" dirty="0"/>
              <a:t>模拟支付接口</a:t>
            </a:r>
            <a:endParaRPr kumimoji="1" lang="zh-CN" altLang="en-US" dirty="0"/>
          </a:p>
        </p:txBody>
      </p:sp>
      <p:sp>
        <p:nvSpPr>
          <p:cNvPr id="2" name="文本占位符 1">
            <a:extLst>
              <a:ext uri="{FF2B5EF4-FFF2-40B4-BE49-F238E27FC236}">
                <a16:creationId xmlns:a16="http://schemas.microsoft.com/office/drawing/2014/main" id="{1FDF641A-134C-00B6-DE2B-58A4A983028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66D1BCB-6FB4-35BF-0D2A-6D99C0FF18BB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2014157" y="1084006"/>
            <a:ext cx="9213850" cy="3762375"/>
          </a:xfrm>
          <a:prstGeom prst="rect">
            <a:avLst/>
          </a:prstGeom>
        </p:spPr>
        <p:txBody>
          <a:bodyPr/>
          <a:lstStyle/>
          <a:p>
            <a:pPr marL="0" indent="0">
              <a:buNone/>
            </a:pPr>
            <a:r>
              <a:rPr lang="zh-CN" altLang="en-US" dirty="0"/>
              <a:t>某网站需要开发一个支付功能，需要支持多种支付方式 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(</a:t>
            </a:r>
            <a:r>
              <a:rPr lang="zh-CN" altLang="en-US" dirty="0"/>
              <a:t>支付平台支付、银行卡网银支付、信用卡快捷支付</a:t>
            </a:r>
            <a:r>
              <a:rPr lang="en-US" altLang="zh-CN" dirty="0"/>
              <a:t>)</a:t>
            </a:r>
            <a:r>
              <a:rPr lang="zh-CN" altLang="en-US" dirty="0"/>
              <a:t>，如下所示：</a:t>
            </a:r>
          </a:p>
        </p:txBody>
      </p:sp>
      <p:sp>
        <p:nvSpPr>
          <p:cNvPr id="24" name="文本占位符 3">
            <a:extLst>
              <a:ext uri="{FF2B5EF4-FFF2-40B4-BE49-F238E27FC236}">
                <a16:creationId xmlns:a16="http://schemas.microsoft.com/office/drawing/2014/main" id="{C4B8F0B7-B839-4DC0-8545-B40734C46EA9}"/>
              </a:ext>
            </a:extLst>
          </p:cNvPr>
          <p:cNvSpPr txBox="1">
            <a:spLocks/>
          </p:cNvSpPr>
          <p:nvPr/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kumimoji="1" lang="zh-CN" altLang="en-US" dirty="0">
              <a:latin typeface="Consolas" panose="020B0609020204030204" pitchFamily="49" charset="0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DE139934-8C78-20AE-C144-991DF8A373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4157" y="2127295"/>
            <a:ext cx="4802323" cy="2347405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A6E12CE1-B0AE-BB02-D25C-4F83E4A9DE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4157" y="4784320"/>
            <a:ext cx="7483488" cy="1021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512157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本框 12">
            <a:extLst>
              <a:ext uri="{FF2B5EF4-FFF2-40B4-BE49-F238E27FC236}">
                <a16:creationId xmlns:a16="http://schemas.microsoft.com/office/drawing/2014/main" id="{AAC7E335-801D-492F-A2F8-90E77B1EAB09}"/>
              </a:ext>
            </a:extLst>
          </p:cNvPr>
          <p:cNvSpPr txBox="1"/>
          <p:nvPr/>
        </p:nvSpPr>
        <p:spPr>
          <a:xfrm>
            <a:off x="576626" y="3313090"/>
            <a:ext cx="9173210" cy="10722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b="1" dirty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equals</a:t>
            </a:r>
            <a:r>
              <a:rPr lang="zh-CN" altLang="en-US" b="1" dirty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存在的意义</a:t>
            </a:r>
            <a:endParaRPr lang="en-US" altLang="zh-CN" b="1" dirty="0"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sz="1600" dirty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父类</a:t>
            </a:r>
            <a:r>
              <a:rPr lang="en-US" altLang="zh-CN" sz="1600" dirty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equals</a:t>
            </a:r>
            <a:r>
              <a:rPr lang="zh-CN" altLang="en-US" sz="1600" dirty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方法存在的意义就是为了被子类重写，以便子类自己来定制比较规则</a:t>
            </a:r>
          </a:p>
        </p:txBody>
      </p:sp>
      <p:graphicFrame>
        <p:nvGraphicFramePr>
          <p:cNvPr id="14" name="表格 13">
            <a:extLst>
              <a:ext uri="{FF2B5EF4-FFF2-40B4-BE49-F238E27FC236}">
                <a16:creationId xmlns:a16="http://schemas.microsoft.com/office/drawing/2014/main" id="{B5294E3F-54C8-49B9-9677-D0B8BCABF5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2581208"/>
              </p:ext>
            </p:extLst>
          </p:nvPr>
        </p:nvGraphicFramePr>
        <p:xfrm>
          <a:off x="576626" y="1697250"/>
          <a:ext cx="10026564" cy="1036152"/>
        </p:xfrm>
        <a:graphic>
          <a:graphicData uri="http://schemas.openxmlformats.org/drawingml/2006/table">
            <a:tbl>
              <a:tblPr/>
              <a:tblGrid>
                <a:gridCol w="3767807">
                  <a:extLst>
                    <a:ext uri="{9D8B030D-6E8A-4147-A177-3AD203B41FA5}">
                      <a16:colId xmlns:a16="http://schemas.microsoft.com/office/drawing/2014/main" val="1138920238"/>
                    </a:ext>
                  </a:extLst>
                </a:gridCol>
                <a:gridCol w="6258757">
                  <a:extLst>
                    <a:ext uri="{9D8B030D-6E8A-4147-A177-3AD203B41FA5}">
                      <a16:colId xmlns:a16="http://schemas.microsoft.com/office/drawing/2014/main" val="432614512"/>
                    </a:ext>
                  </a:extLst>
                </a:gridCol>
              </a:tblGrid>
              <a:tr h="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onsolas" panose="020B0609020204030204" pitchFamily="49" charset="0"/>
                          <a:ea typeface="Alibaba PuHuiTi R"/>
                          <a:cs typeface="Alibaba PuHuiTi R" pitchFamily="18" charset="-122"/>
                        </a:rPr>
                        <a:t>方法名</a:t>
                      </a: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D2B2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onsolas" panose="020B0609020204030204" pitchFamily="49" charset="0"/>
                          <a:ea typeface="Alibaba PuHuiTi R"/>
                          <a:cs typeface="Alibaba PuHuiTi R" pitchFamily="18" charset="-122"/>
                        </a:rPr>
                        <a:t>说明</a:t>
                      </a: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D2B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419644"/>
                  </a:ext>
                </a:extLst>
              </a:tr>
              <a:tr h="65822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zh-CN" sz="1600" b="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Consolas" panose="020B0609020204030204" pitchFamily="49" charset="0"/>
                          <a:ea typeface="Alibaba PuHuiTi R"/>
                          <a:cs typeface="Courier New" panose="02070309020205020404" pitchFamily="49" charset="0"/>
                        </a:rPr>
                        <a:t>public </a:t>
                      </a:r>
                      <a:r>
                        <a:rPr lang="en-US" altLang="zh-CN" sz="1600" b="0" dirty="0" err="1">
                          <a:solidFill>
                            <a:schemeClr val="tx1">
                              <a:lumMod val="50000"/>
                            </a:schemeClr>
                          </a:solidFill>
                          <a:latin typeface="Consolas" panose="020B0609020204030204" pitchFamily="49" charset="0"/>
                          <a:ea typeface="Alibaba PuHuiTi R"/>
                          <a:cs typeface="Courier New" panose="02070309020205020404" pitchFamily="49" charset="0"/>
                        </a:rPr>
                        <a:t>boolean</a:t>
                      </a:r>
                      <a:r>
                        <a:rPr lang="en-US" altLang="zh-CN" sz="1600" b="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Consolas" panose="020B0609020204030204" pitchFamily="49" charset="0"/>
                          <a:ea typeface="Alibaba PuHuiTi R"/>
                          <a:cs typeface="Courier New" panose="02070309020205020404" pitchFamily="49" charset="0"/>
                        </a:rPr>
                        <a:t> equals(Object o)</a:t>
                      </a:r>
                      <a:endParaRPr kumimoji="0" lang="zh-CN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Consolas" panose="020B0609020204030204" pitchFamily="49" charset="0"/>
                        <a:ea typeface="Alibaba PuHuiTi R"/>
                        <a:cs typeface="Courier New" panose="02070309020205020404" pitchFamily="49" charset="0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onsolas" panose="020B0609020204030204" pitchFamily="49" charset="0"/>
                          <a:ea typeface="Alibaba PuHuiTi R"/>
                          <a:cs typeface="Alibaba PuHuiTi R" pitchFamily="18" charset="-122"/>
                        </a:rPr>
                        <a:t>比较两个对象是否相同</a:t>
                      </a: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7203927"/>
                  </a:ext>
                </a:extLst>
              </a:tr>
            </a:tbl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FF3D449B-EEB4-6257-4A2F-A51E8D83E1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solidFill>
                  <a:srgbClr val="AD2B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</a:t>
            </a:r>
            <a:r>
              <a:rPr lang="zh-CN" altLang="en-US" b="1" dirty="0">
                <a:solidFill>
                  <a:srgbClr val="AD2B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的 </a:t>
            </a:r>
            <a:r>
              <a:rPr lang="en-US" altLang="zh-CN" b="1" dirty="0">
                <a:solidFill>
                  <a:srgbClr val="AD2B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equals </a:t>
            </a:r>
            <a:r>
              <a:rPr lang="zh-CN" altLang="en-US" b="1" dirty="0">
                <a:solidFill>
                  <a:srgbClr val="AD2B26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方法</a:t>
            </a:r>
            <a:endParaRPr lang="zh-CN" altLang="en-US" dirty="0">
              <a:solidFill>
                <a:srgbClr val="AD2B26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1744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1CBD5C-227E-B7CA-08A7-82408F8029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FDF620CE-0370-9418-1884-BA73DCB5C57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936569" y="1483864"/>
            <a:ext cx="8255431" cy="3962399"/>
          </a:xfrm>
        </p:spPr>
        <p:txBody>
          <a:bodyPr/>
          <a:lstStyle/>
          <a:p>
            <a:r>
              <a:rPr lang="en-US" altLang="zh-CN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== 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号和 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equals 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的区别？</a:t>
            </a:r>
            <a:endParaRPr lang="en-US" altLang="zh-CN" dirty="0">
              <a:solidFill>
                <a:schemeClr val="tx1">
                  <a:lumMod val="50000"/>
                </a:schemeClr>
              </a:solidFill>
              <a:latin typeface="+mn-ea"/>
            </a:endParaRPr>
          </a:p>
          <a:p>
            <a:r>
              <a:rPr lang="en-US" altLang="zh-CN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	== 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号可以比较基本数据类型，也可以比较引用数据类型</a:t>
            </a:r>
            <a:endParaRPr lang="en-US" altLang="zh-CN" dirty="0">
              <a:solidFill>
                <a:schemeClr val="tx1">
                  <a:lumMod val="50000"/>
                </a:schemeClr>
              </a:solidFill>
              <a:latin typeface="+mn-ea"/>
            </a:endParaRPr>
          </a:p>
          <a:p>
            <a:r>
              <a:rPr lang="en-US" altLang="zh-CN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		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基本类型：比较数据值</a:t>
            </a:r>
            <a:endParaRPr lang="en-US" altLang="zh-CN" dirty="0">
              <a:solidFill>
                <a:schemeClr val="tx1">
                  <a:lumMod val="50000"/>
                </a:schemeClr>
              </a:solidFill>
              <a:latin typeface="+mn-ea"/>
            </a:endParaRPr>
          </a:p>
          <a:p>
            <a:r>
              <a:rPr lang="en-US" altLang="zh-CN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		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引用类型：比较地址值</a:t>
            </a:r>
            <a:endParaRPr lang="en-US" altLang="zh-CN" dirty="0">
              <a:solidFill>
                <a:schemeClr val="tx1">
                  <a:lumMod val="50000"/>
                </a:schemeClr>
              </a:solidFill>
              <a:latin typeface="+mn-ea"/>
            </a:endParaRPr>
          </a:p>
          <a:p>
            <a:r>
              <a:rPr lang="en-US" altLang="zh-CN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	equals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方法用于比较引用数据类型</a:t>
            </a:r>
            <a:endParaRPr lang="en-US" altLang="zh-CN" dirty="0">
              <a:solidFill>
                <a:schemeClr val="tx1">
                  <a:lumMod val="50000"/>
                </a:schemeClr>
              </a:solidFill>
              <a:latin typeface="+mn-ea"/>
            </a:endParaRPr>
          </a:p>
          <a:p>
            <a:r>
              <a:rPr lang="en-US" altLang="zh-CN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		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此方法来自于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Object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类，默认比较对象地址值</a:t>
            </a:r>
            <a:endParaRPr lang="en-US" altLang="zh-CN" dirty="0">
              <a:solidFill>
                <a:schemeClr val="tx1">
                  <a:lumMod val="50000"/>
                </a:schemeClr>
              </a:solidFill>
              <a:latin typeface="+mn-ea"/>
            </a:endParaRPr>
          </a:p>
          <a:p>
            <a:r>
              <a:rPr lang="en-US" altLang="zh-CN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		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如果不希望比较地址值，可重写该方法，自定义比较规则 </a:t>
            </a:r>
            <a:endParaRPr lang="en-US" altLang="zh-CN" dirty="0">
              <a:solidFill>
                <a:schemeClr val="tx1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5EC31A71-5A30-FBBA-8724-B6413E182B7D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244475"/>
            <a:ext cx="8770938" cy="517525"/>
          </a:xfrm>
          <a:prstGeom prst="rect">
            <a:avLst/>
          </a:prstGeom>
        </p:spPr>
        <p:txBody>
          <a:bodyPr/>
          <a:lstStyle/>
          <a:p>
            <a:r>
              <a:rPr kumimoji="1" lang="en-US" altLang="zh-CN" dirty="0"/>
              <a:t> 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804905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>
            <a:extLst>
              <a:ext uri="{FF2B5EF4-FFF2-40B4-BE49-F238E27FC236}">
                <a16:creationId xmlns:a16="http://schemas.microsoft.com/office/drawing/2014/main" id="{75449242-7E00-4AF5-A206-0F96B0185E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6626" y="1058016"/>
            <a:ext cx="8612367" cy="42126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zh-CN" sz="1600" b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latin typeface="Consolas" panose="020B0609020204030204" pitchFamily="49" charset="0"/>
                <a:ea typeface="Alibaba PuHuiTi R"/>
              </a:rPr>
              <a:t>Objects类与</a:t>
            </a:r>
            <a:r>
              <a:rPr kumimoji="0" lang="en-US" altLang="zh-CN" sz="1600" b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latin typeface="Consolas" panose="020B0609020204030204" pitchFamily="49" charset="0"/>
                <a:ea typeface="Alibaba PuHuiTi R"/>
              </a:rPr>
              <a:t> </a:t>
            </a:r>
            <a:r>
              <a:rPr kumimoji="0" lang="zh-CN" altLang="zh-CN" sz="1600" b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latin typeface="Consolas" panose="020B0609020204030204" pitchFamily="49" charset="0"/>
                <a:ea typeface="Alibaba PuHuiTi R"/>
              </a:rPr>
              <a:t>Object</a:t>
            </a:r>
            <a:r>
              <a:rPr kumimoji="0" lang="en-US" altLang="zh-CN" sz="1600" b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latin typeface="Consolas" panose="020B0609020204030204" pitchFamily="49" charset="0"/>
                <a:ea typeface="Alibaba PuHuiTi R"/>
              </a:rPr>
              <a:t> </a:t>
            </a:r>
            <a:r>
              <a:rPr kumimoji="0" lang="zh-CN" altLang="zh-CN" sz="1600" b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latin typeface="Consolas" panose="020B0609020204030204" pitchFamily="49" charset="0"/>
                <a:ea typeface="Alibaba PuHuiTi R"/>
              </a:rPr>
              <a:t>还是继承关系</a:t>
            </a: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Alibaba PuHuiTi R"/>
              </a:rPr>
              <a:t>，</a:t>
            </a:r>
            <a:r>
              <a:rPr kumimoji="0" lang="zh-CN" altLang="zh-CN" sz="1600" b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latin typeface="Consolas" panose="020B0609020204030204" pitchFamily="49" charset="0"/>
                <a:ea typeface="Alibaba PuHuiTi R"/>
              </a:rPr>
              <a:t>Objects类是从JDK 1.7开始之后才有的。</a:t>
            </a:r>
            <a:endParaRPr lang="en-US" altLang="zh-CN" sz="1600" dirty="0">
              <a:solidFill>
                <a:schemeClr val="tx1">
                  <a:lumMod val="50000"/>
                </a:schemeClr>
              </a:solidFill>
              <a:latin typeface="Consolas" panose="020B0609020204030204" pitchFamily="49" charset="0"/>
              <a:ea typeface="Alibaba PuHuiTi R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EE06CC95-F357-D7A2-2645-F488C107D5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Objects </a:t>
            </a:r>
            <a:r>
              <a:rPr lang="zh-CN" altLang="en-US" dirty="0"/>
              <a:t>概述</a:t>
            </a:r>
          </a:p>
        </p:txBody>
      </p:sp>
    </p:spTree>
    <p:extLst>
      <p:ext uri="{BB962C8B-B14F-4D97-AF65-F5344CB8AC3E}">
        <p14:creationId xmlns:p14="http://schemas.microsoft.com/office/powerpoint/2010/main" val="306746488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>
            <a:extLst>
              <a:ext uri="{FF2B5EF4-FFF2-40B4-BE49-F238E27FC236}">
                <a16:creationId xmlns:a16="http://schemas.microsoft.com/office/drawing/2014/main" id="{95731E46-8DA6-4E9A-B5DC-86339D0906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6626" y="4048932"/>
            <a:ext cx="6012649" cy="830997"/>
          </a:xfrm>
          <a:prstGeom prst="rect">
            <a:avLst/>
          </a:prstGeom>
          <a:solidFill>
            <a:srgbClr val="FFFFE4"/>
          </a:solidFill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Alibaba PuHuiTi R"/>
              </a:rPr>
              <a:t>public static boolean 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00627A"/>
                </a:solidFill>
                <a:effectLst/>
                <a:latin typeface="Consolas" panose="020B0609020204030204" pitchFamily="49" charset="0"/>
                <a:ea typeface="Alibaba PuHuiTi R"/>
              </a:rPr>
              <a:t>equals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Alibaba PuHuiTi R"/>
              </a:rPr>
              <a:t>(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Alibaba PuHuiTi R"/>
              </a:rPr>
              <a:t>Object 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Alibaba PuHuiTi R"/>
              </a:rPr>
              <a:t>a, 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Alibaba PuHuiTi R"/>
              </a:rPr>
              <a:t>Object 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Alibaba PuHuiTi R"/>
              </a:rPr>
              <a:t>b) {</a:t>
            </a:r>
            <a:b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Alibaba PuHuiTi R"/>
              </a:rPr>
            </a:b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Alibaba PuHuiTi R"/>
              </a:rPr>
              <a:t>    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Alibaba PuHuiTi R"/>
              </a:rPr>
              <a:t>return 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Alibaba PuHuiTi R"/>
              </a:rPr>
              <a:t>(a == b) || (a != 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Alibaba PuHuiTi R"/>
              </a:rPr>
              <a:t>null 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Alibaba PuHuiTi R"/>
              </a:rPr>
              <a:t>&amp;&amp; a.equals(b));</a:t>
            </a:r>
            <a:b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Alibaba PuHuiTi R"/>
              </a:rPr>
            </a:b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Alibaba PuHuiTi R"/>
              </a:rPr>
              <a:t>}</a:t>
            </a:r>
            <a:endParaRPr kumimoji="0" lang="zh-CN" altLang="zh-CN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  <a:ea typeface="Alibaba PuHuiTi R"/>
            </a:endParaRPr>
          </a:p>
        </p:txBody>
      </p:sp>
      <p:graphicFrame>
        <p:nvGraphicFramePr>
          <p:cNvPr id="13" name="表格 12">
            <a:extLst>
              <a:ext uri="{FF2B5EF4-FFF2-40B4-BE49-F238E27FC236}">
                <a16:creationId xmlns:a16="http://schemas.microsoft.com/office/drawing/2014/main" id="{D5678141-11D0-4270-AC02-30330A7C27D9}"/>
              </a:ext>
            </a:extLst>
          </p:cNvPr>
          <p:cNvGraphicFramePr>
            <a:graphicFrameLocks noGrp="1"/>
          </p:cNvGraphicFramePr>
          <p:nvPr/>
        </p:nvGraphicFramePr>
        <p:xfrm>
          <a:off x="576626" y="1146243"/>
          <a:ext cx="10852149" cy="1812672"/>
        </p:xfrm>
        <a:graphic>
          <a:graphicData uri="http://schemas.openxmlformats.org/drawingml/2006/table">
            <a:tbl>
              <a:tblPr/>
              <a:tblGrid>
                <a:gridCol w="4809746">
                  <a:extLst>
                    <a:ext uri="{9D8B030D-6E8A-4147-A177-3AD203B41FA5}">
                      <a16:colId xmlns:a16="http://schemas.microsoft.com/office/drawing/2014/main" val="1138920238"/>
                    </a:ext>
                  </a:extLst>
                </a:gridCol>
                <a:gridCol w="6042403">
                  <a:extLst>
                    <a:ext uri="{9D8B030D-6E8A-4147-A177-3AD203B41FA5}">
                      <a16:colId xmlns:a16="http://schemas.microsoft.com/office/drawing/2014/main" val="432614512"/>
                    </a:ext>
                  </a:extLst>
                </a:gridCol>
              </a:tblGrid>
              <a:tr h="523089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onsolas" panose="020B0609020204030204" pitchFamily="49" charset="0"/>
                          <a:ea typeface="Alibaba PuHuiTi R"/>
                          <a:cs typeface="Alibaba PuHuiTi R" pitchFamily="18" charset="-122"/>
                        </a:rPr>
                        <a:t>方法名</a:t>
                      </a: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D2B2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onsolas" panose="020B0609020204030204" pitchFamily="49" charset="0"/>
                          <a:ea typeface="Alibaba PuHuiTi R"/>
                          <a:cs typeface="Alibaba PuHuiTi R" pitchFamily="18" charset="-122"/>
                        </a:rPr>
                        <a:t>说明</a:t>
                      </a: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D2B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419644"/>
                  </a:ext>
                </a:extLst>
              </a:tr>
              <a:tr h="821219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zh-CN" sz="14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latin typeface="Consolas" panose="020B0609020204030204" pitchFamily="49" charset="0"/>
                          <a:ea typeface="Alibaba PuHuiTi R"/>
                        </a:rPr>
                        <a:t>public static boolean </a:t>
                      </a:r>
                      <a:r>
                        <a:rPr kumimoji="0" lang="zh-CN" altLang="zh-CN" sz="1400" b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  <a:ea typeface="Alibaba PuHuiTi R"/>
                        </a:rPr>
                        <a:t>equals</a:t>
                      </a:r>
                      <a:r>
                        <a:rPr kumimoji="0" lang="zh-CN" altLang="zh-CN" sz="14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latin typeface="Consolas" panose="020B0609020204030204" pitchFamily="49" charset="0"/>
                          <a:ea typeface="Alibaba PuHuiTi R"/>
                        </a:rPr>
                        <a:t>(Object a, Object b)</a:t>
                      </a:r>
                      <a:endParaRPr kumimoji="0" lang="zh-CN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</a:schemeClr>
                        </a:solidFill>
                        <a:effectLst/>
                        <a:latin typeface="Consolas" panose="020B0609020204030204" pitchFamily="49" charset="0"/>
                        <a:ea typeface="Alibaba PuHuiTi R"/>
                        <a:cs typeface="Courier New" panose="02070309020205020404" pitchFamily="49" charset="0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zh-CN" sz="16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latin typeface="Consolas" panose="020B0609020204030204" pitchFamily="49" charset="0"/>
                          <a:ea typeface="Alibaba PuHuiTi R"/>
                        </a:rPr>
                        <a:t>比较两个对象的</a:t>
                      </a:r>
                      <a:r>
                        <a:rPr lang="zh-CN" altLang="en-US" sz="1600" dirty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Consolas" panose="020B0609020204030204" pitchFamily="49" charset="0"/>
                          <a:ea typeface="Alibaba PuHuiTi R"/>
                        </a:rPr>
                        <a:t>，</a:t>
                      </a:r>
                      <a:r>
                        <a:rPr kumimoji="0" lang="zh-CN" altLang="zh-CN" sz="16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latin typeface="Consolas" panose="020B0609020204030204" pitchFamily="49" charset="0"/>
                          <a:ea typeface="Alibaba PuHuiTi R"/>
                        </a:rPr>
                        <a:t>底层</a:t>
                      </a:r>
                      <a:r>
                        <a:rPr kumimoji="0" lang="zh-CN" altLang="en-US" sz="16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latin typeface="Consolas" panose="020B0609020204030204" pitchFamily="49" charset="0"/>
                          <a:ea typeface="Alibaba PuHuiTi R"/>
                        </a:rPr>
                        <a:t>会先</a:t>
                      </a:r>
                      <a:r>
                        <a:rPr kumimoji="0" lang="zh-CN" altLang="zh-CN" sz="16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latin typeface="Consolas" panose="020B0609020204030204" pitchFamily="49" charset="0"/>
                          <a:ea typeface="Alibaba PuHuiTi R"/>
                        </a:rPr>
                        <a:t>进行非空判断，从而可以避免空指针异常。</a:t>
                      </a:r>
                      <a:r>
                        <a:rPr kumimoji="0" lang="zh-CN" altLang="en-US" sz="16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latin typeface="Consolas" panose="020B0609020204030204" pitchFamily="49" charset="0"/>
                          <a:ea typeface="Alibaba PuHuiTi R"/>
                        </a:rPr>
                        <a:t>再进行</a:t>
                      </a:r>
                      <a:r>
                        <a:rPr kumimoji="0" lang="en-US" altLang="zh-CN" sz="16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latin typeface="Consolas" panose="020B0609020204030204" pitchFamily="49" charset="0"/>
                          <a:ea typeface="Alibaba PuHuiTi R"/>
                        </a:rPr>
                        <a:t>equals</a:t>
                      </a:r>
                      <a:r>
                        <a:rPr kumimoji="0" lang="zh-CN" altLang="en-US" sz="16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latin typeface="Consolas" panose="020B0609020204030204" pitchFamily="49" charset="0"/>
                          <a:ea typeface="Alibaba PuHuiTi R"/>
                        </a:rPr>
                        <a:t>比较</a:t>
                      </a:r>
                      <a:endParaRPr kumimoji="0" lang="zh-CN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</a:schemeClr>
                        </a:solidFill>
                        <a:effectLst/>
                        <a:latin typeface="Consolas" panose="020B0609020204030204" pitchFamily="49" charset="0"/>
                        <a:ea typeface="Alibaba PuHuiTi R"/>
                        <a:cs typeface="Alibaba PuHuiTi R" pitchFamily="18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7203927"/>
                  </a:ext>
                </a:extLst>
              </a:tr>
              <a:tr h="468364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zh-CN" sz="14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latin typeface="Consolas" panose="020B0609020204030204" pitchFamily="49" charset="0"/>
                          <a:ea typeface="Alibaba PuHuiTi R"/>
                        </a:rPr>
                        <a:t>public static boolean </a:t>
                      </a:r>
                      <a:r>
                        <a:rPr kumimoji="0" lang="zh-CN" altLang="zh-CN" sz="1400" b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  <a:ea typeface="Alibaba PuHuiTi R"/>
                        </a:rPr>
                        <a:t>isNull</a:t>
                      </a:r>
                      <a:r>
                        <a:rPr kumimoji="0" lang="zh-CN" altLang="zh-CN" sz="14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latin typeface="Consolas" panose="020B0609020204030204" pitchFamily="49" charset="0"/>
                          <a:ea typeface="Alibaba PuHuiTi R"/>
                        </a:rPr>
                        <a:t>(Object obj)</a:t>
                      </a:r>
                      <a:r>
                        <a:rPr lang="en-US" altLang="zh-CN" sz="1400" b="0" dirty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Consolas" panose="020B0609020204030204" pitchFamily="49" charset="0"/>
                          <a:ea typeface="Alibaba PuHuiTi R"/>
                        </a:rPr>
                        <a:t> </a:t>
                      </a:r>
                      <a:endParaRPr kumimoji="0" lang="zh-CN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</a:schemeClr>
                        </a:solidFill>
                        <a:effectLst/>
                        <a:latin typeface="Consolas" panose="020B0609020204030204" pitchFamily="49" charset="0"/>
                        <a:ea typeface="Alibaba PuHuiTi R"/>
                        <a:cs typeface="Alibaba PuHuiTi R" pitchFamily="18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defRPr sz="16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 sz="12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zh-CN" sz="16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latin typeface="Consolas" panose="020B0609020204030204" pitchFamily="49" charset="0"/>
                          <a:ea typeface="Alibaba PuHuiTi R"/>
                        </a:rPr>
                        <a:t>判断变量是否为</a:t>
                      </a:r>
                      <a:r>
                        <a:rPr kumimoji="0" lang="en-US" altLang="zh-CN" sz="16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latin typeface="Consolas" panose="020B0609020204030204" pitchFamily="49" charset="0"/>
                          <a:ea typeface="Alibaba PuHuiTi R"/>
                        </a:rPr>
                        <a:t> </a:t>
                      </a:r>
                      <a:r>
                        <a:rPr kumimoji="0" lang="zh-CN" altLang="zh-CN" sz="16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latin typeface="Consolas" panose="020B0609020204030204" pitchFamily="49" charset="0"/>
                          <a:ea typeface="Alibaba PuHuiTi R"/>
                        </a:rPr>
                        <a:t>null </a:t>
                      </a:r>
                      <a:endParaRPr kumimoji="0" lang="zh-CN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</a:schemeClr>
                        </a:solidFill>
                        <a:effectLst/>
                        <a:latin typeface="Consolas" panose="020B0609020204030204" pitchFamily="49" charset="0"/>
                        <a:ea typeface="Alibaba PuHuiTi R"/>
                        <a:cs typeface="Alibaba PuHuiTi R" pitchFamily="18" charset="-122"/>
                      </a:endParaRPr>
                    </a:p>
                  </a:txBody>
                  <a:tcPr marL="91408" marR="91408" marT="45741" marB="45741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1539613"/>
                  </a:ext>
                </a:extLst>
              </a:tr>
            </a:tbl>
          </a:graphicData>
        </a:graphic>
      </p:graphicFrame>
      <p:sp>
        <p:nvSpPr>
          <p:cNvPr id="5" name="文本框 4">
            <a:extLst>
              <a:ext uri="{FF2B5EF4-FFF2-40B4-BE49-F238E27FC236}">
                <a16:creationId xmlns:a16="http://schemas.microsoft.com/office/drawing/2014/main" id="{6038E7F3-B9A4-43B0-B039-8F8482305221}"/>
              </a:ext>
            </a:extLst>
          </p:cNvPr>
          <p:cNvSpPr txBox="1"/>
          <p:nvPr/>
        </p:nvSpPr>
        <p:spPr>
          <a:xfrm>
            <a:off x="487523" y="3429000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b="1" dirty="0">
                <a:solidFill>
                  <a:schemeClr val="tx1">
                    <a:lumMod val="75000"/>
                  </a:schemeClr>
                </a:solidFill>
                <a:ea typeface="Alibaba PuHuiTi M"/>
              </a:rPr>
              <a:t>源码分析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FE187214-80C3-1208-C3A1-F95E76E9D8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Objects </a:t>
            </a:r>
            <a:r>
              <a:rPr lang="zh-CN" altLang="en-US" dirty="0"/>
              <a:t>常见方法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5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39671B-0F61-60A8-3DA7-43CB07F25D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C8B3DE2B-1B11-DD7B-7C3A-E13C01F8C12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936569" y="1483864"/>
            <a:ext cx="8255431" cy="3962399"/>
          </a:xfrm>
        </p:spPr>
        <p:txBody>
          <a:bodyPr/>
          <a:lstStyle/>
          <a:p>
            <a:r>
              <a:rPr lang="en-US" altLang="zh-CN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Objects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 中的 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equals 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方法仅仅是个工具类中的方法</a:t>
            </a:r>
            <a:endParaRPr lang="en-US" altLang="zh-CN" dirty="0">
              <a:solidFill>
                <a:schemeClr val="tx1">
                  <a:lumMod val="50000"/>
                </a:schemeClr>
              </a:solidFill>
              <a:latin typeface="+mn-ea"/>
            </a:endParaRPr>
          </a:p>
          <a:p>
            <a:r>
              <a:rPr lang="en-US" altLang="zh-CN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	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底层依赖于我们自己编写的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equals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方法</a:t>
            </a:r>
            <a:endParaRPr lang="en-US" altLang="zh-CN" dirty="0">
              <a:solidFill>
                <a:schemeClr val="tx1">
                  <a:lumMod val="50000"/>
                </a:schemeClr>
              </a:solidFill>
              <a:latin typeface="+mn-ea"/>
            </a:endParaRPr>
          </a:p>
          <a:p>
            <a:r>
              <a:rPr lang="en-US" altLang="zh-CN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	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优势：加入了健壮性判断</a:t>
            </a:r>
            <a:endParaRPr lang="en-US" altLang="zh-CN" dirty="0">
              <a:solidFill>
                <a:schemeClr val="tx1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376BBC98-2DF3-0233-F122-204413E5D224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244475"/>
            <a:ext cx="8770938" cy="517525"/>
          </a:xfrm>
          <a:prstGeom prst="rect">
            <a:avLst/>
          </a:prstGeom>
        </p:spPr>
        <p:txBody>
          <a:bodyPr/>
          <a:lstStyle/>
          <a:p>
            <a:r>
              <a:rPr kumimoji="1" lang="en-US" altLang="zh-CN" dirty="0"/>
              <a:t> 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824479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7E232D-7CB2-8D43-2E23-1D13CDCF8E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C350447-229D-30CF-EC59-7364FC2509F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34080" y="2465278"/>
            <a:ext cx="4831831" cy="901700"/>
          </a:xfrm>
        </p:spPr>
        <p:txBody>
          <a:bodyPr/>
          <a:lstStyle/>
          <a:p>
            <a:r>
              <a:rPr lang="zh-CN" altLang="en-US" dirty="0"/>
              <a:t>代码块</a:t>
            </a:r>
          </a:p>
        </p:txBody>
      </p:sp>
      <p:sp>
        <p:nvSpPr>
          <p:cNvPr id="10" name="文本占位符 9">
            <a:extLst>
              <a:ext uri="{FF2B5EF4-FFF2-40B4-BE49-F238E27FC236}">
                <a16:creationId xmlns:a16="http://schemas.microsoft.com/office/drawing/2014/main" id="{1F1EA453-9F46-FD1B-B2DF-ABE71F34496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 dirty="0"/>
              <a:t>3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038844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2">
            <a:extLst>
              <a:ext uri="{FF2B5EF4-FFF2-40B4-BE49-F238E27FC236}">
                <a16:creationId xmlns:a16="http://schemas.microsoft.com/office/drawing/2014/main" id="{476E116F-103A-775D-0072-5856192FA65A}"/>
              </a:ext>
            </a:extLst>
          </p:cNvPr>
          <p:cNvSpPr txBox="1"/>
          <p:nvPr/>
        </p:nvSpPr>
        <p:spPr>
          <a:xfrm>
            <a:off x="679451" y="2376319"/>
            <a:ext cx="10311637" cy="190443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1600" dirty="0">
                <a:solidFill>
                  <a:srgbClr val="333333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分类：</a:t>
            </a:r>
            <a:endParaRPr lang="en-US" altLang="zh-CN" sz="1600" dirty="0">
              <a:solidFill>
                <a:srgbClr val="333333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sz="1600" dirty="0">
                <a:solidFill>
                  <a:srgbClr val="333333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局部代码块</a:t>
            </a:r>
            <a:endParaRPr lang="en-US" altLang="zh-CN" sz="1600" dirty="0">
              <a:solidFill>
                <a:srgbClr val="333333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sz="1600" dirty="0">
                <a:solidFill>
                  <a:srgbClr val="333333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构造代码块</a:t>
            </a:r>
            <a:endParaRPr lang="en-US" altLang="zh-CN" sz="1600" dirty="0">
              <a:solidFill>
                <a:srgbClr val="333333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sz="1600" dirty="0">
                <a:solidFill>
                  <a:srgbClr val="333333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静态代码块</a:t>
            </a:r>
            <a:endParaRPr lang="en-US" altLang="zh-CN" sz="1600" dirty="0">
              <a:solidFill>
                <a:srgbClr val="333333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sz="1600" dirty="0">
                <a:solidFill>
                  <a:srgbClr val="333333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同步代码块</a:t>
            </a:r>
            <a:endParaRPr lang="en-US" altLang="zh-CN" sz="1600" dirty="0">
              <a:solidFill>
                <a:srgbClr val="333333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DE9E5A1-034B-3B1A-79D7-067AA3F1078C}"/>
              </a:ext>
            </a:extLst>
          </p:cNvPr>
          <p:cNvSpPr txBox="1"/>
          <p:nvPr/>
        </p:nvSpPr>
        <p:spPr>
          <a:xfrm>
            <a:off x="679451" y="1601792"/>
            <a:ext cx="6669616" cy="5182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defRPr/>
            </a:pPr>
            <a:r>
              <a:rPr lang="zh-CN" altLang="zh-CN" sz="1600" dirty="0">
                <a:solidFill>
                  <a:srgbClr val="333333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在Java类下，使用</a:t>
            </a:r>
            <a:r>
              <a:rPr lang="en-US" altLang="zh-CN" sz="1600" dirty="0">
                <a:solidFill>
                  <a:srgbClr val="333333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 </a:t>
            </a:r>
            <a:r>
              <a:rPr lang="zh-CN" altLang="zh-CN" sz="1600" dirty="0">
                <a:solidFill>
                  <a:srgbClr val="C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{</a:t>
            </a:r>
            <a:r>
              <a:rPr lang="en-US" altLang="zh-CN" sz="1600" dirty="0">
                <a:solidFill>
                  <a:srgbClr val="C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 </a:t>
            </a:r>
            <a:r>
              <a:rPr lang="zh-CN" altLang="zh-CN" sz="1600" dirty="0">
                <a:solidFill>
                  <a:srgbClr val="C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}</a:t>
            </a:r>
            <a:r>
              <a:rPr lang="en-US" altLang="zh-CN" sz="1600" dirty="0">
                <a:solidFill>
                  <a:srgbClr val="333333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 </a:t>
            </a:r>
            <a:r>
              <a:rPr lang="zh-CN" altLang="zh-CN" sz="1600" dirty="0">
                <a:solidFill>
                  <a:srgbClr val="333333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括起来的代码被称为代码块</a:t>
            </a:r>
            <a:endParaRPr lang="zh-CN" altLang="zh-CN" sz="1600" dirty="0"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490FD4F4-763C-837A-FFB7-584C639841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代码块</a:t>
            </a:r>
          </a:p>
        </p:txBody>
      </p:sp>
    </p:spTree>
    <p:extLst>
      <p:ext uri="{BB962C8B-B14F-4D97-AF65-F5344CB8AC3E}">
        <p14:creationId xmlns:p14="http://schemas.microsoft.com/office/powerpoint/2010/main" val="28161361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2">
            <a:extLst>
              <a:ext uri="{FF2B5EF4-FFF2-40B4-BE49-F238E27FC236}">
                <a16:creationId xmlns:a16="http://schemas.microsoft.com/office/drawing/2014/main" id="{476E116F-103A-775D-0072-5856192FA65A}"/>
              </a:ext>
            </a:extLst>
          </p:cNvPr>
          <p:cNvSpPr txBox="1"/>
          <p:nvPr/>
        </p:nvSpPr>
        <p:spPr>
          <a:xfrm>
            <a:off x="679451" y="2376319"/>
            <a:ext cx="10311637" cy="190443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1600" dirty="0">
                <a:solidFill>
                  <a:srgbClr val="333333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分类：</a:t>
            </a:r>
            <a:endParaRPr lang="en-US" altLang="zh-CN" sz="1600" dirty="0">
              <a:solidFill>
                <a:srgbClr val="333333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sz="1600" dirty="0">
                <a:solidFill>
                  <a:srgbClr val="333333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局部代码块</a:t>
            </a:r>
            <a:endParaRPr lang="en-US" altLang="zh-CN" sz="1600" dirty="0">
              <a:solidFill>
                <a:srgbClr val="333333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sz="1600" dirty="0">
                <a:solidFill>
                  <a:srgbClr val="333333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构造代码块</a:t>
            </a:r>
            <a:endParaRPr lang="en-US" altLang="zh-CN" sz="1600" dirty="0">
              <a:solidFill>
                <a:srgbClr val="333333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sz="1600" dirty="0">
                <a:solidFill>
                  <a:srgbClr val="333333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静态代码块</a:t>
            </a:r>
            <a:endParaRPr lang="en-US" altLang="zh-CN" sz="1600" dirty="0">
              <a:solidFill>
                <a:srgbClr val="333333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sz="16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同步代码块</a:t>
            </a:r>
            <a:endParaRPr lang="en-US" altLang="zh-CN" sz="16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DE9E5A1-034B-3B1A-79D7-067AA3F1078C}"/>
              </a:ext>
            </a:extLst>
          </p:cNvPr>
          <p:cNvSpPr txBox="1"/>
          <p:nvPr/>
        </p:nvSpPr>
        <p:spPr>
          <a:xfrm>
            <a:off x="679451" y="1601792"/>
            <a:ext cx="6669616" cy="5182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defRPr/>
            </a:pPr>
            <a:r>
              <a:rPr lang="zh-CN" altLang="zh-CN" sz="1600" dirty="0">
                <a:solidFill>
                  <a:srgbClr val="333333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在Java类下，使用</a:t>
            </a:r>
            <a:r>
              <a:rPr lang="en-US" altLang="zh-CN" sz="1600" dirty="0">
                <a:solidFill>
                  <a:srgbClr val="333333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 </a:t>
            </a:r>
            <a:r>
              <a:rPr lang="zh-CN" altLang="zh-CN" sz="1600" dirty="0">
                <a:solidFill>
                  <a:srgbClr val="C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{</a:t>
            </a:r>
            <a:r>
              <a:rPr lang="en-US" altLang="zh-CN" sz="1600" dirty="0">
                <a:solidFill>
                  <a:srgbClr val="C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 </a:t>
            </a:r>
            <a:r>
              <a:rPr lang="zh-CN" altLang="zh-CN" sz="1600" dirty="0">
                <a:solidFill>
                  <a:srgbClr val="C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}</a:t>
            </a:r>
            <a:r>
              <a:rPr lang="en-US" altLang="zh-CN" sz="1600" dirty="0">
                <a:solidFill>
                  <a:srgbClr val="333333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 </a:t>
            </a:r>
            <a:r>
              <a:rPr lang="zh-CN" altLang="zh-CN" sz="1600" dirty="0">
                <a:solidFill>
                  <a:srgbClr val="333333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括起来的代码被称为代码块</a:t>
            </a:r>
            <a:endParaRPr lang="zh-CN" altLang="zh-CN" sz="1600" dirty="0"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73D12C7C-826F-E724-A16C-8A2B3550F1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代码块</a:t>
            </a:r>
          </a:p>
        </p:txBody>
      </p:sp>
    </p:spTree>
    <p:extLst>
      <p:ext uri="{BB962C8B-B14F-4D97-AF65-F5344CB8AC3E}">
        <p14:creationId xmlns:p14="http://schemas.microsoft.com/office/powerpoint/2010/main" val="176185888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DEEEBF3-AA35-9047-8AEE-24A06062ACB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936569" y="1483864"/>
            <a:ext cx="8491544" cy="3962399"/>
          </a:xfrm>
        </p:spPr>
        <p:txBody>
          <a:bodyPr/>
          <a:lstStyle/>
          <a:p>
            <a:pPr>
              <a:defRPr/>
            </a:pPr>
            <a:r>
              <a:rPr lang="zh-CN" altLang="zh-CN" sz="1600" dirty="0">
                <a:solidFill>
                  <a:srgbClr val="333333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在Java类下，使用</a:t>
            </a:r>
            <a:r>
              <a:rPr lang="en-US" altLang="zh-CN" sz="1600" dirty="0">
                <a:solidFill>
                  <a:srgbClr val="333333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 </a:t>
            </a:r>
            <a:r>
              <a:rPr lang="zh-CN" altLang="zh-CN" sz="1600" dirty="0">
                <a:solidFill>
                  <a:srgbClr val="C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{</a:t>
            </a:r>
            <a:r>
              <a:rPr lang="en-US" altLang="zh-CN" sz="1600" dirty="0">
                <a:solidFill>
                  <a:srgbClr val="C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 </a:t>
            </a:r>
            <a:r>
              <a:rPr lang="zh-CN" altLang="zh-CN" sz="1600" dirty="0">
                <a:solidFill>
                  <a:srgbClr val="C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}</a:t>
            </a:r>
            <a:r>
              <a:rPr lang="en-US" altLang="zh-CN" sz="1600" dirty="0">
                <a:solidFill>
                  <a:srgbClr val="333333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 </a:t>
            </a:r>
            <a:r>
              <a:rPr lang="zh-CN" altLang="zh-CN" sz="1600" dirty="0">
                <a:solidFill>
                  <a:srgbClr val="333333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括起来的代码被称为代码块</a:t>
            </a:r>
            <a:endParaRPr lang="en-US" altLang="zh-CN" sz="1600" dirty="0">
              <a:solidFill>
                <a:srgbClr val="333333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en-US" sz="1600" dirty="0">
                <a:solidFill>
                  <a:srgbClr val="333333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局部代码块</a:t>
            </a:r>
            <a:endParaRPr lang="en-US" altLang="zh-CN" sz="1600" dirty="0">
              <a:solidFill>
                <a:srgbClr val="333333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457200" lvl="1" indent="0">
              <a:lnSpc>
                <a:spcPct val="150000"/>
              </a:lnSpc>
              <a:buNone/>
              <a:defRPr/>
            </a:pPr>
            <a:r>
              <a:rPr lang="zh-CN" altLang="en-US" sz="1600" dirty="0">
                <a:solidFill>
                  <a:srgbClr val="333333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位置：方法中定义</a:t>
            </a:r>
            <a:endParaRPr lang="en-US" altLang="zh-CN" sz="1600" dirty="0">
              <a:solidFill>
                <a:srgbClr val="333333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457200" lvl="1" indent="0">
              <a:lnSpc>
                <a:spcPct val="150000"/>
              </a:lnSpc>
              <a:buNone/>
              <a:defRPr/>
            </a:pPr>
            <a:r>
              <a:rPr lang="zh-CN" altLang="en-US" sz="1600" dirty="0">
                <a:solidFill>
                  <a:srgbClr val="333333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作用：限定变量的生命周期，提早释放，提高内存利用率</a:t>
            </a:r>
            <a:endParaRPr lang="en-US" altLang="zh-CN" sz="1600" dirty="0">
              <a:solidFill>
                <a:srgbClr val="333333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en-US" sz="1600" dirty="0">
                <a:solidFill>
                  <a:srgbClr val="333333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构造代码块</a:t>
            </a:r>
            <a:endParaRPr lang="en-US" altLang="zh-CN" sz="1600" dirty="0">
              <a:solidFill>
                <a:srgbClr val="333333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457200" lvl="1" indent="0">
              <a:lnSpc>
                <a:spcPct val="150000"/>
              </a:lnSpc>
              <a:buNone/>
              <a:defRPr/>
            </a:pPr>
            <a:r>
              <a:rPr lang="zh-CN" altLang="en-US" sz="1600" dirty="0">
                <a:solidFill>
                  <a:srgbClr val="333333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位置：类中方法外定义</a:t>
            </a:r>
            <a:endParaRPr lang="en-US" altLang="zh-CN" sz="1600" dirty="0">
              <a:solidFill>
                <a:srgbClr val="333333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457200" lvl="1" indent="0">
              <a:lnSpc>
                <a:spcPct val="150000"/>
              </a:lnSpc>
              <a:buNone/>
              <a:defRPr/>
            </a:pPr>
            <a:r>
              <a:rPr lang="zh-CN" altLang="en-US" sz="1600" dirty="0">
                <a:solidFill>
                  <a:srgbClr val="333333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特点：构造方法执行时，都会执行该代码块中的代码，并且在构造方法执行前执行</a:t>
            </a:r>
            <a:endParaRPr lang="en-US" altLang="zh-CN" sz="1600" dirty="0">
              <a:solidFill>
                <a:srgbClr val="333333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457200" lvl="1" indent="0">
              <a:lnSpc>
                <a:spcPct val="150000"/>
              </a:lnSpc>
              <a:buNone/>
              <a:defRPr/>
            </a:pPr>
            <a:r>
              <a:rPr lang="zh-CN" altLang="en-US" sz="1600" dirty="0">
                <a:solidFill>
                  <a:srgbClr val="333333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作用：将多个构造方法中相同的代码，抽取到构造代码块中，提高代码的复用性</a:t>
            </a:r>
            <a:endParaRPr lang="en-US" altLang="zh-CN" sz="1600" dirty="0">
              <a:solidFill>
                <a:srgbClr val="333333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en-US" sz="1600" dirty="0">
                <a:solidFill>
                  <a:srgbClr val="333333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静态代码块</a:t>
            </a:r>
            <a:endParaRPr lang="en-US" altLang="zh-CN" sz="1600" dirty="0">
              <a:solidFill>
                <a:srgbClr val="333333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457200" lvl="1" indent="0">
              <a:lnSpc>
                <a:spcPct val="150000"/>
              </a:lnSpc>
              <a:buNone/>
              <a:defRPr/>
            </a:pPr>
            <a:r>
              <a:rPr lang="zh-CN" altLang="en-US" sz="1600" dirty="0">
                <a:solidFill>
                  <a:srgbClr val="333333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位置：类中方法外定义</a:t>
            </a:r>
            <a:endParaRPr lang="en-US" altLang="zh-CN" sz="1600" dirty="0">
              <a:solidFill>
                <a:srgbClr val="333333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457200" lvl="1" indent="0">
              <a:lnSpc>
                <a:spcPct val="150000"/>
              </a:lnSpc>
              <a:buNone/>
              <a:defRPr/>
            </a:pPr>
            <a:r>
              <a:rPr lang="zh-CN" altLang="en-US" sz="1600" dirty="0">
                <a:solidFill>
                  <a:srgbClr val="333333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特点：需要通过</a:t>
            </a:r>
            <a:r>
              <a:rPr lang="en-US" altLang="zh-CN" sz="1600" dirty="0">
                <a:solidFill>
                  <a:srgbClr val="333333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static</a:t>
            </a:r>
            <a:r>
              <a:rPr lang="zh-CN" altLang="en-US" sz="1600" dirty="0">
                <a:solidFill>
                  <a:srgbClr val="333333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关键字修饰，随着类的加载而加载，并且只执行一次</a:t>
            </a:r>
            <a:endParaRPr lang="en-US" altLang="zh-CN" sz="1600" dirty="0">
              <a:solidFill>
                <a:srgbClr val="333333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457200" lvl="1" indent="0">
              <a:lnSpc>
                <a:spcPct val="150000"/>
              </a:lnSpc>
              <a:buNone/>
              <a:defRPr/>
            </a:pPr>
            <a:r>
              <a:rPr lang="zh-CN" altLang="en-US" sz="1600" dirty="0">
                <a:solidFill>
                  <a:srgbClr val="333333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作用：在类加载的时候做一些数据初始化的操作</a:t>
            </a:r>
            <a:endParaRPr lang="en-US" altLang="zh-CN" sz="1600" dirty="0">
              <a:solidFill>
                <a:srgbClr val="333333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008607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6098703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GUIDESSETTING" val="{&quot;Id&quot;:&quot;GuidesStyle_Normal&quot;,&quot;Name&quot;:&quot;正常&quot;,&quot;Kind&quot;:&quot;System&quot;,&quot;OldGuidesSetting&quot;:{&quot;HeaderHeight&quot;:15.0,&quot;FooterHeight&quot;:9.0,&quot;SideMargin&quot;:5.5,&quot;TopMargin&quot;:0.0,&quot;BottomMargin&quot;:0.0,&quot;IntervalMargin&quot;:1.5}}"/>
  <p:tag name="ISLIDE.THEME" val="#782110"/>
  <p:tag name="ISLIDE.TEMPLATE" val="1f6b6247-00f9-4185-bb3e-6a09396f8e3b"/>
</p:tagLst>
</file>

<file path=ppt/theme/theme1.xml><?xml version="1.0" encoding="utf-8"?>
<a:theme xmlns:a="http://schemas.openxmlformats.org/drawingml/2006/main" name="内容模板">
  <a:themeElements>
    <a:clrScheme name="自定义 11">
      <a:dk1>
        <a:srgbClr val="363C3B"/>
      </a:dk1>
      <a:lt1>
        <a:srgbClr val="FFFFFF"/>
      </a:lt1>
      <a:dk2>
        <a:srgbClr val="49504F"/>
      </a:dk2>
      <a:lt2>
        <a:srgbClr val="FFFFE4"/>
      </a:lt2>
      <a:accent1>
        <a:srgbClr val="AD2B26"/>
      </a:accent1>
      <a:accent2>
        <a:srgbClr val="49504F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传智播客">
      <a:majorFont>
        <a:latin typeface="Source Code Pro Black"/>
        <a:ea typeface="阿里巴巴普惠体 Heavy"/>
        <a:cs typeface=""/>
      </a:majorFont>
      <a:minorFont>
        <a:latin typeface="Source Code Pro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Default.potx" id="{1D9758C4-BF53-48D5-9F51-21F468A6C710}" vid="{F0E1EFAF-5478-48F0-8152-DA9350739AFC}"/>
    </a:ext>
  </a:extLst>
</a:theme>
</file>

<file path=ppt/theme/theme2.xml><?xml version="1.0" encoding="utf-8"?>
<a:theme xmlns:a="http://schemas.openxmlformats.org/drawingml/2006/main" name="封面">
  <a:themeElements>
    <a:clrScheme name="自定义 11">
      <a:dk1>
        <a:srgbClr val="363C3B"/>
      </a:dk1>
      <a:lt1>
        <a:srgbClr val="FFFFFF"/>
      </a:lt1>
      <a:dk2>
        <a:srgbClr val="49504F"/>
      </a:dk2>
      <a:lt2>
        <a:srgbClr val="FFFFE4"/>
      </a:lt2>
      <a:accent1>
        <a:srgbClr val="AD2B26"/>
      </a:accent1>
      <a:accent2>
        <a:srgbClr val="49504F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Source Code Pro Black"/>
        <a:ea typeface="阿里巴巴普惠体"/>
        <a:cs typeface=""/>
      </a:majorFont>
      <a:minorFont>
        <a:latin typeface="Source Code Pro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章节目录模板">
  <a:themeElements>
    <a:clrScheme name="自定义 11">
      <a:dk1>
        <a:srgbClr val="363C3B"/>
      </a:dk1>
      <a:lt1>
        <a:srgbClr val="FFFFFF"/>
      </a:lt1>
      <a:dk2>
        <a:srgbClr val="49504F"/>
      </a:dk2>
      <a:lt2>
        <a:srgbClr val="FFFFE4"/>
      </a:lt2>
      <a:accent1>
        <a:srgbClr val="AD2B26"/>
      </a:accent1>
      <a:accent2>
        <a:srgbClr val="49504F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传智播客">
      <a:majorFont>
        <a:latin typeface="Source Code Pro Black"/>
        <a:ea typeface="阿里巴巴普惠体 Heavy"/>
        <a:cs typeface=""/>
      </a:majorFont>
      <a:minorFont>
        <a:latin typeface="Source Code Pro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小结思考模板2">
  <a:themeElements>
    <a:clrScheme name="自定义 11">
      <a:dk1>
        <a:srgbClr val="363C3B"/>
      </a:dk1>
      <a:lt1>
        <a:srgbClr val="FFFFFF"/>
      </a:lt1>
      <a:dk2>
        <a:srgbClr val="49504F"/>
      </a:dk2>
      <a:lt2>
        <a:srgbClr val="FFFFE4"/>
      </a:lt2>
      <a:accent1>
        <a:srgbClr val="AD2B26"/>
      </a:accent1>
      <a:accent2>
        <a:srgbClr val="49504F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Source Code Pro Black"/>
        <a:ea typeface="阿里巴巴普惠体"/>
        <a:cs typeface=""/>
      </a:majorFont>
      <a:minorFont>
        <a:latin typeface="Source Code Pro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1_小结思考模板2">
  <a:themeElements>
    <a:clrScheme name="自定义 11">
      <a:dk1>
        <a:srgbClr val="363C3B"/>
      </a:dk1>
      <a:lt1>
        <a:srgbClr val="FFFFFF"/>
      </a:lt1>
      <a:dk2>
        <a:srgbClr val="49504F"/>
      </a:dk2>
      <a:lt2>
        <a:srgbClr val="FFFFE4"/>
      </a:lt2>
      <a:accent1>
        <a:srgbClr val="AD2B26"/>
      </a:accent1>
      <a:accent2>
        <a:srgbClr val="49504F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Source Code Pro Black"/>
        <a:ea typeface="阿里巴巴普惠体"/>
        <a:cs typeface=""/>
      </a:majorFont>
      <a:minorFont>
        <a:latin typeface="Source Code Pro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Seven</Template>
  <TotalTime>11609</TotalTime>
  <Words>3060</Words>
  <Application>Microsoft Office PowerPoint</Application>
  <PresentationFormat>宽屏</PresentationFormat>
  <Paragraphs>347</Paragraphs>
  <Slides>54</Slides>
  <Notes>48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5</vt:i4>
      </vt:variant>
      <vt:variant>
        <vt:lpstr>幻灯片标题</vt:lpstr>
      </vt:variant>
      <vt:variant>
        <vt:i4>54</vt:i4>
      </vt:variant>
    </vt:vector>
  </HeadingPairs>
  <TitlesOfParts>
    <vt:vector size="74" baseType="lpstr">
      <vt:lpstr>Alibaba PuHuiTi B</vt:lpstr>
      <vt:lpstr>Alibaba PuHuiTi M</vt:lpstr>
      <vt:lpstr>Alibaba PuHuiTi Medium</vt:lpstr>
      <vt:lpstr>Alibaba PuHuiTi R</vt:lpstr>
      <vt:lpstr>Inter</vt:lpstr>
      <vt:lpstr>阿里巴巴普惠体</vt:lpstr>
      <vt:lpstr>阿里巴巴普惠体 Heavy</vt:lpstr>
      <vt:lpstr>阿里巴巴普惠体 Medium</vt:lpstr>
      <vt:lpstr>等线</vt:lpstr>
      <vt:lpstr>楷体</vt:lpstr>
      <vt:lpstr>Arial</vt:lpstr>
      <vt:lpstr>Calisto MT</vt:lpstr>
      <vt:lpstr>Consolas</vt:lpstr>
      <vt:lpstr>Source Code Pro</vt:lpstr>
      <vt:lpstr>Wingdings</vt:lpstr>
      <vt:lpstr>内容模板</vt:lpstr>
      <vt:lpstr>封面</vt:lpstr>
      <vt:lpstr>章节目录模板</vt:lpstr>
      <vt:lpstr>小结思考模板2</vt:lpstr>
      <vt:lpstr>1_小结思考模板2</vt:lpstr>
      <vt:lpstr>第九章：面向对象高级</vt:lpstr>
      <vt:lpstr>PowerPoint 演示文稿</vt:lpstr>
      <vt:lpstr>PowerPoint 演示文稿</vt:lpstr>
      <vt:lpstr> 接口</vt:lpstr>
      <vt:lpstr> 接口</vt:lpstr>
      <vt:lpstr> 接口</vt:lpstr>
      <vt:lpstr> 接口介绍</vt:lpstr>
      <vt:lpstr> 接口介绍</vt:lpstr>
      <vt:lpstr> </vt:lpstr>
      <vt:lpstr>接口中的成员特点 </vt:lpstr>
      <vt:lpstr> </vt:lpstr>
      <vt:lpstr>类和接口之间的各种关系 </vt:lpstr>
      <vt:lpstr> </vt:lpstr>
      <vt:lpstr>抽象类和接口的对比</vt:lpstr>
      <vt:lpstr>抽象类的应用场景</vt:lpstr>
      <vt:lpstr>接口的应用场景</vt:lpstr>
      <vt:lpstr>接口的应用场景</vt:lpstr>
      <vt:lpstr>接口的应用场景</vt:lpstr>
      <vt:lpstr>接口的应用场景</vt:lpstr>
      <vt:lpstr>接口的应用场景</vt:lpstr>
      <vt:lpstr>接口的应用场景</vt:lpstr>
      <vt:lpstr> </vt:lpstr>
      <vt:lpstr>接口新特性</vt:lpstr>
      <vt:lpstr>接口新特性</vt:lpstr>
      <vt:lpstr>接口新特性</vt:lpstr>
      <vt:lpstr>JDK8 接口特性</vt:lpstr>
      <vt:lpstr>JDK8 接口特性</vt:lpstr>
      <vt:lpstr>JDK9 接口特性</vt:lpstr>
      <vt:lpstr>JDK9 接口特性</vt:lpstr>
      <vt:lpstr>JDK9 接口特性</vt:lpstr>
      <vt:lpstr>JDK9 接口特性</vt:lpstr>
      <vt:lpstr> </vt:lpstr>
      <vt:lpstr>PowerPoint 演示文稿</vt:lpstr>
      <vt:lpstr> 多态介绍</vt:lpstr>
      <vt:lpstr> 多态前提 </vt:lpstr>
      <vt:lpstr> 多态的成员访问特点 </vt:lpstr>
      <vt:lpstr> </vt:lpstr>
      <vt:lpstr> 多态的好处和弊端</vt:lpstr>
      <vt:lpstr> 多态的好处和弊端</vt:lpstr>
      <vt:lpstr> 多态中的转型 </vt:lpstr>
      <vt:lpstr> 多态中的转型问题 </vt:lpstr>
      <vt:lpstr> 多态中的转型问题 </vt:lpstr>
      <vt:lpstr>订单业务</vt:lpstr>
      <vt:lpstr>模拟支付接口</vt:lpstr>
      <vt:lpstr>Object的 equals 方法</vt:lpstr>
      <vt:lpstr> </vt:lpstr>
      <vt:lpstr>Objects 概述</vt:lpstr>
      <vt:lpstr>Objects 常见方法</vt:lpstr>
      <vt:lpstr> </vt:lpstr>
      <vt:lpstr>PowerPoint 演示文稿</vt:lpstr>
      <vt:lpstr>代码块</vt:lpstr>
      <vt:lpstr>代码块</vt:lpstr>
      <vt:lpstr>PowerPoint 演示文稿</vt:lpstr>
      <vt:lpstr>PowerPoint 演示文稿</vt:lpstr>
    </vt:vector>
  </TitlesOfParts>
  <Manager>iSlide</Manager>
  <Company>iSlide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Seven</dc:creator>
  <cp:lastModifiedBy>ys h</cp:lastModifiedBy>
  <cp:revision>1193</cp:revision>
  <cp:lastPrinted>2022-05-29T16:00:00Z</cp:lastPrinted>
  <dcterms:created xsi:type="dcterms:W3CDTF">2022-05-29T16:00:00Z</dcterms:created>
  <dcterms:modified xsi:type="dcterms:W3CDTF">2025-04-16T02:18:22Z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Slide.TEMPLATE">
    <vt:lpwstr>1f6b6247-00f9-4185-bb3e-6a09396f8e3b</vt:lpwstr>
  </property>
</Properties>
</file>